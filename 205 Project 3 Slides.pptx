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Lst>
  <p:sldSz cy="5143500" cx="9144000"/>
  <p:notesSz cx="6858000" cy="9144000"/>
  <p:embeddedFontLst>
    <p:embeddedFont>
      <p:font typeface="Anaheim"/>
      <p:regular r:id="rId26"/>
      <p:bold r:id="rId27"/>
    </p:embeddedFont>
    <p:embeddedFont>
      <p:font typeface="Bebas Neue"/>
      <p:regular r:id="rId28"/>
    </p:embeddedFont>
    <p:embeddedFont>
      <p:font typeface="Fira Sans Condensed"/>
      <p:regular r:id="rId29"/>
      <p:bold r:id="rId30"/>
      <p:italic r:id="rId31"/>
      <p:boldItalic r:id="rId32"/>
    </p:embeddedFont>
    <p:embeddedFont>
      <p:font typeface="Fira Sans"/>
      <p:regular r:id="rId33"/>
      <p:bold r:id="rId34"/>
      <p:italic r:id="rId35"/>
      <p:boldItalic r:id="rId36"/>
    </p:embeddedFont>
    <p:embeddedFont>
      <p:font typeface="Fira Sans Condensed SemiBold"/>
      <p:regular r:id="rId37"/>
      <p:bold r:id="rId38"/>
      <p:italic r:id="rId39"/>
      <p:boldItalic r:id="rId40"/>
    </p:embeddedFont>
    <p:embeddedFont>
      <p:font typeface="Fira Sans Light"/>
      <p:regular r:id="rId41"/>
      <p:bold r:id="rId42"/>
      <p:italic r:id="rId43"/>
      <p:boldItalic r:id="rId44"/>
    </p:embeddedFont>
    <p:embeddedFont>
      <p:font typeface="PT Sans"/>
      <p:regular r:id="rId45"/>
      <p:bold r:id="rId46"/>
      <p:italic r:id="rId47"/>
      <p:boldItalic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FiraSansCondensedSemiBold-boldItalic.fntdata"/><Relationship Id="rId20" Type="http://schemas.openxmlformats.org/officeDocument/2006/relationships/slide" Target="slides/slide16.xml"/><Relationship Id="rId42" Type="http://schemas.openxmlformats.org/officeDocument/2006/relationships/font" Target="fonts/FiraSansLight-bold.fntdata"/><Relationship Id="rId41" Type="http://schemas.openxmlformats.org/officeDocument/2006/relationships/font" Target="fonts/FiraSansLight-regular.fntdata"/><Relationship Id="rId22" Type="http://schemas.openxmlformats.org/officeDocument/2006/relationships/slide" Target="slides/slide18.xml"/><Relationship Id="rId44" Type="http://schemas.openxmlformats.org/officeDocument/2006/relationships/font" Target="fonts/FiraSansLight-boldItalic.fntdata"/><Relationship Id="rId21" Type="http://schemas.openxmlformats.org/officeDocument/2006/relationships/slide" Target="slides/slide17.xml"/><Relationship Id="rId43" Type="http://schemas.openxmlformats.org/officeDocument/2006/relationships/font" Target="fonts/FiraSansLight-italic.fntdata"/><Relationship Id="rId24" Type="http://schemas.openxmlformats.org/officeDocument/2006/relationships/slide" Target="slides/slide20.xml"/><Relationship Id="rId46" Type="http://schemas.openxmlformats.org/officeDocument/2006/relationships/font" Target="fonts/PTSans-bold.fntdata"/><Relationship Id="rId23" Type="http://schemas.openxmlformats.org/officeDocument/2006/relationships/slide" Target="slides/slide19.xml"/><Relationship Id="rId45" Type="http://schemas.openxmlformats.org/officeDocument/2006/relationships/font" Target="fonts/PTSans-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Anaheim-regular.fntdata"/><Relationship Id="rId48" Type="http://schemas.openxmlformats.org/officeDocument/2006/relationships/font" Target="fonts/PTSans-boldItalic.fntdata"/><Relationship Id="rId25" Type="http://schemas.openxmlformats.org/officeDocument/2006/relationships/slide" Target="slides/slide21.xml"/><Relationship Id="rId47" Type="http://schemas.openxmlformats.org/officeDocument/2006/relationships/font" Target="fonts/PTSans-italic.fntdata"/><Relationship Id="rId28" Type="http://schemas.openxmlformats.org/officeDocument/2006/relationships/font" Target="fonts/BebasNeue-regular.fntdata"/><Relationship Id="rId27" Type="http://schemas.openxmlformats.org/officeDocument/2006/relationships/font" Target="fonts/Anaheim-bold.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FiraSansCondensed-regular.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FiraSansCondensed-italic.fntdata"/><Relationship Id="rId30" Type="http://schemas.openxmlformats.org/officeDocument/2006/relationships/font" Target="fonts/FiraSansCondensed-bold.fntdata"/><Relationship Id="rId11" Type="http://schemas.openxmlformats.org/officeDocument/2006/relationships/slide" Target="slides/slide7.xml"/><Relationship Id="rId33" Type="http://schemas.openxmlformats.org/officeDocument/2006/relationships/font" Target="fonts/FiraSans-regular.fntdata"/><Relationship Id="rId10" Type="http://schemas.openxmlformats.org/officeDocument/2006/relationships/slide" Target="slides/slide6.xml"/><Relationship Id="rId32" Type="http://schemas.openxmlformats.org/officeDocument/2006/relationships/font" Target="fonts/FiraSansCondensed-boldItalic.fntdata"/><Relationship Id="rId13" Type="http://schemas.openxmlformats.org/officeDocument/2006/relationships/slide" Target="slides/slide9.xml"/><Relationship Id="rId35" Type="http://schemas.openxmlformats.org/officeDocument/2006/relationships/font" Target="fonts/FiraSans-italic.fntdata"/><Relationship Id="rId12" Type="http://schemas.openxmlformats.org/officeDocument/2006/relationships/slide" Target="slides/slide8.xml"/><Relationship Id="rId34" Type="http://schemas.openxmlformats.org/officeDocument/2006/relationships/font" Target="fonts/FiraSans-bold.fntdata"/><Relationship Id="rId15" Type="http://schemas.openxmlformats.org/officeDocument/2006/relationships/slide" Target="slides/slide11.xml"/><Relationship Id="rId37" Type="http://schemas.openxmlformats.org/officeDocument/2006/relationships/font" Target="fonts/FiraSansCondensedSemiBold-regular.fntdata"/><Relationship Id="rId14" Type="http://schemas.openxmlformats.org/officeDocument/2006/relationships/slide" Target="slides/slide10.xml"/><Relationship Id="rId36" Type="http://schemas.openxmlformats.org/officeDocument/2006/relationships/font" Target="fonts/FiraSans-boldItalic.fntdata"/><Relationship Id="rId17" Type="http://schemas.openxmlformats.org/officeDocument/2006/relationships/slide" Target="slides/slide13.xml"/><Relationship Id="rId39" Type="http://schemas.openxmlformats.org/officeDocument/2006/relationships/font" Target="fonts/FiraSansCondensedSemiBold-italic.fntdata"/><Relationship Id="rId16" Type="http://schemas.openxmlformats.org/officeDocument/2006/relationships/slide" Target="slides/slide12.xml"/><Relationship Id="rId38" Type="http://schemas.openxmlformats.org/officeDocument/2006/relationships/font" Target="fonts/FiraSansCondensedSemiBold-bold.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watch?v=meonLcN7LD4"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206ac7c315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206ac7c315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4a8baf8a57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34a8baf8a57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54dda1946d_6_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54dda1946d_6_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lang="en">
                <a:solidFill>
                  <a:schemeClr val="dk1"/>
                </a:solidFill>
              </a:rPr>
              <a:t>Our organization, Global Refugee Insights, works to support smarter refugee aid planning and migration policy around the world. We’re interested in uncovering meaningful patterns in refugee movements and identifying the most influential countries in these networks. To do this, we built a graph database in Neo4j where countries are nodes and refugee flows are edges. We applied several graph algorithms to better understand global migration dynamics—like which countries serve as major hubs or complex transit points. By comparing data over time, we’re able to highlight evolving trends and provide insights that give humanitarian organizations, governments, and policy planners </a:t>
            </a:r>
            <a:r>
              <a:rPr lang="en">
                <a:solidFill>
                  <a:schemeClr val="dk1"/>
                </a:solidFill>
              </a:rPr>
              <a:t>the tools to act more effectively.</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34b2b59cd1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5" name="Google Shape;445;g34b2b59cd1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4b53ab93bb_3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34b53ab93bb_3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 sz="1200">
                <a:solidFill>
                  <a:srgbClr val="595959"/>
                </a:solidFill>
                <a:latin typeface="Anaheim"/>
                <a:ea typeface="Anaheim"/>
                <a:cs typeface="Anaheim"/>
                <a:sym typeface="Anaheim"/>
              </a:rPr>
              <a:t>Store Min Spanning tree</a:t>
            </a:r>
            <a:endParaRPr i="1" sz="1200">
              <a:solidFill>
                <a:srgbClr val="595959"/>
              </a:solidFill>
              <a:latin typeface="Anaheim"/>
              <a:ea typeface="Anaheim"/>
              <a:cs typeface="Anaheim"/>
              <a:sym typeface="Anaheim"/>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34b53ab93bb_3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34b53ab93bb_3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 sz="1200">
                <a:solidFill>
                  <a:srgbClr val="595959"/>
                </a:solidFill>
                <a:latin typeface="Anaheim"/>
                <a:ea typeface="Anaheim"/>
                <a:cs typeface="Anaheim"/>
                <a:sym typeface="Anaheim"/>
              </a:rPr>
              <a:t>Store Min Spanning tree</a:t>
            </a:r>
            <a:endParaRPr i="1" sz="1200">
              <a:solidFill>
                <a:srgbClr val="595959"/>
              </a:solidFill>
              <a:latin typeface="Anaheim"/>
              <a:ea typeface="Anaheim"/>
              <a:cs typeface="Anaheim"/>
              <a:sym typeface="Anaheim"/>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34b53ab93bb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34b53ab93bb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what is page rank?</a:t>
            </a:r>
            <a:endParaRPr>
              <a:solidFill>
                <a:schemeClr val="dk1"/>
              </a:solidFill>
            </a:endParaRPr>
          </a:p>
          <a:p>
            <a:pPr indent="-298450" lvl="1" marL="914400" rtl="0" algn="l">
              <a:spcBef>
                <a:spcPts val="0"/>
              </a:spcBef>
              <a:spcAft>
                <a:spcPts val="0"/>
              </a:spcAft>
              <a:buClr>
                <a:schemeClr val="dk1"/>
              </a:buClr>
              <a:buSzPts val="1100"/>
              <a:buChar char="-"/>
            </a:pPr>
            <a:r>
              <a:rPr lang="en">
                <a:solidFill>
                  <a:schemeClr val="dk1"/>
                </a:solidFill>
              </a:rPr>
              <a:t>origin</a:t>
            </a:r>
            <a:endParaRPr>
              <a:solidFill>
                <a:schemeClr val="dk1"/>
              </a:solidFill>
            </a:endParaRPr>
          </a:p>
          <a:p>
            <a:pPr indent="-298450" lvl="1" marL="914400" rtl="0" algn="l">
              <a:spcBef>
                <a:spcPts val="0"/>
              </a:spcBef>
              <a:spcAft>
                <a:spcPts val="0"/>
              </a:spcAft>
              <a:buClr>
                <a:schemeClr val="dk1"/>
              </a:buClr>
              <a:buSzPts val="1100"/>
              <a:buChar char="-"/>
            </a:pPr>
            <a:r>
              <a:rPr lang="en">
                <a:solidFill>
                  <a:schemeClr val="dk1"/>
                </a:solidFill>
              </a:rPr>
              <a:t>what it calculates</a:t>
            </a:r>
            <a:endParaRPr>
              <a:solidFill>
                <a:schemeClr val="dk1"/>
              </a:solidFill>
            </a:endParaRPr>
          </a:p>
          <a:p>
            <a:pPr indent="-298450" lvl="2" marL="1371600" rtl="0" algn="l">
              <a:spcBef>
                <a:spcPts val="0"/>
              </a:spcBef>
              <a:spcAft>
                <a:spcPts val="0"/>
              </a:spcAft>
              <a:buClr>
                <a:schemeClr val="dk1"/>
              </a:buClr>
              <a:buSzPts val="1100"/>
              <a:buChar char="-"/>
            </a:pPr>
            <a:r>
              <a:rPr lang="en">
                <a:solidFill>
                  <a:schemeClr val="dk1"/>
                </a:solidFill>
              </a:rPr>
              <a:t>most influential—most pointers to it</a:t>
            </a:r>
            <a:endParaRPr>
              <a:solidFill>
                <a:schemeClr val="dk1"/>
              </a:solidFill>
            </a:endParaRPr>
          </a:p>
          <a:p>
            <a:pPr indent="-298450" lvl="2" marL="1371600" rtl="0" algn="l">
              <a:spcBef>
                <a:spcPts val="0"/>
              </a:spcBef>
              <a:spcAft>
                <a:spcPts val="0"/>
              </a:spcAft>
              <a:buClr>
                <a:schemeClr val="dk1"/>
              </a:buClr>
              <a:buSzPts val="1100"/>
              <a:buChar char="-"/>
            </a:pPr>
            <a:r>
              <a:rPr lang="en">
                <a:solidFill>
                  <a:schemeClr val="dk1"/>
                </a:solidFill>
              </a:rPr>
              <a:t>more infuential pages have more weight in deciding the influences of the pages they point to</a:t>
            </a:r>
            <a:endParaRPr>
              <a:solidFill>
                <a:schemeClr val="dk1"/>
              </a:solidFill>
            </a:endParaRPr>
          </a:p>
          <a:p>
            <a:pPr indent="-298450" lvl="1" marL="914400" rtl="0" algn="l">
              <a:spcBef>
                <a:spcPts val="0"/>
              </a:spcBef>
              <a:spcAft>
                <a:spcPts val="0"/>
              </a:spcAft>
              <a:buClr>
                <a:schemeClr val="dk1"/>
              </a:buClr>
              <a:buSzPts val="1100"/>
              <a:buChar char="-"/>
            </a:pPr>
            <a:r>
              <a:rPr lang="en">
                <a:solidFill>
                  <a:schemeClr val="dk1"/>
                </a:solidFill>
              </a:rPr>
              <a:t>our settings (depth=20 and dampening=0.05) and what those mean</a:t>
            </a:r>
            <a:endParaRPr>
              <a:solidFill>
                <a:schemeClr val="dk1"/>
              </a:solidFill>
            </a:endParaRPr>
          </a:p>
          <a:p>
            <a:pPr indent="-298450" lvl="2" marL="1371600" rtl="0" algn="l">
              <a:spcBef>
                <a:spcPts val="0"/>
              </a:spcBef>
              <a:spcAft>
                <a:spcPts val="0"/>
              </a:spcAft>
              <a:buClr>
                <a:schemeClr val="dk1"/>
              </a:buClr>
              <a:buSzPts val="1100"/>
              <a:buChar char="-"/>
            </a:pPr>
            <a:r>
              <a:rPr lang="en">
                <a:solidFill>
                  <a:schemeClr val="dk1"/>
                </a:solidFill>
              </a:rPr>
              <a:t>depth = how many nodes away we will consider. dampening = probability of jumping away / ending web surf session</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34b8f2470ba_3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34b8f2470ba_3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get rid of amjor entry points and transit countries?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 It measures how popular (or connected) a node is within a network by counting how many connections it has. This means it helps pinpoint which locations are most involved in refugee flows.  These high-degree nodes can represent major entry points, transit countries, or regions that serve as primary recipients of refugees.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They can be crucial for planning where to focus resource allocation, safety measures and support services tailored to the movement patterns. </a:t>
            </a:r>
            <a:endParaRPr>
              <a:solidFill>
                <a:schemeClr val="dk1"/>
              </a:solidFill>
            </a:endParaRPr>
          </a:p>
          <a:p>
            <a:pPr indent="0" lvl="0" marL="0" rtl="0" algn="l">
              <a:spcBef>
                <a:spcPts val="0"/>
              </a:spcBef>
              <a:spcAft>
                <a:spcPts val="0"/>
              </a:spcAft>
              <a:buNone/>
            </a:pPr>
            <a:r>
              <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what does page rank mean in our context?</a:t>
            </a:r>
            <a:endParaRPr>
              <a:solidFill>
                <a:schemeClr val="dk1"/>
              </a:solidFill>
            </a:endParaRPr>
          </a:p>
          <a:p>
            <a:pPr indent="-298450" lvl="1" marL="914400" rtl="0" algn="l">
              <a:spcBef>
                <a:spcPts val="0"/>
              </a:spcBef>
              <a:spcAft>
                <a:spcPts val="0"/>
              </a:spcAft>
              <a:buClr>
                <a:schemeClr val="dk1"/>
              </a:buClr>
              <a:buSzPts val="1100"/>
              <a:buChar char="-"/>
            </a:pPr>
            <a:r>
              <a:rPr lang="en">
                <a:solidFill>
                  <a:schemeClr val="dk1"/>
                </a:solidFill>
              </a:rPr>
              <a:t>different for COA vs COO</a:t>
            </a:r>
            <a:endParaRPr>
              <a:solidFill>
                <a:schemeClr val="dk1"/>
              </a:solidFill>
            </a:endParaRPr>
          </a:p>
          <a:p>
            <a:pPr indent="-298450" lvl="1" marL="914400" rtl="0" algn="l">
              <a:spcBef>
                <a:spcPts val="0"/>
              </a:spcBef>
              <a:spcAft>
                <a:spcPts val="0"/>
              </a:spcAft>
              <a:buClr>
                <a:schemeClr val="dk1"/>
              </a:buClr>
              <a:buSzPts val="1100"/>
              <a:buChar char="-"/>
            </a:pPr>
            <a:r>
              <a:rPr lang="en">
                <a:solidFill>
                  <a:schemeClr val="dk1"/>
                </a:solidFill>
              </a:rPr>
              <a:t>result for all years</a:t>
            </a:r>
            <a:endParaRPr>
              <a:solidFill>
                <a:schemeClr val="dk1"/>
              </a:solidFill>
            </a:endParaRPr>
          </a:p>
          <a:p>
            <a:pPr indent="-298450" lvl="1" marL="914400" rtl="0" algn="l">
              <a:spcBef>
                <a:spcPts val="0"/>
              </a:spcBef>
              <a:spcAft>
                <a:spcPts val="0"/>
              </a:spcAft>
              <a:buClr>
                <a:schemeClr val="dk1"/>
              </a:buClr>
              <a:buSzPts val="1100"/>
              <a:buChar char="-"/>
            </a:pPr>
            <a:r>
              <a:rPr lang="en">
                <a:solidFill>
                  <a:schemeClr val="dk1"/>
                </a:solidFill>
              </a:rPr>
              <a:t>interpretation</a:t>
            </a:r>
            <a:endParaRPr>
              <a:solidFill>
                <a:schemeClr val="dk1"/>
              </a:solidFill>
            </a:endParaRPr>
          </a:p>
          <a:p>
            <a:pPr indent="-298450" lvl="1" marL="914400" rtl="0" algn="l">
              <a:spcBef>
                <a:spcPts val="0"/>
              </a:spcBef>
              <a:spcAft>
                <a:spcPts val="0"/>
              </a:spcAft>
              <a:buClr>
                <a:schemeClr val="dk1"/>
              </a:buClr>
              <a:buSzPts val="1100"/>
              <a:buChar char="-"/>
            </a:pPr>
            <a:r>
              <a:rPr lang="en">
                <a:solidFill>
                  <a:schemeClr val="dk1"/>
                </a:solidFill>
              </a:rPr>
              <a:t>ex: result for 2015</a:t>
            </a:r>
            <a:endParaRPr>
              <a:solidFill>
                <a:schemeClr val="dk1"/>
              </a:solidFill>
            </a:endParaRPr>
          </a:p>
          <a:p>
            <a:pPr indent="-298450" lvl="2" marL="1371600" rtl="0" algn="l">
              <a:spcBef>
                <a:spcPts val="0"/>
              </a:spcBef>
              <a:spcAft>
                <a:spcPts val="0"/>
              </a:spcAft>
              <a:buClr>
                <a:schemeClr val="dk1"/>
              </a:buClr>
              <a:buSzPts val="1100"/>
              <a:buChar char="-"/>
            </a:pPr>
            <a:r>
              <a:rPr lang="en">
                <a:solidFill>
                  <a:schemeClr val="dk1"/>
                </a:solidFill>
              </a:rPr>
              <a:t>hieght of syrian refugee crisis</a:t>
            </a:r>
            <a:endParaRPr>
              <a:solidFill>
                <a:schemeClr val="dk1"/>
              </a:solidFill>
            </a:endParaRPr>
          </a:p>
          <a:p>
            <a:pPr indent="-298450" lvl="2" marL="1371600" rtl="0" algn="l">
              <a:spcBef>
                <a:spcPts val="0"/>
              </a:spcBef>
              <a:spcAft>
                <a:spcPts val="0"/>
              </a:spcAft>
              <a:buClr>
                <a:schemeClr val="dk1"/>
              </a:buClr>
              <a:buSzPts val="1100"/>
              <a:buChar char="-"/>
            </a:pPr>
            <a:r>
              <a:rPr lang="en">
                <a:solidFill>
                  <a:schemeClr val="dk1"/>
                </a:solidFill>
              </a:rPr>
              <a:t>reflected in data</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we were also interested in change over time</a:t>
            </a:r>
            <a:endParaRPr>
              <a:solidFill>
                <a:schemeClr val="dk1"/>
              </a:solidFill>
            </a:endParaRPr>
          </a:p>
          <a:p>
            <a:pPr indent="-298450" lvl="1" marL="914400" rtl="0" algn="l">
              <a:spcBef>
                <a:spcPts val="0"/>
              </a:spcBef>
              <a:spcAft>
                <a:spcPts val="0"/>
              </a:spcAft>
              <a:buClr>
                <a:schemeClr val="dk1"/>
              </a:buClr>
              <a:buSzPts val="1100"/>
              <a:buChar char="-"/>
            </a:pPr>
            <a:r>
              <a:rPr lang="en">
                <a:solidFill>
                  <a:schemeClr val="dk1"/>
                </a:solidFill>
              </a:rPr>
              <a:t>again we can see a spike for the syrian refugee crisis</a:t>
            </a:r>
            <a:endParaRPr>
              <a:solidFill>
                <a:schemeClr val="dk1"/>
              </a:solidFill>
            </a:endParaRPr>
          </a:p>
          <a:p>
            <a:pPr indent="-298450" lvl="1" marL="914400" rtl="0" algn="l">
              <a:spcBef>
                <a:spcPts val="0"/>
              </a:spcBef>
              <a:spcAft>
                <a:spcPts val="0"/>
              </a:spcAft>
              <a:buClr>
                <a:schemeClr val="dk1"/>
              </a:buClr>
              <a:buSzPts val="1100"/>
              <a:buChar char="-"/>
            </a:pPr>
            <a:r>
              <a:rPr lang="en">
                <a:solidFill>
                  <a:schemeClr val="dk1"/>
                </a:solidFill>
              </a:rPr>
              <a:t>dominant USA almost all, prompting us to shift our focus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u="sng">
                <a:solidFill>
                  <a:schemeClr val="hlink"/>
                </a:solidFill>
                <a:hlinkClick r:id="rId2"/>
              </a:rPr>
              <a:t>https://www.youtube.com/watch?v=meonLcN7LD4</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10 minute presentaion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so this part should be 2.5 minutes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__Insert bar graphs — can you maek them interactive? Over the time period</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34b8f2470ba_3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3" name="Google Shape;553;g34b8f2470ba_3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34b8f2470ba_3_3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2" name="Google Shape;562;g34b8f2470ba_3_3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34b8f2470ba_3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2" name="Google Shape;572;g34b8f2470ba_3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34b8f2470ba_3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4" name="Google Shape;584;g34b8f2470ba_3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34a8baf8a57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6" name="Google Shape;596;g34a8baf8a57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Degree centrality measures how connected a country is within a network by counting how many relationships it has.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This chart shows INcoming Degree Centrality, which is the asylum-granting countries have the largest number of relationships. Countries like Germany, the United States, and the UK consistently rank at the top across all three years, indicating that they were connected to a wide range of refugee origin countries throughout the decade. While some European and North American countries remained global hubs, African nations like Uganda and South Africa also appeared consistently, reflecting their role as regional hosts. These patterns highlight both global and regional asylum destinations that are structurally central to refugee flows over time.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The </a:t>
            </a:r>
            <a:r>
              <a:rPr b="1" lang="en">
                <a:solidFill>
                  <a:schemeClr val="dk1"/>
                </a:solidFill>
              </a:rPr>
              <a:t>United States consistently ranks in the top two</a:t>
            </a:r>
            <a:r>
              <a:rPr lang="en">
                <a:solidFill>
                  <a:schemeClr val="dk1"/>
                </a:solidFill>
              </a:rPr>
              <a:t> across all three years, highlighting its central role in receiving refugees from a broad set of origin countries.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NTS: </a:t>
            </a:r>
            <a:endParaRPr>
              <a:solidFill>
                <a:schemeClr val="dk1"/>
              </a:solidFill>
            </a:endParaRPr>
          </a:p>
          <a:p>
            <a:pPr indent="0" lvl="0" marL="0" rtl="0" algn="l">
              <a:spcBef>
                <a:spcPts val="0"/>
              </a:spcBef>
              <a:spcAft>
                <a:spcPts val="0"/>
              </a:spcAft>
              <a:buNone/>
            </a:pPr>
            <a:r>
              <a:rPr lang="en">
                <a:solidFill>
                  <a:schemeClr val="dk1"/>
                </a:solidFill>
              </a:rPr>
              <a:t> It measures how popular (or connected) a node is within a network by counting how many connections it has. </a:t>
            </a:r>
            <a:r>
              <a:rPr lang="en"/>
              <a:t>This means it</a:t>
            </a:r>
            <a:r>
              <a:rPr lang="en"/>
              <a:t> helps pinpoint which locations are most involved in refugee flows.  </a:t>
            </a:r>
            <a:r>
              <a:rPr lang="en">
                <a:solidFill>
                  <a:schemeClr val="dk1"/>
                </a:solidFill>
              </a:rPr>
              <a:t>These high-degree nodes can represent major entry points, transit countries, or regions that serve as primary recipients of refugees and </a:t>
            </a:r>
            <a:r>
              <a:rPr lang="en"/>
              <a:t>They can be crucial for planning where to focus resource allocation, safety measures and support services tailored to the movement patterns.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g34b2b59cd10_2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2" name="Google Shape;612;g34b2b59cd10_2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This chart shows OUTgoing Degree Centrality for the same years and it highlights the refugee-origin countries with the largest number of distinct outbound connections to other nations.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Countries like Somalia, Iraq, Afghanistan, and the Democratic Republic of the Congo consistently have high outgoing degree centrality, meaning they sent refugees to a wide range of other countries over time. In later years, countries like Syria and Venezuela rise in prominence, signaling the emergence of new or intensifying conflicts driving large-scale, multi-destination refugee flows.</a:t>
            </a:r>
            <a:endParaRPr>
              <a:solidFill>
                <a:schemeClr val="dk1"/>
              </a:solidFill>
            </a:endParaRPr>
          </a:p>
          <a:p>
            <a:pPr indent="0" lvl="0" marL="0" rtl="0" algn="l">
              <a:lnSpc>
                <a:spcPct val="115000"/>
              </a:lnSpc>
              <a:spcBef>
                <a:spcPts val="1200"/>
              </a:spcBef>
              <a:spcAft>
                <a:spcPts val="0"/>
              </a:spcAft>
              <a:buNone/>
            </a:pPr>
            <a:r>
              <a:rPr lang="e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Outgoing degree centrality</a:t>
            </a:r>
            <a:r>
              <a:rPr lang="en">
                <a:solidFill>
                  <a:schemeClr val="dk1"/>
                </a:solidFill>
              </a:rPr>
              <a:t> measures how many </a:t>
            </a:r>
            <a:r>
              <a:rPr b="1" lang="en">
                <a:solidFill>
                  <a:schemeClr val="dk1"/>
                </a:solidFill>
              </a:rPr>
              <a:t>outgoing relationships</a:t>
            </a:r>
            <a:r>
              <a:rPr lang="en">
                <a:solidFill>
                  <a:schemeClr val="dk1"/>
                </a:solidFill>
              </a:rPr>
              <a:t> a country of origin (COO) has in the refugee network — that is, how many distinct countries it sends refugees to. A high outgoing degree indicates that displacement from that country is widespread, reaching many asylum destinations across the network.</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NTS</a:t>
            </a:r>
            <a:endParaRPr>
              <a:solidFill>
                <a:schemeClr val="dk1"/>
              </a:solidFill>
            </a:endParaRPr>
          </a:p>
          <a:p>
            <a:pPr indent="0" lvl="0" marL="0" rtl="0" algn="l">
              <a:spcBef>
                <a:spcPts val="0"/>
              </a:spcBef>
              <a:spcAft>
                <a:spcPts val="0"/>
              </a:spcAft>
              <a:buNone/>
            </a:pPr>
            <a:r>
              <a:rPr lang="en">
                <a:solidFill>
                  <a:schemeClr val="dk1"/>
                </a:solidFill>
              </a:rPr>
              <a:t>Countries like </a:t>
            </a:r>
            <a:r>
              <a:rPr b="1" lang="en">
                <a:solidFill>
                  <a:schemeClr val="dk1"/>
                </a:solidFill>
              </a:rPr>
              <a:t>Somalia</a:t>
            </a:r>
            <a:r>
              <a:rPr lang="en">
                <a:solidFill>
                  <a:schemeClr val="dk1"/>
                </a:solidFill>
              </a:rPr>
              <a:t>, </a:t>
            </a:r>
            <a:r>
              <a:rPr b="1" lang="en">
                <a:solidFill>
                  <a:schemeClr val="dk1"/>
                </a:solidFill>
              </a:rPr>
              <a:t>Iraq</a:t>
            </a:r>
            <a:r>
              <a:rPr lang="en">
                <a:solidFill>
                  <a:schemeClr val="dk1"/>
                </a:solidFill>
              </a:rPr>
              <a:t>, </a:t>
            </a:r>
            <a:r>
              <a:rPr b="1" lang="en">
                <a:solidFill>
                  <a:schemeClr val="dk1"/>
                </a:solidFill>
              </a:rPr>
              <a:t>Afghanistan</a:t>
            </a:r>
            <a:r>
              <a:rPr lang="en">
                <a:solidFill>
                  <a:schemeClr val="dk1"/>
                </a:solidFill>
              </a:rPr>
              <a:t>, and the </a:t>
            </a:r>
            <a:r>
              <a:rPr b="1" lang="en">
                <a:solidFill>
                  <a:schemeClr val="dk1"/>
                </a:solidFill>
              </a:rPr>
              <a:t>Democratic Republic of the Congo</a:t>
            </a:r>
            <a:r>
              <a:rPr lang="en">
                <a:solidFill>
                  <a:schemeClr val="dk1"/>
                </a:solidFill>
              </a:rPr>
              <a:t> consistently rank high in outgoing degree centrality across all three years.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 It measures how popular (or connected) a node is within a network by counting how many connections it has. </a:t>
            </a:r>
            <a:r>
              <a:rPr lang="en"/>
              <a:t>This means it helps pinpoint which locations are most involved in refugee flows.  </a:t>
            </a:r>
            <a:r>
              <a:rPr lang="en">
                <a:solidFill>
                  <a:schemeClr val="dk1"/>
                </a:solidFill>
              </a:rPr>
              <a:t>These high-degree nodes can represent major entry points, transit countries, or regions that serve as primary recipients of refugees and </a:t>
            </a:r>
            <a:r>
              <a:rPr lang="en"/>
              <a:t>They can be crucial for planning where to focus resource allocation, safety measures and support services tailored to the movement patterns.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g3522adb1a99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8" name="Google Shape;628;g3522adb1a99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A minimum spanning tree (MST) shows the most efficient way to connect all points in a network without creating any loops.</a:t>
            </a:r>
            <a:br>
              <a:rPr lang="en">
                <a:solidFill>
                  <a:schemeClr val="dk1"/>
                </a:solidFill>
              </a:rPr>
            </a:br>
            <a:br>
              <a:rPr lang="en">
                <a:solidFill>
                  <a:schemeClr val="dk1"/>
                </a:solidFill>
              </a:rPr>
            </a:br>
            <a:r>
              <a:rPr lang="en">
                <a:solidFill>
                  <a:schemeClr val="dk1"/>
                </a:solidFill>
              </a:rPr>
              <a:t>This map shows the main refugee paths in 2010 from the top five origin countries, based on the minimum spanning tree of the network. It highlights the strongest connection each country had to an asylum destination that year.</a:t>
            </a:r>
            <a:br>
              <a:rPr lang="en">
                <a:solidFill>
                  <a:schemeClr val="dk1"/>
                </a:solidFill>
              </a:rPr>
            </a:b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t>NTS: Min spanning trees connect all points (without cycles/loops) with the smallest total cost.&lt;&lt;What is our cost based on? Safety, distance?&gt;&gt; They help identify the most efficient ways to connect key locations(like shelters, supply centers, or transit routes) which is vital for planning logistics and resource distribution for refugees.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g3522adb1a99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4" name="Google Shape;634;g3522adb1a99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This map shows the primary refugee flows in 2015 from the top five origin countries. Unlike 2010, several paths—such as Afghanistan to Sweden and Somalia to the United Kingdom—reflect long-distance displacement, highlighting Europe’s role as a key asylum destination during that year.</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NST: Min spanning trees connect all points (without cycles/loops) with the smallest total cost.&lt;&lt;What is our cost based on? Safety, distance?&gt;&gt; They help identify the most efficient ways to connect key locations(like shelters, supply centers, or transit routes) which is vital for planning logistics and resource distribution for refugees.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g1dca4324acd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0" name="Google Shape;640;g1dca4324acd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This map shows the primary refugee paths in 2020 from the top five origin countries, with each line representing the most direct or dominant connection to a country of asylum. Most movement remained regional, such as South Sudan to Egypt and Myanmar (mee-ahn-mar) to Malaysia, highlighting proximity as a key factor in displacement patterns.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Trends across the 3 years  </a:t>
            </a:r>
            <a:endParaRPr>
              <a:solidFill>
                <a:schemeClr val="dk1"/>
              </a:solidFill>
            </a:endParaRPr>
          </a:p>
          <a:p>
            <a:pPr indent="-292100" lvl="0" marL="457200" rtl="0" algn="l">
              <a:spcBef>
                <a:spcPts val="0"/>
              </a:spcBef>
              <a:spcAft>
                <a:spcPts val="0"/>
              </a:spcAft>
              <a:buClr>
                <a:schemeClr val="dk1"/>
              </a:buClr>
              <a:buSzPts val="1000"/>
              <a:buAutoNum type="arabicPeriod"/>
            </a:pPr>
            <a:r>
              <a:rPr lang="en" sz="1000">
                <a:solidFill>
                  <a:schemeClr val="dk1"/>
                </a:solidFill>
              </a:rPr>
              <a:t>Shift in Asylum Destinations</a:t>
            </a:r>
            <a:endParaRPr sz="1000">
              <a:solidFill>
                <a:schemeClr val="dk1"/>
              </a:solidFill>
            </a:endParaRPr>
          </a:p>
          <a:p>
            <a:pPr indent="0" lvl="0" marL="0" rtl="0" algn="l">
              <a:lnSpc>
                <a:spcPct val="115000"/>
              </a:lnSpc>
              <a:spcBef>
                <a:spcPts val="1200"/>
              </a:spcBef>
              <a:spcAft>
                <a:spcPts val="0"/>
              </a:spcAft>
              <a:buNone/>
            </a:pPr>
            <a:r>
              <a:rPr lang="en">
                <a:solidFill>
                  <a:schemeClr val="dk1"/>
                </a:solidFill>
              </a:rPr>
              <a:t>In 2010, flows were often regional—e.g., Somalia to Yemen, Myanmar to Bangladesh.</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lang="en">
                <a:solidFill>
                  <a:schemeClr val="dk1"/>
                </a:solidFill>
              </a:rPr>
              <a:t>By 2015, more routes extend to Europe (e.g., Afghanistan to Sweden, Somalia to the UK), suggesting a broader geographic spread in asylum destinations.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lang="en">
                <a:solidFill>
                  <a:schemeClr val="dk1"/>
                </a:solidFill>
              </a:rPr>
              <a:t>In 2020, the flows appear to return more to regional neighbors (e.g., DRC to Tanzania, South Sudan to Egypt), possibly due to tightened European borders or changing global policies.</a:t>
            </a:r>
            <a:endParaRPr>
              <a:solidFill>
                <a:schemeClr val="dk1"/>
              </a:solidFill>
            </a:endParaRPr>
          </a:p>
          <a:p>
            <a:pPr indent="-292100" lvl="0" marL="457200" rtl="0" algn="l">
              <a:lnSpc>
                <a:spcPct val="115000"/>
              </a:lnSpc>
              <a:spcBef>
                <a:spcPts val="1200"/>
              </a:spcBef>
              <a:spcAft>
                <a:spcPts val="0"/>
              </a:spcAft>
              <a:buClr>
                <a:schemeClr val="dk1"/>
              </a:buClr>
              <a:buSzPts val="1000"/>
              <a:buAutoNum type="arabicPeriod"/>
            </a:pPr>
            <a:r>
              <a:rPr lang="en" sz="1000">
                <a:solidFill>
                  <a:schemeClr val="dk1"/>
                </a:solidFill>
              </a:rPr>
              <a:t>Increasing Role of Africa and Asia</a:t>
            </a:r>
            <a:endParaRPr sz="1000">
              <a:solidFill>
                <a:schemeClr val="dk1"/>
              </a:solidFill>
            </a:endParaRPr>
          </a:p>
          <a:p>
            <a:pPr indent="0" lvl="0" marL="0" rtl="0" algn="l">
              <a:lnSpc>
                <a:spcPct val="115000"/>
              </a:lnSpc>
              <a:spcBef>
                <a:spcPts val="1200"/>
              </a:spcBef>
              <a:spcAft>
                <a:spcPts val="0"/>
              </a:spcAft>
              <a:buNone/>
            </a:pPr>
            <a:r>
              <a:rPr lang="en">
                <a:solidFill>
                  <a:schemeClr val="dk1"/>
                </a:solidFill>
              </a:rPr>
              <a:t>While Europe shows up strongly in 2015, most movements across all years involve African or Asian countries, emphasizing that neighboring countries bear much of the burden of displacement.</a:t>
            </a:r>
            <a:endParaRPr/>
          </a:p>
          <a:p>
            <a:pPr indent="0" lvl="0" marL="0" rtl="0" algn="l">
              <a:spcBef>
                <a:spcPts val="1200"/>
              </a:spcBef>
              <a:spcAft>
                <a:spcPts val="0"/>
              </a:spcAft>
              <a:buNone/>
            </a:pPr>
            <a:r>
              <a:t/>
            </a:r>
            <a:endParaRPr/>
          </a:p>
          <a:p>
            <a:pPr indent="0" lvl="0" marL="0" rtl="0" algn="l">
              <a:spcBef>
                <a:spcPts val="0"/>
              </a:spcBef>
              <a:spcAft>
                <a:spcPts val="0"/>
              </a:spcAft>
              <a:buNone/>
            </a:pPr>
            <a:r>
              <a:rPr lang="en"/>
              <a:t>NTS - </a:t>
            </a:r>
            <a:r>
              <a:rPr lang="en"/>
              <a:t>Min spanning trees connect all points (without cycles/loops) with the smallest total cost.&lt;&lt;What is </a:t>
            </a:r>
            <a:r>
              <a:rPr lang="en"/>
              <a:t>our</a:t>
            </a:r>
            <a:r>
              <a:rPr lang="en"/>
              <a:t> cost based on? Safety, distance?&gt;&gt; They help identify the most efficient ways to connect key locations(like shelters, supply centers, or transit routes) which is vital for planning logistics and resource distribution for refugees.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g34b53ab93b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6" name="Google Shape;646;g34b53ab93b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Our last algorithm was Shortest Path, which we used to analyze how direct or indirect refugee movements are—especially towards the United States. With PageRank identifying the top country of asylum across multiple years as the U.S., we applied Dijkstra’s Algorithm to find the shortest and most efficient path from the top 5 countries of origin in 2010, 2015, and 2020 to the U.S. to analyze trends over time Using this algorithm would minimize both the cost and the number of intermediate countries. This analysis helps inform aid distribution, policy targeting, and refugee support planning by identifying potentially high-cost or high-risk journeys.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4b8f2470ba_4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6" name="Google Shape;656;g34b8f2470ba_4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When we applied the Shortest Path algorithm across 2010, 2015, and 2020, some clear patterns emerged. Stateless populations consistently had no direct path to the United States, highlighting their unique and persistent challenges in the resettlement system. On the other hand, countries like Syria, Iraq, and Venezuela had direct paths to the U.S., suggesting strong, possibly bilateral resettlement relationships. In contrast, we saw that refugees from countries like Somalia, Afghanistan, and Pakistan often had to pass through multiple countries. These longer routes imply greater transit and logistical obstacles—factors that could affect both safety and policy planning. These findings give us insight into the complexity and unevenness of refugee movement across different regions and time periods.</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g34b8f2470ba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7" name="Google Shape;667;g34b8f2470ba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 wrap up, our findings show that the U.S. consistently ranked as the most influential asylum country—across PageRank, degree centrality, minimum spanning tree, and shortest paths. This made it the central focus of our analysis. We saw key global hubs like Germany and the UK, along with regional hosts like Uganda. Countries such as Somalia and Iraq drove wide-reaching refugee flows, while Syria and Venezuela rose in prominence later. In 2015, Europe saw more long-distance movement, whereas by 2020, displacement became more regional. Stateless populations had no clear paths, highlighting unique vulnerabilities. Together, these insights can help guide smarter humanitarian and policy responses.</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g2075f5b65a6_0_1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4" name="Google Shape;674;g2075f5b65a6_0_1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hyperlink" Target="https://bit.ly/3A1uf1Q"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pic>
        <p:nvPicPr>
          <p:cNvPr id="9" name="Google Shape;9;p2"/>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10" name="Google Shape;10;p2"/>
          <p:cNvSpPr txBox="1"/>
          <p:nvPr>
            <p:ph type="ctrTitle"/>
          </p:nvPr>
        </p:nvSpPr>
        <p:spPr>
          <a:xfrm flipH="1">
            <a:off x="713275" y="1323446"/>
            <a:ext cx="7717500" cy="1862100"/>
          </a:xfrm>
          <a:prstGeom prst="rect">
            <a:avLst/>
          </a:prstGeom>
        </p:spPr>
        <p:txBody>
          <a:bodyPr anchorCtr="0" anchor="b" bIns="91425" lIns="91425" spcFirstLastPara="1" rIns="91425" wrap="square" tIns="91425">
            <a:noAutofit/>
          </a:bodyPr>
          <a:lstStyle>
            <a:lvl1pPr lvl="0" algn="l">
              <a:lnSpc>
                <a:spcPct val="90000"/>
              </a:lnSpc>
              <a:spcBef>
                <a:spcPts val="0"/>
              </a:spcBef>
              <a:spcAft>
                <a:spcPts val="0"/>
              </a:spcAft>
              <a:buClr>
                <a:srgbClr val="191919"/>
              </a:buClr>
              <a:buSzPts val="5200"/>
              <a:buNone/>
              <a:defRPr sz="65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1" name="Google Shape;11;p2"/>
          <p:cNvSpPr txBox="1"/>
          <p:nvPr>
            <p:ph idx="1" type="subTitle"/>
          </p:nvPr>
        </p:nvSpPr>
        <p:spPr>
          <a:xfrm>
            <a:off x="-330025" y="3261759"/>
            <a:ext cx="4961700" cy="405900"/>
          </a:xfrm>
          <a:prstGeom prst="rect">
            <a:avLst/>
          </a:prstGeom>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lvl1pPr lvl="0" algn="r">
              <a:lnSpc>
                <a:spcPct val="100000"/>
              </a:lnSpc>
              <a:spcBef>
                <a:spcPts val="0"/>
              </a:spcBef>
              <a:spcAft>
                <a:spcPts val="0"/>
              </a:spcAft>
              <a:buSzPts val="1200"/>
              <a:buNone/>
              <a:defRPr sz="1500">
                <a:solidFill>
                  <a:schemeClr val="dk1"/>
                </a:solidFill>
                <a:latin typeface="Fira Sans Light"/>
                <a:ea typeface="Fira Sans Light"/>
                <a:cs typeface="Fira Sans Light"/>
                <a:sym typeface="Fira Sans Light"/>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12" name="Google Shape;12;p2"/>
          <p:cNvGrpSpPr/>
          <p:nvPr/>
        </p:nvGrpSpPr>
        <p:grpSpPr>
          <a:xfrm>
            <a:off x="0" y="3618166"/>
            <a:ext cx="9200047" cy="1453095"/>
            <a:chOff x="0" y="3548450"/>
            <a:chExt cx="9200047" cy="1453095"/>
          </a:xfrm>
        </p:grpSpPr>
        <p:sp>
          <p:nvSpPr>
            <p:cNvPr id="13" name="Google Shape;13;p2"/>
            <p:cNvSpPr/>
            <p:nvPr/>
          </p:nvSpPr>
          <p:spPr>
            <a:xfrm>
              <a:off x="0" y="3548450"/>
              <a:ext cx="9200047" cy="956899"/>
            </a:xfrm>
            <a:custGeom>
              <a:rect b="b" l="l" r="r" t="t"/>
              <a:pathLst>
                <a:path extrusionOk="0" h="26953" w="259138">
                  <a:moveTo>
                    <a:pt x="26" y="0"/>
                  </a:moveTo>
                  <a:lnTo>
                    <a:pt x="26" y="0"/>
                  </a:lnTo>
                  <a:cubicBezTo>
                    <a:pt x="0" y="3586"/>
                    <a:pt x="731" y="7180"/>
                    <a:pt x="2167" y="10478"/>
                  </a:cubicBezTo>
                  <a:cubicBezTo>
                    <a:pt x="3594" y="13776"/>
                    <a:pt x="5718" y="16779"/>
                    <a:pt x="8346" y="19242"/>
                  </a:cubicBezTo>
                  <a:cubicBezTo>
                    <a:pt x="10974" y="21704"/>
                    <a:pt x="14133" y="23602"/>
                    <a:pt x="17545" y="24794"/>
                  </a:cubicBezTo>
                  <a:cubicBezTo>
                    <a:pt x="19242" y="25394"/>
                    <a:pt x="21008" y="25812"/>
                    <a:pt x="22801" y="26047"/>
                  </a:cubicBezTo>
                  <a:cubicBezTo>
                    <a:pt x="23027" y="26073"/>
                    <a:pt x="23253" y="26108"/>
                    <a:pt x="23471" y="26134"/>
                  </a:cubicBezTo>
                  <a:lnTo>
                    <a:pt x="24150" y="26186"/>
                  </a:lnTo>
                  <a:cubicBezTo>
                    <a:pt x="24376" y="26204"/>
                    <a:pt x="24602" y="26230"/>
                    <a:pt x="24829" y="26239"/>
                  </a:cubicBezTo>
                  <a:lnTo>
                    <a:pt x="25507" y="26256"/>
                  </a:lnTo>
                  <a:cubicBezTo>
                    <a:pt x="25725" y="26265"/>
                    <a:pt x="25960" y="26273"/>
                    <a:pt x="26178" y="26282"/>
                  </a:cubicBezTo>
                  <a:lnTo>
                    <a:pt x="26856" y="26282"/>
                  </a:lnTo>
                  <a:lnTo>
                    <a:pt x="28197" y="26291"/>
                  </a:lnTo>
                  <a:lnTo>
                    <a:pt x="71257" y="26508"/>
                  </a:lnTo>
                  <a:lnTo>
                    <a:pt x="259138" y="26952"/>
                  </a:lnTo>
                  <a:lnTo>
                    <a:pt x="259138" y="25186"/>
                  </a:lnTo>
                  <a:lnTo>
                    <a:pt x="71257" y="25621"/>
                  </a:lnTo>
                  <a:lnTo>
                    <a:pt x="28197" y="25847"/>
                  </a:lnTo>
                  <a:lnTo>
                    <a:pt x="26856" y="25847"/>
                  </a:lnTo>
                  <a:lnTo>
                    <a:pt x="26178" y="25856"/>
                  </a:lnTo>
                  <a:cubicBezTo>
                    <a:pt x="25960" y="25856"/>
                    <a:pt x="25734" y="25847"/>
                    <a:pt x="25516" y="25847"/>
                  </a:cubicBezTo>
                  <a:lnTo>
                    <a:pt x="24846" y="25830"/>
                  </a:lnTo>
                  <a:cubicBezTo>
                    <a:pt x="24620" y="25821"/>
                    <a:pt x="24402" y="25803"/>
                    <a:pt x="24176" y="25786"/>
                  </a:cubicBezTo>
                  <a:lnTo>
                    <a:pt x="23515" y="25742"/>
                  </a:lnTo>
                  <a:cubicBezTo>
                    <a:pt x="23288" y="25716"/>
                    <a:pt x="23071" y="25690"/>
                    <a:pt x="22853" y="25664"/>
                  </a:cubicBezTo>
                  <a:cubicBezTo>
                    <a:pt x="21087" y="25447"/>
                    <a:pt x="19337" y="25055"/>
                    <a:pt x="17649" y="24481"/>
                  </a:cubicBezTo>
                  <a:cubicBezTo>
                    <a:pt x="14272" y="23341"/>
                    <a:pt x="11131" y="21496"/>
                    <a:pt x="8503" y="19076"/>
                  </a:cubicBezTo>
                  <a:cubicBezTo>
                    <a:pt x="5866" y="16666"/>
                    <a:pt x="3725" y="13707"/>
                    <a:pt x="2271" y="10435"/>
                  </a:cubicBezTo>
                  <a:cubicBezTo>
                    <a:pt x="809" y="7163"/>
                    <a:pt x="44" y="3586"/>
                    <a:pt x="26" y="0"/>
                  </a:cubicBezTo>
                  <a:close/>
                </a:path>
              </a:pathLst>
            </a:custGeom>
            <a:gradFill>
              <a:gsLst>
                <a:gs pos="0">
                  <a:schemeClr val="accent1"/>
                </a:gs>
                <a:gs pos="26000">
                  <a:schemeClr val="accent2"/>
                </a:gs>
                <a:gs pos="58000">
                  <a:schemeClr val="accent4"/>
                </a:gs>
                <a:gs pos="100000">
                  <a:schemeClr val="accent5"/>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a:off x="284" y="3647611"/>
              <a:ext cx="9199763" cy="956899"/>
            </a:xfrm>
            <a:custGeom>
              <a:rect b="b" l="l" r="r" t="t"/>
              <a:pathLst>
                <a:path extrusionOk="0" h="26953" w="259130">
                  <a:moveTo>
                    <a:pt x="18" y="1"/>
                  </a:moveTo>
                  <a:lnTo>
                    <a:pt x="18" y="1"/>
                  </a:lnTo>
                  <a:cubicBezTo>
                    <a:pt x="1" y="3586"/>
                    <a:pt x="723" y="7180"/>
                    <a:pt x="2159" y="10479"/>
                  </a:cubicBezTo>
                  <a:cubicBezTo>
                    <a:pt x="3586" y="13786"/>
                    <a:pt x="5710" y="16779"/>
                    <a:pt x="8338" y="19242"/>
                  </a:cubicBezTo>
                  <a:cubicBezTo>
                    <a:pt x="10966" y="21705"/>
                    <a:pt x="14125" y="23611"/>
                    <a:pt x="17537" y="24803"/>
                  </a:cubicBezTo>
                  <a:cubicBezTo>
                    <a:pt x="19234" y="25395"/>
                    <a:pt x="21000" y="25813"/>
                    <a:pt x="22793" y="26048"/>
                  </a:cubicBezTo>
                  <a:cubicBezTo>
                    <a:pt x="23019" y="26082"/>
                    <a:pt x="23245" y="26109"/>
                    <a:pt x="23472" y="26135"/>
                  </a:cubicBezTo>
                  <a:lnTo>
                    <a:pt x="24142" y="26187"/>
                  </a:lnTo>
                  <a:cubicBezTo>
                    <a:pt x="24368" y="26204"/>
                    <a:pt x="24594" y="26230"/>
                    <a:pt x="24821" y="26239"/>
                  </a:cubicBezTo>
                  <a:lnTo>
                    <a:pt x="25499" y="26265"/>
                  </a:lnTo>
                  <a:cubicBezTo>
                    <a:pt x="25717" y="26265"/>
                    <a:pt x="25952" y="26283"/>
                    <a:pt x="26170" y="26283"/>
                  </a:cubicBezTo>
                  <a:lnTo>
                    <a:pt x="26848" y="26283"/>
                  </a:lnTo>
                  <a:lnTo>
                    <a:pt x="28189" y="26291"/>
                  </a:lnTo>
                  <a:lnTo>
                    <a:pt x="71249" y="26509"/>
                  </a:lnTo>
                  <a:lnTo>
                    <a:pt x="259130" y="26953"/>
                  </a:lnTo>
                  <a:lnTo>
                    <a:pt x="259130" y="25186"/>
                  </a:lnTo>
                  <a:lnTo>
                    <a:pt x="71249" y="25630"/>
                  </a:lnTo>
                  <a:lnTo>
                    <a:pt x="28189" y="25847"/>
                  </a:lnTo>
                  <a:lnTo>
                    <a:pt x="26848" y="25856"/>
                  </a:lnTo>
                  <a:lnTo>
                    <a:pt x="26170" y="25856"/>
                  </a:lnTo>
                  <a:cubicBezTo>
                    <a:pt x="25952" y="25856"/>
                    <a:pt x="25726" y="25847"/>
                    <a:pt x="25508" y="25847"/>
                  </a:cubicBezTo>
                  <a:lnTo>
                    <a:pt x="24838" y="25830"/>
                  </a:lnTo>
                  <a:cubicBezTo>
                    <a:pt x="24620" y="25830"/>
                    <a:pt x="24394" y="25804"/>
                    <a:pt x="24177" y="25787"/>
                  </a:cubicBezTo>
                  <a:lnTo>
                    <a:pt x="23507" y="25743"/>
                  </a:lnTo>
                  <a:cubicBezTo>
                    <a:pt x="23280" y="25726"/>
                    <a:pt x="23063" y="25691"/>
                    <a:pt x="22845" y="25665"/>
                  </a:cubicBezTo>
                  <a:cubicBezTo>
                    <a:pt x="21079" y="25456"/>
                    <a:pt x="19329" y="25056"/>
                    <a:pt x="17641" y="24490"/>
                  </a:cubicBezTo>
                  <a:cubicBezTo>
                    <a:pt x="14264" y="23341"/>
                    <a:pt x="11123" y="21496"/>
                    <a:pt x="8495" y="19077"/>
                  </a:cubicBezTo>
                  <a:cubicBezTo>
                    <a:pt x="5858" y="16666"/>
                    <a:pt x="3717" y="13707"/>
                    <a:pt x="2263" y="10435"/>
                  </a:cubicBezTo>
                  <a:cubicBezTo>
                    <a:pt x="801" y="7172"/>
                    <a:pt x="36" y="3586"/>
                    <a:pt x="18" y="1"/>
                  </a:cubicBezTo>
                  <a:close/>
                </a:path>
              </a:pathLst>
            </a:custGeom>
            <a:gradFill>
              <a:gsLst>
                <a:gs pos="0">
                  <a:schemeClr val="accent1"/>
                </a:gs>
                <a:gs pos="26000">
                  <a:schemeClr val="accent2"/>
                </a:gs>
                <a:gs pos="58000">
                  <a:schemeClr val="accent4"/>
                </a:gs>
                <a:gs pos="100000">
                  <a:schemeClr val="accent5"/>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a:off x="284" y="3746808"/>
              <a:ext cx="9199763" cy="956899"/>
            </a:xfrm>
            <a:custGeom>
              <a:rect b="b" l="l" r="r" t="t"/>
              <a:pathLst>
                <a:path extrusionOk="0" h="26953" w="259130">
                  <a:moveTo>
                    <a:pt x="18" y="0"/>
                  </a:moveTo>
                  <a:lnTo>
                    <a:pt x="18" y="0"/>
                  </a:lnTo>
                  <a:cubicBezTo>
                    <a:pt x="1" y="3586"/>
                    <a:pt x="723" y="7189"/>
                    <a:pt x="2159" y="10487"/>
                  </a:cubicBezTo>
                  <a:cubicBezTo>
                    <a:pt x="3586" y="13785"/>
                    <a:pt x="5710" y="16779"/>
                    <a:pt x="8338" y="19242"/>
                  </a:cubicBezTo>
                  <a:cubicBezTo>
                    <a:pt x="10966" y="21713"/>
                    <a:pt x="14125" y="23610"/>
                    <a:pt x="17537" y="24803"/>
                  </a:cubicBezTo>
                  <a:cubicBezTo>
                    <a:pt x="19234" y="25403"/>
                    <a:pt x="21000" y="25821"/>
                    <a:pt x="22793" y="26056"/>
                  </a:cubicBezTo>
                  <a:cubicBezTo>
                    <a:pt x="23019" y="26082"/>
                    <a:pt x="23245" y="26117"/>
                    <a:pt x="23472" y="26134"/>
                  </a:cubicBezTo>
                  <a:lnTo>
                    <a:pt x="24142" y="26195"/>
                  </a:lnTo>
                  <a:cubicBezTo>
                    <a:pt x="24368" y="26212"/>
                    <a:pt x="24594" y="26230"/>
                    <a:pt x="24821" y="26247"/>
                  </a:cubicBezTo>
                  <a:lnTo>
                    <a:pt x="25499" y="26265"/>
                  </a:lnTo>
                  <a:cubicBezTo>
                    <a:pt x="25717" y="26273"/>
                    <a:pt x="25952" y="26282"/>
                    <a:pt x="26170" y="26282"/>
                  </a:cubicBezTo>
                  <a:lnTo>
                    <a:pt x="26848" y="26291"/>
                  </a:lnTo>
                  <a:lnTo>
                    <a:pt x="28189" y="26291"/>
                  </a:lnTo>
                  <a:lnTo>
                    <a:pt x="71249" y="26517"/>
                  </a:lnTo>
                  <a:lnTo>
                    <a:pt x="259130" y="26952"/>
                  </a:lnTo>
                  <a:lnTo>
                    <a:pt x="259130" y="25186"/>
                  </a:lnTo>
                  <a:lnTo>
                    <a:pt x="71249" y="25629"/>
                  </a:lnTo>
                  <a:lnTo>
                    <a:pt x="28189" y="25847"/>
                  </a:lnTo>
                  <a:lnTo>
                    <a:pt x="26848" y="25856"/>
                  </a:lnTo>
                  <a:lnTo>
                    <a:pt x="26170" y="25856"/>
                  </a:lnTo>
                  <a:cubicBezTo>
                    <a:pt x="25952" y="25856"/>
                    <a:pt x="25726" y="25856"/>
                    <a:pt x="25508" y="25847"/>
                  </a:cubicBezTo>
                  <a:lnTo>
                    <a:pt x="24838" y="25838"/>
                  </a:lnTo>
                  <a:cubicBezTo>
                    <a:pt x="24620" y="25830"/>
                    <a:pt x="24394" y="25803"/>
                    <a:pt x="24177" y="25795"/>
                  </a:cubicBezTo>
                  <a:lnTo>
                    <a:pt x="23507" y="25743"/>
                  </a:lnTo>
                  <a:cubicBezTo>
                    <a:pt x="23280" y="25725"/>
                    <a:pt x="23063" y="25690"/>
                    <a:pt x="22845" y="25664"/>
                  </a:cubicBezTo>
                  <a:cubicBezTo>
                    <a:pt x="21079" y="25455"/>
                    <a:pt x="19329" y="25064"/>
                    <a:pt x="17641" y="24489"/>
                  </a:cubicBezTo>
                  <a:cubicBezTo>
                    <a:pt x="14264" y="23341"/>
                    <a:pt x="11123" y="21496"/>
                    <a:pt x="8495" y="19076"/>
                  </a:cubicBezTo>
                  <a:cubicBezTo>
                    <a:pt x="5858" y="16666"/>
                    <a:pt x="3717" y="13707"/>
                    <a:pt x="2263" y="10435"/>
                  </a:cubicBezTo>
                  <a:cubicBezTo>
                    <a:pt x="801" y="7171"/>
                    <a:pt x="36" y="3586"/>
                    <a:pt x="18" y="0"/>
                  </a:cubicBezTo>
                  <a:close/>
                </a:path>
              </a:pathLst>
            </a:custGeom>
            <a:gradFill>
              <a:gsLst>
                <a:gs pos="0">
                  <a:schemeClr val="accent1"/>
                </a:gs>
                <a:gs pos="26000">
                  <a:schemeClr val="accent2"/>
                </a:gs>
                <a:gs pos="58000">
                  <a:schemeClr val="accent4"/>
                </a:gs>
                <a:gs pos="100000">
                  <a:schemeClr val="accent5"/>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284" y="3845969"/>
              <a:ext cx="9199763" cy="957218"/>
            </a:xfrm>
            <a:custGeom>
              <a:rect b="b" l="l" r="r" t="t"/>
              <a:pathLst>
                <a:path extrusionOk="0" h="26962" w="259130">
                  <a:moveTo>
                    <a:pt x="18" y="1"/>
                  </a:moveTo>
                  <a:lnTo>
                    <a:pt x="18" y="1"/>
                  </a:lnTo>
                  <a:cubicBezTo>
                    <a:pt x="1" y="3595"/>
                    <a:pt x="723" y="7189"/>
                    <a:pt x="2159" y="10487"/>
                  </a:cubicBezTo>
                  <a:cubicBezTo>
                    <a:pt x="3586" y="13786"/>
                    <a:pt x="5710" y="16788"/>
                    <a:pt x="8338" y="19242"/>
                  </a:cubicBezTo>
                  <a:cubicBezTo>
                    <a:pt x="10966" y="21714"/>
                    <a:pt x="14125" y="23611"/>
                    <a:pt x="17537" y="24803"/>
                  </a:cubicBezTo>
                  <a:cubicBezTo>
                    <a:pt x="19234" y="25404"/>
                    <a:pt x="21000" y="25821"/>
                    <a:pt x="22793" y="26056"/>
                  </a:cubicBezTo>
                  <a:cubicBezTo>
                    <a:pt x="23019" y="26082"/>
                    <a:pt x="23245" y="26117"/>
                    <a:pt x="23472" y="26143"/>
                  </a:cubicBezTo>
                  <a:lnTo>
                    <a:pt x="24142" y="26196"/>
                  </a:lnTo>
                  <a:cubicBezTo>
                    <a:pt x="24368" y="26213"/>
                    <a:pt x="24594" y="26239"/>
                    <a:pt x="24821" y="26248"/>
                  </a:cubicBezTo>
                  <a:lnTo>
                    <a:pt x="25499" y="26265"/>
                  </a:lnTo>
                  <a:cubicBezTo>
                    <a:pt x="25717" y="26274"/>
                    <a:pt x="25952" y="26283"/>
                    <a:pt x="26170" y="26283"/>
                  </a:cubicBezTo>
                  <a:lnTo>
                    <a:pt x="26848" y="26291"/>
                  </a:lnTo>
                  <a:lnTo>
                    <a:pt x="28189" y="26300"/>
                  </a:lnTo>
                  <a:lnTo>
                    <a:pt x="71249" y="26518"/>
                  </a:lnTo>
                  <a:lnTo>
                    <a:pt x="259130" y="26961"/>
                  </a:lnTo>
                  <a:lnTo>
                    <a:pt x="259130" y="25186"/>
                  </a:lnTo>
                  <a:lnTo>
                    <a:pt x="71249" y="25630"/>
                  </a:lnTo>
                  <a:lnTo>
                    <a:pt x="28189" y="25856"/>
                  </a:lnTo>
                  <a:lnTo>
                    <a:pt x="26848" y="25856"/>
                  </a:lnTo>
                  <a:lnTo>
                    <a:pt x="26170" y="25865"/>
                  </a:lnTo>
                  <a:cubicBezTo>
                    <a:pt x="25952" y="25865"/>
                    <a:pt x="25726" y="25856"/>
                    <a:pt x="25508" y="25847"/>
                  </a:cubicBezTo>
                  <a:lnTo>
                    <a:pt x="24838" y="25839"/>
                  </a:lnTo>
                  <a:cubicBezTo>
                    <a:pt x="24620" y="25830"/>
                    <a:pt x="24394" y="25813"/>
                    <a:pt x="24177" y="25795"/>
                  </a:cubicBezTo>
                  <a:lnTo>
                    <a:pt x="23507" y="25752"/>
                  </a:lnTo>
                  <a:cubicBezTo>
                    <a:pt x="23280" y="25726"/>
                    <a:pt x="23063" y="25700"/>
                    <a:pt x="22845" y="25673"/>
                  </a:cubicBezTo>
                  <a:cubicBezTo>
                    <a:pt x="21079" y="25456"/>
                    <a:pt x="19329" y="25064"/>
                    <a:pt x="17641" y="24490"/>
                  </a:cubicBezTo>
                  <a:cubicBezTo>
                    <a:pt x="14264" y="23350"/>
                    <a:pt x="11123" y="21505"/>
                    <a:pt x="8495" y="19086"/>
                  </a:cubicBezTo>
                  <a:cubicBezTo>
                    <a:pt x="5858" y="16675"/>
                    <a:pt x="3717" y="13716"/>
                    <a:pt x="2263" y="10444"/>
                  </a:cubicBezTo>
                  <a:cubicBezTo>
                    <a:pt x="801" y="7172"/>
                    <a:pt x="36" y="3595"/>
                    <a:pt x="18" y="1"/>
                  </a:cubicBezTo>
                  <a:close/>
                </a:path>
              </a:pathLst>
            </a:custGeom>
            <a:gradFill>
              <a:gsLst>
                <a:gs pos="0">
                  <a:schemeClr val="accent1"/>
                </a:gs>
                <a:gs pos="26000">
                  <a:schemeClr val="accent2"/>
                </a:gs>
                <a:gs pos="58000">
                  <a:schemeClr val="accent4"/>
                </a:gs>
                <a:gs pos="100000">
                  <a:schemeClr val="accent5"/>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84" y="3945485"/>
              <a:ext cx="9199763" cy="956863"/>
            </a:xfrm>
            <a:custGeom>
              <a:rect b="b" l="l" r="r" t="t"/>
              <a:pathLst>
                <a:path extrusionOk="0" h="26952" w="259130">
                  <a:moveTo>
                    <a:pt x="18" y="0"/>
                  </a:moveTo>
                  <a:lnTo>
                    <a:pt x="18" y="0"/>
                  </a:lnTo>
                  <a:cubicBezTo>
                    <a:pt x="1" y="3586"/>
                    <a:pt x="723" y="7180"/>
                    <a:pt x="2159" y="10478"/>
                  </a:cubicBezTo>
                  <a:cubicBezTo>
                    <a:pt x="3586" y="13776"/>
                    <a:pt x="5710" y="16779"/>
                    <a:pt x="8338" y="19241"/>
                  </a:cubicBezTo>
                  <a:cubicBezTo>
                    <a:pt x="10966" y="21704"/>
                    <a:pt x="14125" y="23601"/>
                    <a:pt x="17537" y="24802"/>
                  </a:cubicBezTo>
                  <a:cubicBezTo>
                    <a:pt x="19234" y="25394"/>
                    <a:pt x="21000" y="25812"/>
                    <a:pt x="22793" y="26047"/>
                  </a:cubicBezTo>
                  <a:cubicBezTo>
                    <a:pt x="23019" y="26073"/>
                    <a:pt x="23245" y="26108"/>
                    <a:pt x="23472" y="26134"/>
                  </a:cubicBezTo>
                  <a:lnTo>
                    <a:pt x="24142" y="26186"/>
                  </a:lnTo>
                  <a:cubicBezTo>
                    <a:pt x="24368" y="26204"/>
                    <a:pt x="24594" y="26230"/>
                    <a:pt x="24821" y="26238"/>
                  </a:cubicBezTo>
                  <a:lnTo>
                    <a:pt x="25499" y="26264"/>
                  </a:lnTo>
                  <a:cubicBezTo>
                    <a:pt x="25717" y="26264"/>
                    <a:pt x="25952" y="26273"/>
                    <a:pt x="26170" y="26282"/>
                  </a:cubicBezTo>
                  <a:lnTo>
                    <a:pt x="26848" y="26282"/>
                  </a:lnTo>
                  <a:lnTo>
                    <a:pt x="28189" y="26291"/>
                  </a:lnTo>
                  <a:lnTo>
                    <a:pt x="71249" y="26508"/>
                  </a:lnTo>
                  <a:lnTo>
                    <a:pt x="259130" y="26952"/>
                  </a:lnTo>
                  <a:lnTo>
                    <a:pt x="259130" y="25185"/>
                  </a:lnTo>
                  <a:lnTo>
                    <a:pt x="71249" y="25620"/>
                  </a:lnTo>
                  <a:lnTo>
                    <a:pt x="28189" y="25847"/>
                  </a:lnTo>
                  <a:lnTo>
                    <a:pt x="26848" y="25855"/>
                  </a:lnTo>
                  <a:lnTo>
                    <a:pt x="26170" y="25855"/>
                  </a:lnTo>
                  <a:cubicBezTo>
                    <a:pt x="25952" y="25855"/>
                    <a:pt x="25726" y="25847"/>
                    <a:pt x="25508" y="25847"/>
                  </a:cubicBezTo>
                  <a:lnTo>
                    <a:pt x="24838" y="25829"/>
                  </a:lnTo>
                  <a:cubicBezTo>
                    <a:pt x="24620" y="25821"/>
                    <a:pt x="24394" y="25803"/>
                    <a:pt x="24177" y="25786"/>
                  </a:cubicBezTo>
                  <a:lnTo>
                    <a:pt x="23507" y="25742"/>
                  </a:lnTo>
                  <a:cubicBezTo>
                    <a:pt x="23280" y="25716"/>
                    <a:pt x="23063" y="25690"/>
                    <a:pt x="22845" y="25664"/>
                  </a:cubicBezTo>
                  <a:cubicBezTo>
                    <a:pt x="21079" y="25455"/>
                    <a:pt x="19329" y="25055"/>
                    <a:pt x="17641" y="24480"/>
                  </a:cubicBezTo>
                  <a:cubicBezTo>
                    <a:pt x="14264" y="23340"/>
                    <a:pt x="11123" y="21495"/>
                    <a:pt x="8495" y="19076"/>
                  </a:cubicBezTo>
                  <a:cubicBezTo>
                    <a:pt x="5858" y="16666"/>
                    <a:pt x="3717" y="13707"/>
                    <a:pt x="2263" y="10434"/>
                  </a:cubicBezTo>
                  <a:cubicBezTo>
                    <a:pt x="801" y="7162"/>
                    <a:pt x="36" y="3586"/>
                    <a:pt x="18" y="0"/>
                  </a:cubicBezTo>
                  <a:close/>
                </a:path>
              </a:pathLst>
            </a:custGeom>
            <a:gradFill>
              <a:gsLst>
                <a:gs pos="0">
                  <a:schemeClr val="accent1"/>
                </a:gs>
                <a:gs pos="26000">
                  <a:schemeClr val="accent2"/>
                </a:gs>
                <a:gs pos="58000">
                  <a:schemeClr val="accent4"/>
                </a:gs>
                <a:gs pos="100000">
                  <a:schemeClr val="accent5"/>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
            <p:cNvSpPr/>
            <p:nvPr/>
          </p:nvSpPr>
          <p:spPr>
            <a:xfrm>
              <a:off x="284" y="4044646"/>
              <a:ext cx="9199763" cy="956899"/>
            </a:xfrm>
            <a:custGeom>
              <a:rect b="b" l="l" r="r" t="t"/>
              <a:pathLst>
                <a:path extrusionOk="0" h="26953" w="259130">
                  <a:moveTo>
                    <a:pt x="18" y="1"/>
                  </a:moveTo>
                  <a:lnTo>
                    <a:pt x="18" y="1"/>
                  </a:lnTo>
                  <a:cubicBezTo>
                    <a:pt x="1" y="3586"/>
                    <a:pt x="723" y="7180"/>
                    <a:pt x="2159" y="10479"/>
                  </a:cubicBezTo>
                  <a:cubicBezTo>
                    <a:pt x="3586" y="13785"/>
                    <a:pt x="5710" y="16779"/>
                    <a:pt x="8338" y="19242"/>
                  </a:cubicBezTo>
                  <a:cubicBezTo>
                    <a:pt x="10966" y="21705"/>
                    <a:pt x="14125" y="23611"/>
                    <a:pt x="17537" y="24803"/>
                  </a:cubicBezTo>
                  <a:cubicBezTo>
                    <a:pt x="19234" y="25395"/>
                    <a:pt x="21000" y="25812"/>
                    <a:pt x="22793" y="26047"/>
                  </a:cubicBezTo>
                  <a:cubicBezTo>
                    <a:pt x="23019" y="26082"/>
                    <a:pt x="23245" y="26108"/>
                    <a:pt x="23472" y="26134"/>
                  </a:cubicBezTo>
                  <a:lnTo>
                    <a:pt x="24142" y="26187"/>
                  </a:lnTo>
                  <a:cubicBezTo>
                    <a:pt x="24368" y="26204"/>
                    <a:pt x="24594" y="26230"/>
                    <a:pt x="24821" y="26239"/>
                  </a:cubicBezTo>
                  <a:lnTo>
                    <a:pt x="25499" y="26265"/>
                  </a:lnTo>
                  <a:cubicBezTo>
                    <a:pt x="25717" y="26265"/>
                    <a:pt x="25952" y="26282"/>
                    <a:pt x="26170" y="26282"/>
                  </a:cubicBezTo>
                  <a:lnTo>
                    <a:pt x="26848" y="26282"/>
                  </a:lnTo>
                  <a:lnTo>
                    <a:pt x="28189" y="26291"/>
                  </a:lnTo>
                  <a:lnTo>
                    <a:pt x="71249" y="26509"/>
                  </a:lnTo>
                  <a:lnTo>
                    <a:pt x="259130" y="26952"/>
                  </a:lnTo>
                  <a:lnTo>
                    <a:pt x="259130" y="25186"/>
                  </a:lnTo>
                  <a:lnTo>
                    <a:pt x="71249" y="25630"/>
                  </a:lnTo>
                  <a:lnTo>
                    <a:pt x="28189" y="25847"/>
                  </a:lnTo>
                  <a:lnTo>
                    <a:pt x="26848" y="25856"/>
                  </a:lnTo>
                  <a:lnTo>
                    <a:pt x="26170" y="25856"/>
                  </a:lnTo>
                  <a:cubicBezTo>
                    <a:pt x="25952" y="25856"/>
                    <a:pt x="25726" y="25847"/>
                    <a:pt x="25508" y="25847"/>
                  </a:cubicBezTo>
                  <a:lnTo>
                    <a:pt x="24838" y="25830"/>
                  </a:lnTo>
                  <a:cubicBezTo>
                    <a:pt x="24620" y="25830"/>
                    <a:pt x="24394" y="25804"/>
                    <a:pt x="24177" y="25786"/>
                  </a:cubicBezTo>
                  <a:lnTo>
                    <a:pt x="23507" y="25743"/>
                  </a:lnTo>
                  <a:cubicBezTo>
                    <a:pt x="23280" y="25725"/>
                    <a:pt x="23063" y="25691"/>
                    <a:pt x="22845" y="25664"/>
                  </a:cubicBezTo>
                  <a:cubicBezTo>
                    <a:pt x="21079" y="25456"/>
                    <a:pt x="19329" y="25055"/>
                    <a:pt x="17641" y="24490"/>
                  </a:cubicBezTo>
                  <a:cubicBezTo>
                    <a:pt x="14264" y="23341"/>
                    <a:pt x="11123" y="21496"/>
                    <a:pt x="8495" y="19077"/>
                  </a:cubicBezTo>
                  <a:cubicBezTo>
                    <a:pt x="5858" y="16666"/>
                    <a:pt x="3717" y="13707"/>
                    <a:pt x="2263" y="10435"/>
                  </a:cubicBezTo>
                  <a:cubicBezTo>
                    <a:pt x="801" y="7172"/>
                    <a:pt x="36" y="3586"/>
                    <a:pt x="18" y="1"/>
                  </a:cubicBezTo>
                  <a:close/>
                </a:path>
              </a:pathLst>
            </a:custGeom>
            <a:gradFill>
              <a:gsLst>
                <a:gs pos="0">
                  <a:schemeClr val="accent1"/>
                </a:gs>
                <a:gs pos="26000">
                  <a:schemeClr val="accent2"/>
                </a:gs>
                <a:gs pos="58000">
                  <a:schemeClr val="accent4"/>
                </a:gs>
                <a:gs pos="100000">
                  <a:schemeClr val="accent5"/>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 name="Google Shape;19;p2"/>
          <p:cNvGrpSpPr/>
          <p:nvPr/>
        </p:nvGrpSpPr>
        <p:grpSpPr>
          <a:xfrm rot="10800000">
            <a:off x="0" y="85875"/>
            <a:ext cx="9200047" cy="1453095"/>
            <a:chOff x="0" y="3548450"/>
            <a:chExt cx="9200047" cy="1453095"/>
          </a:xfrm>
        </p:grpSpPr>
        <p:sp>
          <p:nvSpPr>
            <p:cNvPr id="20" name="Google Shape;20;p2"/>
            <p:cNvSpPr/>
            <p:nvPr/>
          </p:nvSpPr>
          <p:spPr>
            <a:xfrm>
              <a:off x="0" y="3548450"/>
              <a:ext cx="9200047" cy="956899"/>
            </a:xfrm>
            <a:custGeom>
              <a:rect b="b" l="l" r="r" t="t"/>
              <a:pathLst>
                <a:path extrusionOk="0" h="26953" w="259138">
                  <a:moveTo>
                    <a:pt x="26" y="0"/>
                  </a:moveTo>
                  <a:lnTo>
                    <a:pt x="26" y="0"/>
                  </a:lnTo>
                  <a:cubicBezTo>
                    <a:pt x="0" y="3586"/>
                    <a:pt x="731" y="7180"/>
                    <a:pt x="2167" y="10478"/>
                  </a:cubicBezTo>
                  <a:cubicBezTo>
                    <a:pt x="3594" y="13776"/>
                    <a:pt x="5718" y="16779"/>
                    <a:pt x="8346" y="19242"/>
                  </a:cubicBezTo>
                  <a:cubicBezTo>
                    <a:pt x="10974" y="21704"/>
                    <a:pt x="14133" y="23602"/>
                    <a:pt x="17545" y="24794"/>
                  </a:cubicBezTo>
                  <a:cubicBezTo>
                    <a:pt x="19242" y="25394"/>
                    <a:pt x="21008" y="25812"/>
                    <a:pt x="22801" y="26047"/>
                  </a:cubicBezTo>
                  <a:cubicBezTo>
                    <a:pt x="23027" y="26073"/>
                    <a:pt x="23253" y="26108"/>
                    <a:pt x="23471" y="26134"/>
                  </a:cubicBezTo>
                  <a:lnTo>
                    <a:pt x="24150" y="26186"/>
                  </a:lnTo>
                  <a:cubicBezTo>
                    <a:pt x="24376" y="26204"/>
                    <a:pt x="24602" y="26230"/>
                    <a:pt x="24829" y="26239"/>
                  </a:cubicBezTo>
                  <a:lnTo>
                    <a:pt x="25507" y="26256"/>
                  </a:lnTo>
                  <a:cubicBezTo>
                    <a:pt x="25725" y="26265"/>
                    <a:pt x="25960" y="26273"/>
                    <a:pt x="26178" y="26282"/>
                  </a:cubicBezTo>
                  <a:lnTo>
                    <a:pt x="26856" y="26282"/>
                  </a:lnTo>
                  <a:lnTo>
                    <a:pt x="28197" y="26291"/>
                  </a:lnTo>
                  <a:lnTo>
                    <a:pt x="71257" y="26508"/>
                  </a:lnTo>
                  <a:lnTo>
                    <a:pt x="259138" y="26952"/>
                  </a:lnTo>
                  <a:lnTo>
                    <a:pt x="259138" y="25186"/>
                  </a:lnTo>
                  <a:lnTo>
                    <a:pt x="71257" y="25621"/>
                  </a:lnTo>
                  <a:lnTo>
                    <a:pt x="28197" y="25847"/>
                  </a:lnTo>
                  <a:lnTo>
                    <a:pt x="26856" y="25847"/>
                  </a:lnTo>
                  <a:lnTo>
                    <a:pt x="26178" y="25856"/>
                  </a:lnTo>
                  <a:cubicBezTo>
                    <a:pt x="25960" y="25856"/>
                    <a:pt x="25734" y="25847"/>
                    <a:pt x="25516" y="25847"/>
                  </a:cubicBezTo>
                  <a:lnTo>
                    <a:pt x="24846" y="25830"/>
                  </a:lnTo>
                  <a:cubicBezTo>
                    <a:pt x="24620" y="25821"/>
                    <a:pt x="24402" y="25803"/>
                    <a:pt x="24176" y="25786"/>
                  </a:cubicBezTo>
                  <a:lnTo>
                    <a:pt x="23515" y="25742"/>
                  </a:lnTo>
                  <a:cubicBezTo>
                    <a:pt x="23288" y="25716"/>
                    <a:pt x="23071" y="25690"/>
                    <a:pt x="22853" y="25664"/>
                  </a:cubicBezTo>
                  <a:cubicBezTo>
                    <a:pt x="21087" y="25447"/>
                    <a:pt x="19337" y="25055"/>
                    <a:pt x="17649" y="24481"/>
                  </a:cubicBezTo>
                  <a:cubicBezTo>
                    <a:pt x="14272" y="23341"/>
                    <a:pt x="11131" y="21496"/>
                    <a:pt x="8503" y="19076"/>
                  </a:cubicBezTo>
                  <a:cubicBezTo>
                    <a:pt x="5866" y="16666"/>
                    <a:pt x="3725" y="13707"/>
                    <a:pt x="2271" y="10435"/>
                  </a:cubicBezTo>
                  <a:cubicBezTo>
                    <a:pt x="809" y="7163"/>
                    <a:pt x="44" y="3586"/>
                    <a:pt x="26" y="0"/>
                  </a:cubicBezTo>
                  <a:close/>
                </a:path>
              </a:pathLst>
            </a:custGeom>
            <a:gradFill>
              <a:gsLst>
                <a:gs pos="0">
                  <a:schemeClr val="accent1"/>
                </a:gs>
                <a:gs pos="26000">
                  <a:schemeClr val="accent2"/>
                </a:gs>
                <a:gs pos="58000">
                  <a:schemeClr val="accent4"/>
                </a:gs>
                <a:gs pos="100000">
                  <a:schemeClr val="accent5"/>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284" y="3647611"/>
              <a:ext cx="9199763" cy="956899"/>
            </a:xfrm>
            <a:custGeom>
              <a:rect b="b" l="l" r="r" t="t"/>
              <a:pathLst>
                <a:path extrusionOk="0" h="26953" w="259130">
                  <a:moveTo>
                    <a:pt x="18" y="1"/>
                  </a:moveTo>
                  <a:lnTo>
                    <a:pt x="18" y="1"/>
                  </a:lnTo>
                  <a:cubicBezTo>
                    <a:pt x="1" y="3586"/>
                    <a:pt x="723" y="7180"/>
                    <a:pt x="2159" y="10479"/>
                  </a:cubicBezTo>
                  <a:cubicBezTo>
                    <a:pt x="3586" y="13786"/>
                    <a:pt x="5710" y="16779"/>
                    <a:pt x="8338" y="19242"/>
                  </a:cubicBezTo>
                  <a:cubicBezTo>
                    <a:pt x="10966" y="21705"/>
                    <a:pt x="14125" y="23611"/>
                    <a:pt x="17537" y="24803"/>
                  </a:cubicBezTo>
                  <a:cubicBezTo>
                    <a:pt x="19234" y="25395"/>
                    <a:pt x="21000" y="25813"/>
                    <a:pt x="22793" y="26048"/>
                  </a:cubicBezTo>
                  <a:cubicBezTo>
                    <a:pt x="23019" y="26082"/>
                    <a:pt x="23245" y="26109"/>
                    <a:pt x="23472" y="26135"/>
                  </a:cubicBezTo>
                  <a:lnTo>
                    <a:pt x="24142" y="26187"/>
                  </a:lnTo>
                  <a:cubicBezTo>
                    <a:pt x="24368" y="26204"/>
                    <a:pt x="24594" y="26230"/>
                    <a:pt x="24821" y="26239"/>
                  </a:cubicBezTo>
                  <a:lnTo>
                    <a:pt x="25499" y="26265"/>
                  </a:lnTo>
                  <a:cubicBezTo>
                    <a:pt x="25717" y="26265"/>
                    <a:pt x="25952" y="26283"/>
                    <a:pt x="26170" y="26283"/>
                  </a:cubicBezTo>
                  <a:lnTo>
                    <a:pt x="26848" y="26283"/>
                  </a:lnTo>
                  <a:lnTo>
                    <a:pt x="28189" y="26291"/>
                  </a:lnTo>
                  <a:lnTo>
                    <a:pt x="71249" y="26509"/>
                  </a:lnTo>
                  <a:lnTo>
                    <a:pt x="259130" y="26953"/>
                  </a:lnTo>
                  <a:lnTo>
                    <a:pt x="259130" y="25186"/>
                  </a:lnTo>
                  <a:lnTo>
                    <a:pt x="71249" y="25630"/>
                  </a:lnTo>
                  <a:lnTo>
                    <a:pt x="28189" y="25847"/>
                  </a:lnTo>
                  <a:lnTo>
                    <a:pt x="26848" y="25856"/>
                  </a:lnTo>
                  <a:lnTo>
                    <a:pt x="26170" y="25856"/>
                  </a:lnTo>
                  <a:cubicBezTo>
                    <a:pt x="25952" y="25856"/>
                    <a:pt x="25726" y="25847"/>
                    <a:pt x="25508" y="25847"/>
                  </a:cubicBezTo>
                  <a:lnTo>
                    <a:pt x="24838" y="25830"/>
                  </a:lnTo>
                  <a:cubicBezTo>
                    <a:pt x="24620" y="25830"/>
                    <a:pt x="24394" y="25804"/>
                    <a:pt x="24177" y="25787"/>
                  </a:cubicBezTo>
                  <a:lnTo>
                    <a:pt x="23507" y="25743"/>
                  </a:lnTo>
                  <a:cubicBezTo>
                    <a:pt x="23280" y="25726"/>
                    <a:pt x="23063" y="25691"/>
                    <a:pt x="22845" y="25665"/>
                  </a:cubicBezTo>
                  <a:cubicBezTo>
                    <a:pt x="21079" y="25456"/>
                    <a:pt x="19329" y="25056"/>
                    <a:pt x="17641" y="24490"/>
                  </a:cubicBezTo>
                  <a:cubicBezTo>
                    <a:pt x="14264" y="23341"/>
                    <a:pt x="11123" y="21496"/>
                    <a:pt x="8495" y="19077"/>
                  </a:cubicBezTo>
                  <a:cubicBezTo>
                    <a:pt x="5858" y="16666"/>
                    <a:pt x="3717" y="13707"/>
                    <a:pt x="2263" y="10435"/>
                  </a:cubicBezTo>
                  <a:cubicBezTo>
                    <a:pt x="801" y="7172"/>
                    <a:pt x="36" y="3586"/>
                    <a:pt x="18" y="1"/>
                  </a:cubicBezTo>
                  <a:close/>
                </a:path>
              </a:pathLst>
            </a:custGeom>
            <a:gradFill>
              <a:gsLst>
                <a:gs pos="0">
                  <a:schemeClr val="accent1"/>
                </a:gs>
                <a:gs pos="26000">
                  <a:schemeClr val="accent2"/>
                </a:gs>
                <a:gs pos="58000">
                  <a:schemeClr val="accent4"/>
                </a:gs>
                <a:gs pos="100000">
                  <a:schemeClr val="accent5"/>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284" y="3746808"/>
              <a:ext cx="9199763" cy="956899"/>
            </a:xfrm>
            <a:custGeom>
              <a:rect b="b" l="l" r="r" t="t"/>
              <a:pathLst>
                <a:path extrusionOk="0" h="26953" w="259130">
                  <a:moveTo>
                    <a:pt x="18" y="0"/>
                  </a:moveTo>
                  <a:lnTo>
                    <a:pt x="18" y="0"/>
                  </a:lnTo>
                  <a:cubicBezTo>
                    <a:pt x="1" y="3586"/>
                    <a:pt x="723" y="7189"/>
                    <a:pt x="2159" y="10487"/>
                  </a:cubicBezTo>
                  <a:cubicBezTo>
                    <a:pt x="3586" y="13785"/>
                    <a:pt x="5710" y="16779"/>
                    <a:pt x="8338" y="19242"/>
                  </a:cubicBezTo>
                  <a:cubicBezTo>
                    <a:pt x="10966" y="21713"/>
                    <a:pt x="14125" y="23610"/>
                    <a:pt x="17537" y="24803"/>
                  </a:cubicBezTo>
                  <a:cubicBezTo>
                    <a:pt x="19234" y="25403"/>
                    <a:pt x="21000" y="25821"/>
                    <a:pt x="22793" y="26056"/>
                  </a:cubicBezTo>
                  <a:cubicBezTo>
                    <a:pt x="23019" y="26082"/>
                    <a:pt x="23245" y="26117"/>
                    <a:pt x="23472" y="26134"/>
                  </a:cubicBezTo>
                  <a:lnTo>
                    <a:pt x="24142" y="26195"/>
                  </a:lnTo>
                  <a:cubicBezTo>
                    <a:pt x="24368" y="26212"/>
                    <a:pt x="24594" y="26230"/>
                    <a:pt x="24821" y="26247"/>
                  </a:cubicBezTo>
                  <a:lnTo>
                    <a:pt x="25499" y="26265"/>
                  </a:lnTo>
                  <a:cubicBezTo>
                    <a:pt x="25717" y="26273"/>
                    <a:pt x="25952" y="26282"/>
                    <a:pt x="26170" y="26282"/>
                  </a:cubicBezTo>
                  <a:lnTo>
                    <a:pt x="26848" y="26291"/>
                  </a:lnTo>
                  <a:lnTo>
                    <a:pt x="28189" y="26291"/>
                  </a:lnTo>
                  <a:lnTo>
                    <a:pt x="71249" y="26517"/>
                  </a:lnTo>
                  <a:lnTo>
                    <a:pt x="259130" y="26952"/>
                  </a:lnTo>
                  <a:lnTo>
                    <a:pt x="259130" y="25186"/>
                  </a:lnTo>
                  <a:lnTo>
                    <a:pt x="71249" y="25629"/>
                  </a:lnTo>
                  <a:lnTo>
                    <a:pt x="28189" y="25847"/>
                  </a:lnTo>
                  <a:lnTo>
                    <a:pt x="26848" y="25856"/>
                  </a:lnTo>
                  <a:lnTo>
                    <a:pt x="26170" y="25856"/>
                  </a:lnTo>
                  <a:cubicBezTo>
                    <a:pt x="25952" y="25856"/>
                    <a:pt x="25726" y="25856"/>
                    <a:pt x="25508" y="25847"/>
                  </a:cubicBezTo>
                  <a:lnTo>
                    <a:pt x="24838" y="25838"/>
                  </a:lnTo>
                  <a:cubicBezTo>
                    <a:pt x="24620" y="25830"/>
                    <a:pt x="24394" y="25803"/>
                    <a:pt x="24177" y="25795"/>
                  </a:cubicBezTo>
                  <a:lnTo>
                    <a:pt x="23507" y="25743"/>
                  </a:lnTo>
                  <a:cubicBezTo>
                    <a:pt x="23280" y="25725"/>
                    <a:pt x="23063" y="25690"/>
                    <a:pt x="22845" y="25664"/>
                  </a:cubicBezTo>
                  <a:cubicBezTo>
                    <a:pt x="21079" y="25455"/>
                    <a:pt x="19329" y="25064"/>
                    <a:pt x="17641" y="24489"/>
                  </a:cubicBezTo>
                  <a:cubicBezTo>
                    <a:pt x="14264" y="23341"/>
                    <a:pt x="11123" y="21496"/>
                    <a:pt x="8495" y="19076"/>
                  </a:cubicBezTo>
                  <a:cubicBezTo>
                    <a:pt x="5858" y="16666"/>
                    <a:pt x="3717" y="13707"/>
                    <a:pt x="2263" y="10435"/>
                  </a:cubicBezTo>
                  <a:cubicBezTo>
                    <a:pt x="801" y="7171"/>
                    <a:pt x="36" y="3586"/>
                    <a:pt x="18" y="0"/>
                  </a:cubicBezTo>
                  <a:close/>
                </a:path>
              </a:pathLst>
            </a:custGeom>
            <a:gradFill>
              <a:gsLst>
                <a:gs pos="0">
                  <a:schemeClr val="accent1"/>
                </a:gs>
                <a:gs pos="26000">
                  <a:schemeClr val="accent2"/>
                </a:gs>
                <a:gs pos="58000">
                  <a:schemeClr val="accent4"/>
                </a:gs>
                <a:gs pos="100000">
                  <a:schemeClr val="accent5"/>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2"/>
            <p:cNvSpPr/>
            <p:nvPr/>
          </p:nvSpPr>
          <p:spPr>
            <a:xfrm>
              <a:off x="284" y="3845969"/>
              <a:ext cx="9199763" cy="957218"/>
            </a:xfrm>
            <a:custGeom>
              <a:rect b="b" l="l" r="r" t="t"/>
              <a:pathLst>
                <a:path extrusionOk="0" h="26962" w="259130">
                  <a:moveTo>
                    <a:pt x="18" y="1"/>
                  </a:moveTo>
                  <a:lnTo>
                    <a:pt x="18" y="1"/>
                  </a:lnTo>
                  <a:cubicBezTo>
                    <a:pt x="1" y="3595"/>
                    <a:pt x="723" y="7189"/>
                    <a:pt x="2159" y="10487"/>
                  </a:cubicBezTo>
                  <a:cubicBezTo>
                    <a:pt x="3586" y="13786"/>
                    <a:pt x="5710" y="16788"/>
                    <a:pt x="8338" y="19242"/>
                  </a:cubicBezTo>
                  <a:cubicBezTo>
                    <a:pt x="10966" y="21714"/>
                    <a:pt x="14125" y="23611"/>
                    <a:pt x="17537" y="24803"/>
                  </a:cubicBezTo>
                  <a:cubicBezTo>
                    <a:pt x="19234" y="25404"/>
                    <a:pt x="21000" y="25821"/>
                    <a:pt x="22793" y="26056"/>
                  </a:cubicBezTo>
                  <a:cubicBezTo>
                    <a:pt x="23019" y="26082"/>
                    <a:pt x="23245" y="26117"/>
                    <a:pt x="23472" y="26143"/>
                  </a:cubicBezTo>
                  <a:lnTo>
                    <a:pt x="24142" y="26196"/>
                  </a:lnTo>
                  <a:cubicBezTo>
                    <a:pt x="24368" y="26213"/>
                    <a:pt x="24594" y="26239"/>
                    <a:pt x="24821" y="26248"/>
                  </a:cubicBezTo>
                  <a:lnTo>
                    <a:pt x="25499" y="26265"/>
                  </a:lnTo>
                  <a:cubicBezTo>
                    <a:pt x="25717" y="26274"/>
                    <a:pt x="25952" y="26283"/>
                    <a:pt x="26170" y="26283"/>
                  </a:cubicBezTo>
                  <a:lnTo>
                    <a:pt x="26848" y="26291"/>
                  </a:lnTo>
                  <a:lnTo>
                    <a:pt x="28189" y="26300"/>
                  </a:lnTo>
                  <a:lnTo>
                    <a:pt x="71249" y="26518"/>
                  </a:lnTo>
                  <a:lnTo>
                    <a:pt x="259130" y="26961"/>
                  </a:lnTo>
                  <a:lnTo>
                    <a:pt x="259130" y="25186"/>
                  </a:lnTo>
                  <a:lnTo>
                    <a:pt x="71249" y="25630"/>
                  </a:lnTo>
                  <a:lnTo>
                    <a:pt x="28189" y="25856"/>
                  </a:lnTo>
                  <a:lnTo>
                    <a:pt x="26848" y="25856"/>
                  </a:lnTo>
                  <a:lnTo>
                    <a:pt x="26170" y="25865"/>
                  </a:lnTo>
                  <a:cubicBezTo>
                    <a:pt x="25952" y="25865"/>
                    <a:pt x="25726" y="25856"/>
                    <a:pt x="25508" y="25847"/>
                  </a:cubicBezTo>
                  <a:lnTo>
                    <a:pt x="24838" y="25839"/>
                  </a:lnTo>
                  <a:cubicBezTo>
                    <a:pt x="24620" y="25830"/>
                    <a:pt x="24394" y="25813"/>
                    <a:pt x="24177" y="25795"/>
                  </a:cubicBezTo>
                  <a:lnTo>
                    <a:pt x="23507" y="25752"/>
                  </a:lnTo>
                  <a:cubicBezTo>
                    <a:pt x="23280" y="25726"/>
                    <a:pt x="23063" y="25700"/>
                    <a:pt x="22845" y="25673"/>
                  </a:cubicBezTo>
                  <a:cubicBezTo>
                    <a:pt x="21079" y="25456"/>
                    <a:pt x="19329" y="25064"/>
                    <a:pt x="17641" y="24490"/>
                  </a:cubicBezTo>
                  <a:cubicBezTo>
                    <a:pt x="14264" y="23350"/>
                    <a:pt x="11123" y="21505"/>
                    <a:pt x="8495" y="19086"/>
                  </a:cubicBezTo>
                  <a:cubicBezTo>
                    <a:pt x="5858" y="16675"/>
                    <a:pt x="3717" y="13716"/>
                    <a:pt x="2263" y="10444"/>
                  </a:cubicBezTo>
                  <a:cubicBezTo>
                    <a:pt x="801" y="7172"/>
                    <a:pt x="36" y="3595"/>
                    <a:pt x="18" y="1"/>
                  </a:cubicBezTo>
                  <a:close/>
                </a:path>
              </a:pathLst>
            </a:custGeom>
            <a:gradFill>
              <a:gsLst>
                <a:gs pos="0">
                  <a:schemeClr val="accent1"/>
                </a:gs>
                <a:gs pos="26000">
                  <a:schemeClr val="accent2"/>
                </a:gs>
                <a:gs pos="58000">
                  <a:schemeClr val="accent4"/>
                </a:gs>
                <a:gs pos="100000">
                  <a:schemeClr val="accent5"/>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284" y="3945485"/>
              <a:ext cx="9199763" cy="956863"/>
            </a:xfrm>
            <a:custGeom>
              <a:rect b="b" l="l" r="r" t="t"/>
              <a:pathLst>
                <a:path extrusionOk="0" h="26952" w="259130">
                  <a:moveTo>
                    <a:pt x="18" y="0"/>
                  </a:moveTo>
                  <a:lnTo>
                    <a:pt x="18" y="0"/>
                  </a:lnTo>
                  <a:cubicBezTo>
                    <a:pt x="1" y="3586"/>
                    <a:pt x="723" y="7180"/>
                    <a:pt x="2159" y="10478"/>
                  </a:cubicBezTo>
                  <a:cubicBezTo>
                    <a:pt x="3586" y="13776"/>
                    <a:pt x="5710" y="16779"/>
                    <a:pt x="8338" y="19241"/>
                  </a:cubicBezTo>
                  <a:cubicBezTo>
                    <a:pt x="10966" y="21704"/>
                    <a:pt x="14125" y="23601"/>
                    <a:pt x="17537" y="24802"/>
                  </a:cubicBezTo>
                  <a:cubicBezTo>
                    <a:pt x="19234" y="25394"/>
                    <a:pt x="21000" y="25812"/>
                    <a:pt x="22793" y="26047"/>
                  </a:cubicBezTo>
                  <a:cubicBezTo>
                    <a:pt x="23019" y="26073"/>
                    <a:pt x="23245" y="26108"/>
                    <a:pt x="23472" y="26134"/>
                  </a:cubicBezTo>
                  <a:lnTo>
                    <a:pt x="24142" y="26186"/>
                  </a:lnTo>
                  <a:cubicBezTo>
                    <a:pt x="24368" y="26204"/>
                    <a:pt x="24594" y="26230"/>
                    <a:pt x="24821" y="26238"/>
                  </a:cubicBezTo>
                  <a:lnTo>
                    <a:pt x="25499" y="26264"/>
                  </a:lnTo>
                  <a:cubicBezTo>
                    <a:pt x="25717" y="26264"/>
                    <a:pt x="25952" y="26273"/>
                    <a:pt x="26170" y="26282"/>
                  </a:cubicBezTo>
                  <a:lnTo>
                    <a:pt x="26848" y="26282"/>
                  </a:lnTo>
                  <a:lnTo>
                    <a:pt x="28189" y="26291"/>
                  </a:lnTo>
                  <a:lnTo>
                    <a:pt x="71249" y="26508"/>
                  </a:lnTo>
                  <a:lnTo>
                    <a:pt x="259130" y="26952"/>
                  </a:lnTo>
                  <a:lnTo>
                    <a:pt x="259130" y="25185"/>
                  </a:lnTo>
                  <a:lnTo>
                    <a:pt x="71249" y="25620"/>
                  </a:lnTo>
                  <a:lnTo>
                    <a:pt x="28189" y="25847"/>
                  </a:lnTo>
                  <a:lnTo>
                    <a:pt x="26848" y="25855"/>
                  </a:lnTo>
                  <a:lnTo>
                    <a:pt x="26170" y="25855"/>
                  </a:lnTo>
                  <a:cubicBezTo>
                    <a:pt x="25952" y="25855"/>
                    <a:pt x="25726" y="25847"/>
                    <a:pt x="25508" y="25847"/>
                  </a:cubicBezTo>
                  <a:lnTo>
                    <a:pt x="24838" y="25829"/>
                  </a:lnTo>
                  <a:cubicBezTo>
                    <a:pt x="24620" y="25821"/>
                    <a:pt x="24394" y="25803"/>
                    <a:pt x="24177" y="25786"/>
                  </a:cubicBezTo>
                  <a:lnTo>
                    <a:pt x="23507" y="25742"/>
                  </a:lnTo>
                  <a:cubicBezTo>
                    <a:pt x="23280" y="25716"/>
                    <a:pt x="23063" y="25690"/>
                    <a:pt x="22845" y="25664"/>
                  </a:cubicBezTo>
                  <a:cubicBezTo>
                    <a:pt x="21079" y="25455"/>
                    <a:pt x="19329" y="25055"/>
                    <a:pt x="17641" y="24480"/>
                  </a:cubicBezTo>
                  <a:cubicBezTo>
                    <a:pt x="14264" y="23340"/>
                    <a:pt x="11123" y="21495"/>
                    <a:pt x="8495" y="19076"/>
                  </a:cubicBezTo>
                  <a:cubicBezTo>
                    <a:pt x="5858" y="16666"/>
                    <a:pt x="3717" y="13707"/>
                    <a:pt x="2263" y="10434"/>
                  </a:cubicBezTo>
                  <a:cubicBezTo>
                    <a:pt x="801" y="7162"/>
                    <a:pt x="36" y="3586"/>
                    <a:pt x="18" y="0"/>
                  </a:cubicBezTo>
                  <a:close/>
                </a:path>
              </a:pathLst>
            </a:custGeom>
            <a:gradFill>
              <a:gsLst>
                <a:gs pos="0">
                  <a:schemeClr val="accent1"/>
                </a:gs>
                <a:gs pos="26000">
                  <a:schemeClr val="accent2"/>
                </a:gs>
                <a:gs pos="58000">
                  <a:schemeClr val="accent4"/>
                </a:gs>
                <a:gs pos="100000">
                  <a:schemeClr val="accent5"/>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284" y="4044646"/>
              <a:ext cx="9199763" cy="956899"/>
            </a:xfrm>
            <a:custGeom>
              <a:rect b="b" l="l" r="r" t="t"/>
              <a:pathLst>
                <a:path extrusionOk="0" h="26953" w="259130">
                  <a:moveTo>
                    <a:pt x="18" y="1"/>
                  </a:moveTo>
                  <a:lnTo>
                    <a:pt x="18" y="1"/>
                  </a:lnTo>
                  <a:cubicBezTo>
                    <a:pt x="1" y="3586"/>
                    <a:pt x="723" y="7180"/>
                    <a:pt x="2159" y="10479"/>
                  </a:cubicBezTo>
                  <a:cubicBezTo>
                    <a:pt x="3586" y="13785"/>
                    <a:pt x="5710" y="16779"/>
                    <a:pt x="8338" y="19242"/>
                  </a:cubicBezTo>
                  <a:cubicBezTo>
                    <a:pt x="10966" y="21705"/>
                    <a:pt x="14125" y="23611"/>
                    <a:pt x="17537" y="24803"/>
                  </a:cubicBezTo>
                  <a:cubicBezTo>
                    <a:pt x="19234" y="25395"/>
                    <a:pt x="21000" y="25812"/>
                    <a:pt x="22793" y="26047"/>
                  </a:cubicBezTo>
                  <a:cubicBezTo>
                    <a:pt x="23019" y="26082"/>
                    <a:pt x="23245" y="26108"/>
                    <a:pt x="23472" y="26134"/>
                  </a:cubicBezTo>
                  <a:lnTo>
                    <a:pt x="24142" y="26187"/>
                  </a:lnTo>
                  <a:cubicBezTo>
                    <a:pt x="24368" y="26204"/>
                    <a:pt x="24594" y="26230"/>
                    <a:pt x="24821" y="26239"/>
                  </a:cubicBezTo>
                  <a:lnTo>
                    <a:pt x="25499" y="26265"/>
                  </a:lnTo>
                  <a:cubicBezTo>
                    <a:pt x="25717" y="26265"/>
                    <a:pt x="25952" y="26282"/>
                    <a:pt x="26170" y="26282"/>
                  </a:cubicBezTo>
                  <a:lnTo>
                    <a:pt x="26848" y="26282"/>
                  </a:lnTo>
                  <a:lnTo>
                    <a:pt x="28189" y="26291"/>
                  </a:lnTo>
                  <a:lnTo>
                    <a:pt x="71249" y="26509"/>
                  </a:lnTo>
                  <a:lnTo>
                    <a:pt x="259130" y="26952"/>
                  </a:lnTo>
                  <a:lnTo>
                    <a:pt x="259130" y="25186"/>
                  </a:lnTo>
                  <a:lnTo>
                    <a:pt x="71249" y="25630"/>
                  </a:lnTo>
                  <a:lnTo>
                    <a:pt x="28189" y="25847"/>
                  </a:lnTo>
                  <a:lnTo>
                    <a:pt x="26848" y="25856"/>
                  </a:lnTo>
                  <a:lnTo>
                    <a:pt x="26170" y="25856"/>
                  </a:lnTo>
                  <a:cubicBezTo>
                    <a:pt x="25952" y="25856"/>
                    <a:pt x="25726" y="25847"/>
                    <a:pt x="25508" y="25847"/>
                  </a:cubicBezTo>
                  <a:lnTo>
                    <a:pt x="24838" y="25830"/>
                  </a:lnTo>
                  <a:cubicBezTo>
                    <a:pt x="24620" y="25830"/>
                    <a:pt x="24394" y="25804"/>
                    <a:pt x="24177" y="25786"/>
                  </a:cubicBezTo>
                  <a:lnTo>
                    <a:pt x="23507" y="25743"/>
                  </a:lnTo>
                  <a:cubicBezTo>
                    <a:pt x="23280" y="25725"/>
                    <a:pt x="23063" y="25691"/>
                    <a:pt x="22845" y="25664"/>
                  </a:cubicBezTo>
                  <a:cubicBezTo>
                    <a:pt x="21079" y="25456"/>
                    <a:pt x="19329" y="25055"/>
                    <a:pt x="17641" y="24490"/>
                  </a:cubicBezTo>
                  <a:cubicBezTo>
                    <a:pt x="14264" y="23341"/>
                    <a:pt x="11123" y="21496"/>
                    <a:pt x="8495" y="19077"/>
                  </a:cubicBezTo>
                  <a:cubicBezTo>
                    <a:pt x="5858" y="16666"/>
                    <a:pt x="3717" y="13707"/>
                    <a:pt x="2263" y="10435"/>
                  </a:cubicBezTo>
                  <a:cubicBezTo>
                    <a:pt x="801" y="7172"/>
                    <a:pt x="36" y="3586"/>
                    <a:pt x="18" y="1"/>
                  </a:cubicBezTo>
                  <a:close/>
                </a:path>
              </a:pathLst>
            </a:custGeom>
            <a:gradFill>
              <a:gsLst>
                <a:gs pos="0">
                  <a:schemeClr val="accent1"/>
                </a:gs>
                <a:gs pos="26000">
                  <a:schemeClr val="accent2"/>
                </a:gs>
                <a:gs pos="58000">
                  <a:schemeClr val="accent4"/>
                </a:gs>
                <a:gs pos="100000">
                  <a:schemeClr val="accent5"/>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6" name="Shape 26"/>
        <p:cNvGrpSpPr/>
        <p:nvPr/>
      </p:nvGrpSpPr>
      <p:grpSpPr>
        <a:xfrm>
          <a:off x="0" y="0"/>
          <a:ext cx="0" cy="0"/>
          <a:chOff x="0" y="0"/>
          <a:chExt cx="0" cy="0"/>
        </a:xfrm>
      </p:grpSpPr>
      <p:pic>
        <p:nvPicPr>
          <p:cNvPr id="27" name="Google Shape;27;p3"/>
          <p:cNvPicPr preferRelativeResize="0"/>
          <p:nvPr/>
        </p:nvPicPr>
        <p:blipFill rotWithShape="1">
          <a:blip r:embed="rId2">
            <a:alphaModFix/>
          </a:blip>
          <a:srcRect b="0" l="0" r="0" t="0"/>
          <a:stretch/>
        </p:blipFill>
        <p:spPr>
          <a:xfrm>
            <a:off x="0" y="0"/>
            <a:ext cx="9144003" cy="5143501"/>
          </a:xfrm>
          <a:prstGeom prst="rect">
            <a:avLst/>
          </a:prstGeom>
          <a:noFill/>
          <a:ln>
            <a:noFill/>
          </a:ln>
        </p:spPr>
      </p:pic>
      <p:grpSp>
        <p:nvGrpSpPr>
          <p:cNvPr id="28" name="Google Shape;28;p3"/>
          <p:cNvGrpSpPr/>
          <p:nvPr/>
        </p:nvGrpSpPr>
        <p:grpSpPr>
          <a:xfrm rot="10800000">
            <a:off x="-3380469" y="198870"/>
            <a:ext cx="12530464" cy="1979116"/>
            <a:chOff x="0" y="3548450"/>
            <a:chExt cx="9200047" cy="1453095"/>
          </a:xfrm>
        </p:grpSpPr>
        <p:sp>
          <p:nvSpPr>
            <p:cNvPr id="29" name="Google Shape;29;p3"/>
            <p:cNvSpPr/>
            <p:nvPr/>
          </p:nvSpPr>
          <p:spPr>
            <a:xfrm>
              <a:off x="0" y="3548450"/>
              <a:ext cx="9200047" cy="956899"/>
            </a:xfrm>
            <a:custGeom>
              <a:rect b="b" l="l" r="r" t="t"/>
              <a:pathLst>
                <a:path extrusionOk="0" h="26953" w="259138">
                  <a:moveTo>
                    <a:pt x="26" y="0"/>
                  </a:moveTo>
                  <a:lnTo>
                    <a:pt x="26" y="0"/>
                  </a:lnTo>
                  <a:cubicBezTo>
                    <a:pt x="0" y="3586"/>
                    <a:pt x="731" y="7180"/>
                    <a:pt x="2167" y="10478"/>
                  </a:cubicBezTo>
                  <a:cubicBezTo>
                    <a:pt x="3594" y="13776"/>
                    <a:pt x="5718" y="16779"/>
                    <a:pt x="8346" y="19242"/>
                  </a:cubicBezTo>
                  <a:cubicBezTo>
                    <a:pt x="10974" y="21704"/>
                    <a:pt x="14133" y="23602"/>
                    <a:pt x="17545" y="24794"/>
                  </a:cubicBezTo>
                  <a:cubicBezTo>
                    <a:pt x="19242" y="25394"/>
                    <a:pt x="21008" y="25812"/>
                    <a:pt x="22801" y="26047"/>
                  </a:cubicBezTo>
                  <a:cubicBezTo>
                    <a:pt x="23027" y="26073"/>
                    <a:pt x="23253" y="26108"/>
                    <a:pt x="23471" y="26134"/>
                  </a:cubicBezTo>
                  <a:lnTo>
                    <a:pt x="24150" y="26186"/>
                  </a:lnTo>
                  <a:cubicBezTo>
                    <a:pt x="24376" y="26204"/>
                    <a:pt x="24602" y="26230"/>
                    <a:pt x="24829" y="26239"/>
                  </a:cubicBezTo>
                  <a:lnTo>
                    <a:pt x="25507" y="26256"/>
                  </a:lnTo>
                  <a:cubicBezTo>
                    <a:pt x="25725" y="26265"/>
                    <a:pt x="25960" y="26273"/>
                    <a:pt x="26178" y="26282"/>
                  </a:cubicBezTo>
                  <a:lnTo>
                    <a:pt x="26856" y="26282"/>
                  </a:lnTo>
                  <a:lnTo>
                    <a:pt x="28197" y="26291"/>
                  </a:lnTo>
                  <a:lnTo>
                    <a:pt x="71257" y="26508"/>
                  </a:lnTo>
                  <a:lnTo>
                    <a:pt x="259138" y="26952"/>
                  </a:lnTo>
                  <a:lnTo>
                    <a:pt x="259138" y="25186"/>
                  </a:lnTo>
                  <a:lnTo>
                    <a:pt x="71257" y="25621"/>
                  </a:lnTo>
                  <a:lnTo>
                    <a:pt x="28197" y="25847"/>
                  </a:lnTo>
                  <a:lnTo>
                    <a:pt x="26856" y="25847"/>
                  </a:lnTo>
                  <a:lnTo>
                    <a:pt x="26178" y="25856"/>
                  </a:lnTo>
                  <a:cubicBezTo>
                    <a:pt x="25960" y="25856"/>
                    <a:pt x="25734" y="25847"/>
                    <a:pt x="25516" y="25847"/>
                  </a:cubicBezTo>
                  <a:lnTo>
                    <a:pt x="24846" y="25830"/>
                  </a:lnTo>
                  <a:cubicBezTo>
                    <a:pt x="24620" y="25821"/>
                    <a:pt x="24402" y="25803"/>
                    <a:pt x="24176" y="25786"/>
                  </a:cubicBezTo>
                  <a:lnTo>
                    <a:pt x="23515" y="25742"/>
                  </a:lnTo>
                  <a:cubicBezTo>
                    <a:pt x="23288" y="25716"/>
                    <a:pt x="23071" y="25690"/>
                    <a:pt x="22853" y="25664"/>
                  </a:cubicBezTo>
                  <a:cubicBezTo>
                    <a:pt x="21087" y="25447"/>
                    <a:pt x="19337" y="25055"/>
                    <a:pt x="17649" y="24481"/>
                  </a:cubicBezTo>
                  <a:cubicBezTo>
                    <a:pt x="14272" y="23341"/>
                    <a:pt x="11131" y="21496"/>
                    <a:pt x="8503" y="19076"/>
                  </a:cubicBezTo>
                  <a:cubicBezTo>
                    <a:pt x="5866" y="16666"/>
                    <a:pt x="3725" y="13707"/>
                    <a:pt x="2271" y="10435"/>
                  </a:cubicBezTo>
                  <a:cubicBezTo>
                    <a:pt x="809" y="7163"/>
                    <a:pt x="44" y="3586"/>
                    <a:pt x="26" y="0"/>
                  </a:cubicBezTo>
                  <a:close/>
                </a:path>
              </a:pathLst>
            </a:custGeom>
            <a:gradFill>
              <a:gsLst>
                <a:gs pos="0">
                  <a:schemeClr val="accent1"/>
                </a:gs>
                <a:gs pos="26000">
                  <a:schemeClr val="accent2"/>
                </a:gs>
                <a:gs pos="58000">
                  <a:schemeClr val="accent4"/>
                </a:gs>
                <a:gs pos="100000">
                  <a:schemeClr val="accent5"/>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a:off x="284" y="3647611"/>
              <a:ext cx="9199763" cy="956899"/>
            </a:xfrm>
            <a:custGeom>
              <a:rect b="b" l="l" r="r" t="t"/>
              <a:pathLst>
                <a:path extrusionOk="0" h="26953" w="259130">
                  <a:moveTo>
                    <a:pt x="18" y="1"/>
                  </a:moveTo>
                  <a:lnTo>
                    <a:pt x="18" y="1"/>
                  </a:lnTo>
                  <a:cubicBezTo>
                    <a:pt x="1" y="3586"/>
                    <a:pt x="723" y="7180"/>
                    <a:pt x="2159" y="10479"/>
                  </a:cubicBezTo>
                  <a:cubicBezTo>
                    <a:pt x="3586" y="13786"/>
                    <a:pt x="5710" y="16779"/>
                    <a:pt x="8338" y="19242"/>
                  </a:cubicBezTo>
                  <a:cubicBezTo>
                    <a:pt x="10966" y="21705"/>
                    <a:pt x="14125" y="23611"/>
                    <a:pt x="17537" y="24803"/>
                  </a:cubicBezTo>
                  <a:cubicBezTo>
                    <a:pt x="19234" y="25395"/>
                    <a:pt x="21000" y="25813"/>
                    <a:pt x="22793" y="26048"/>
                  </a:cubicBezTo>
                  <a:cubicBezTo>
                    <a:pt x="23019" y="26082"/>
                    <a:pt x="23245" y="26109"/>
                    <a:pt x="23472" y="26135"/>
                  </a:cubicBezTo>
                  <a:lnTo>
                    <a:pt x="24142" y="26187"/>
                  </a:lnTo>
                  <a:cubicBezTo>
                    <a:pt x="24368" y="26204"/>
                    <a:pt x="24594" y="26230"/>
                    <a:pt x="24821" y="26239"/>
                  </a:cubicBezTo>
                  <a:lnTo>
                    <a:pt x="25499" y="26265"/>
                  </a:lnTo>
                  <a:cubicBezTo>
                    <a:pt x="25717" y="26265"/>
                    <a:pt x="25952" y="26283"/>
                    <a:pt x="26170" y="26283"/>
                  </a:cubicBezTo>
                  <a:lnTo>
                    <a:pt x="26848" y="26283"/>
                  </a:lnTo>
                  <a:lnTo>
                    <a:pt x="28189" y="26291"/>
                  </a:lnTo>
                  <a:lnTo>
                    <a:pt x="71249" y="26509"/>
                  </a:lnTo>
                  <a:lnTo>
                    <a:pt x="259130" y="26953"/>
                  </a:lnTo>
                  <a:lnTo>
                    <a:pt x="259130" y="25186"/>
                  </a:lnTo>
                  <a:lnTo>
                    <a:pt x="71249" y="25630"/>
                  </a:lnTo>
                  <a:lnTo>
                    <a:pt x="28189" y="25847"/>
                  </a:lnTo>
                  <a:lnTo>
                    <a:pt x="26848" y="25856"/>
                  </a:lnTo>
                  <a:lnTo>
                    <a:pt x="26170" y="25856"/>
                  </a:lnTo>
                  <a:cubicBezTo>
                    <a:pt x="25952" y="25856"/>
                    <a:pt x="25726" y="25847"/>
                    <a:pt x="25508" y="25847"/>
                  </a:cubicBezTo>
                  <a:lnTo>
                    <a:pt x="24838" y="25830"/>
                  </a:lnTo>
                  <a:cubicBezTo>
                    <a:pt x="24620" y="25830"/>
                    <a:pt x="24394" y="25804"/>
                    <a:pt x="24177" y="25787"/>
                  </a:cubicBezTo>
                  <a:lnTo>
                    <a:pt x="23507" y="25743"/>
                  </a:lnTo>
                  <a:cubicBezTo>
                    <a:pt x="23280" y="25726"/>
                    <a:pt x="23063" y="25691"/>
                    <a:pt x="22845" y="25665"/>
                  </a:cubicBezTo>
                  <a:cubicBezTo>
                    <a:pt x="21079" y="25456"/>
                    <a:pt x="19329" y="25056"/>
                    <a:pt x="17641" y="24490"/>
                  </a:cubicBezTo>
                  <a:cubicBezTo>
                    <a:pt x="14264" y="23341"/>
                    <a:pt x="11123" y="21496"/>
                    <a:pt x="8495" y="19077"/>
                  </a:cubicBezTo>
                  <a:cubicBezTo>
                    <a:pt x="5858" y="16666"/>
                    <a:pt x="3717" y="13707"/>
                    <a:pt x="2263" y="10435"/>
                  </a:cubicBezTo>
                  <a:cubicBezTo>
                    <a:pt x="801" y="7172"/>
                    <a:pt x="36" y="3586"/>
                    <a:pt x="18" y="1"/>
                  </a:cubicBezTo>
                  <a:close/>
                </a:path>
              </a:pathLst>
            </a:custGeom>
            <a:gradFill>
              <a:gsLst>
                <a:gs pos="0">
                  <a:schemeClr val="accent1"/>
                </a:gs>
                <a:gs pos="26000">
                  <a:schemeClr val="accent2"/>
                </a:gs>
                <a:gs pos="58000">
                  <a:schemeClr val="accent4"/>
                </a:gs>
                <a:gs pos="100000">
                  <a:schemeClr val="accent5"/>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a:off x="284" y="3746808"/>
              <a:ext cx="9199763" cy="956899"/>
            </a:xfrm>
            <a:custGeom>
              <a:rect b="b" l="l" r="r" t="t"/>
              <a:pathLst>
                <a:path extrusionOk="0" h="26953" w="259130">
                  <a:moveTo>
                    <a:pt x="18" y="0"/>
                  </a:moveTo>
                  <a:lnTo>
                    <a:pt x="18" y="0"/>
                  </a:lnTo>
                  <a:cubicBezTo>
                    <a:pt x="1" y="3586"/>
                    <a:pt x="723" y="7189"/>
                    <a:pt x="2159" y="10487"/>
                  </a:cubicBezTo>
                  <a:cubicBezTo>
                    <a:pt x="3586" y="13785"/>
                    <a:pt x="5710" y="16779"/>
                    <a:pt x="8338" y="19242"/>
                  </a:cubicBezTo>
                  <a:cubicBezTo>
                    <a:pt x="10966" y="21713"/>
                    <a:pt x="14125" y="23610"/>
                    <a:pt x="17537" y="24803"/>
                  </a:cubicBezTo>
                  <a:cubicBezTo>
                    <a:pt x="19234" y="25403"/>
                    <a:pt x="21000" y="25821"/>
                    <a:pt x="22793" y="26056"/>
                  </a:cubicBezTo>
                  <a:cubicBezTo>
                    <a:pt x="23019" y="26082"/>
                    <a:pt x="23245" y="26117"/>
                    <a:pt x="23472" y="26134"/>
                  </a:cubicBezTo>
                  <a:lnTo>
                    <a:pt x="24142" y="26195"/>
                  </a:lnTo>
                  <a:cubicBezTo>
                    <a:pt x="24368" y="26212"/>
                    <a:pt x="24594" y="26230"/>
                    <a:pt x="24821" y="26247"/>
                  </a:cubicBezTo>
                  <a:lnTo>
                    <a:pt x="25499" y="26265"/>
                  </a:lnTo>
                  <a:cubicBezTo>
                    <a:pt x="25717" y="26273"/>
                    <a:pt x="25952" y="26282"/>
                    <a:pt x="26170" y="26282"/>
                  </a:cubicBezTo>
                  <a:lnTo>
                    <a:pt x="26848" y="26291"/>
                  </a:lnTo>
                  <a:lnTo>
                    <a:pt x="28189" y="26291"/>
                  </a:lnTo>
                  <a:lnTo>
                    <a:pt x="71249" y="26517"/>
                  </a:lnTo>
                  <a:lnTo>
                    <a:pt x="259130" y="26952"/>
                  </a:lnTo>
                  <a:lnTo>
                    <a:pt x="259130" y="25186"/>
                  </a:lnTo>
                  <a:lnTo>
                    <a:pt x="71249" y="25629"/>
                  </a:lnTo>
                  <a:lnTo>
                    <a:pt x="28189" y="25847"/>
                  </a:lnTo>
                  <a:lnTo>
                    <a:pt x="26848" y="25856"/>
                  </a:lnTo>
                  <a:lnTo>
                    <a:pt x="26170" y="25856"/>
                  </a:lnTo>
                  <a:cubicBezTo>
                    <a:pt x="25952" y="25856"/>
                    <a:pt x="25726" y="25856"/>
                    <a:pt x="25508" y="25847"/>
                  </a:cubicBezTo>
                  <a:lnTo>
                    <a:pt x="24838" y="25838"/>
                  </a:lnTo>
                  <a:cubicBezTo>
                    <a:pt x="24620" y="25830"/>
                    <a:pt x="24394" y="25803"/>
                    <a:pt x="24177" y="25795"/>
                  </a:cubicBezTo>
                  <a:lnTo>
                    <a:pt x="23507" y="25743"/>
                  </a:lnTo>
                  <a:cubicBezTo>
                    <a:pt x="23280" y="25725"/>
                    <a:pt x="23063" y="25690"/>
                    <a:pt x="22845" y="25664"/>
                  </a:cubicBezTo>
                  <a:cubicBezTo>
                    <a:pt x="21079" y="25455"/>
                    <a:pt x="19329" y="25064"/>
                    <a:pt x="17641" y="24489"/>
                  </a:cubicBezTo>
                  <a:cubicBezTo>
                    <a:pt x="14264" y="23341"/>
                    <a:pt x="11123" y="21496"/>
                    <a:pt x="8495" y="19076"/>
                  </a:cubicBezTo>
                  <a:cubicBezTo>
                    <a:pt x="5858" y="16666"/>
                    <a:pt x="3717" y="13707"/>
                    <a:pt x="2263" y="10435"/>
                  </a:cubicBezTo>
                  <a:cubicBezTo>
                    <a:pt x="801" y="7171"/>
                    <a:pt x="36" y="3586"/>
                    <a:pt x="18" y="0"/>
                  </a:cubicBezTo>
                  <a:close/>
                </a:path>
              </a:pathLst>
            </a:custGeom>
            <a:gradFill>
              <a:gsLst>
                <a:gs pos="0">
                  <a:schemeClr val="accent1"/>
                </a:gs>
                <a:gs pos="26000">
                  <a:schemeClr val="accent2"/>
                </a:gs>
                <a:gs pos="58000">
                  <a:schemeClr val="accent4"/>
                </a:gs>
                <a:gs pos="100000">
                  <a:schemeClr val="accent5"/>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a:off x="284" y="3845969"/>
              <a:ext cx="9199763" cy="957218"/>
            </a:xfrm>
            <a:custGeom>
              <a:rect b="b" l="l" r="r" t="t"/>
              <a:pathLst>
                <a:path extrusionOk="0" h="26962" w="259130">
                  <a:moveTo>
                    <a:pt x="18" y="1"/>
                  </a:moveTo>
                  <a:lnTo>
                    <a:pt x="18" y="1"/>
                  </a:lnTo>
                  <a:cubicBezTo>
                    <a:pt x="1" y="3595"/>
                    <a:pt x="723" y="7189"/>
                    <a:pt x="2159" y="10487"/>
                  </a:cubicBezTo>
                  <a:cubicBezTo>
                    <a:pt x="3586" y="13786"/>
                    <a:pt x="5710" y="16788"/>
                    <a:pt x="8338" y="19242"/>
                  </a:cubicBezTo>
                  <a:cubicBezTo>
                    <a:pt x="10966" y="21714"/>
                    <a:pt x="14125" y="23611"/>
                    <a:pt x="17537" y="24803"/>
                  </a:cubicBezTo>
                  <a:cubicBezTo>
                    <a:pt x="19234" y="25404"/>
                    <a:pt x="21000" y="25821"/>
                    <a:pt x="22793" y="26056"/>
                  </a:cubicBezTo>
                  <a:cubicBezTo>
                    <a:pt x="23019" y="26082"/>
                    <a:pt x="23245" y="26117"/>
                    <a:pt x="23472" y="26143"/>
                  </a:cubicBezTo>
                  <a:lnTo>
                    <a:pt x="24142" y="26196"/>
                  </a:lnTo>
                  <a:cubicBezTo>
                    <a:pt x="24368" y="26213"/>
                    <a:pt x="24594" y="26239"/>
                    <a:pt x="24821" y="26248"/>
                  </a:cubicBezTo>
                  <a:lnTo>
                    <a:pt x="25499" y="26265"/>
                  </a:lnTo>
                  <a:cubicBezTo>
                    <a:pt x="25717" y="26274"/>
                    <a:pt x="25952" y="26283"/>
                    <a:pt x="26170" y="26283"/>
                  </a:cubicBezTo>
                  <a:lnTo>
                    <a:pt x="26848" y="26291"/>
                  </a:lnTo>
                  <a:lnTo>
                    <a:pt x="28189" y="26300"/>
                  </a:lnTo>
                  <a:lnTo>
                    <a:pt x="71249" y="26518"/>
                  </a:lnTo>
                  <a:lnTo>
                    <a:pt x="259130" y="26961"/>
                  </a:lnTo>
                  <a:lnTo>
                    <a:pt x="259130" y="25186"/>
                  </a:lnTo>
                  <a:lnTo>
                    <a:pt x="71249" y="25630"/>
                  </a:lnTo>
                  <a:lnTo>
                    <a:pt x="28189" y="25856"/>
                  </a:lnTo>
                  <a:lnTo>
                    <a:pt x="26848" y="25856"/>
                  </a:lnTo>
                  <a:lnTo>
                    <a:pt x="26170" y="25865"/>
                  </a:lnTo>
                  <a:cubicBezTo>
                    <a:pt x="25952" y="25865"/>
                    <a:pt x="25726" y="25856"/>
                    <a:pt x="25508" y="25847"/>
                  </a:cubicBezTo>
                  <a:lnTo>
                    <a:pt x="24838" y="25839"/>
                  </a:lnTo>
                  <a:cubicBezTo>
                    <a:pt x="24620" y="25830"/>
                    <a:pt x="24394" y="25813"/>
                    <a:pt x="24177" y="25795"/>
                  </a:cubicBezTo>
                  <a:lnTo>
                    <a:pt x="23507" y="25752"/>
                  </a:lnTo>
                  <a:cubicBezTo>
                    <a:pt x="23280" y="25726"/>
                    <a:pt x="23063" y="25700"/>
                    <a:pt x="22845" y="25673"/>
                  </a:cubicBezTo>
                  <a:cubicBezTo>
                    <a:pt x="21079" y="25456"/>
                    <a:pt x="19329" y="25064"/>
                    <a:pt x="17641" y="24490"/>
                  </a:cubicBezTo>
                  <a:cubicBezTo>
                    <a:pt x="14264" y="23350"/>
                    <a:pt x="11123" y="21505"/>
                    <a:pt x="8495" y="19086"/>
                  </a:cubicBezTo>
                  <a:cubicBezTo>
                    <a:pt x="5858" y="16675"/>
                    <a:pt x="3717" y="13716"/>
                    <a:pt x="2263" y="10444"/>
                  </a:cubicBezTo>
                  <a:cubicBezTo>
                    <a:pt x="801" y="7172"/>
                    <a:pt x="36" y="3595"/>
                    <a:pt x="18" y="1"/>
                  </a:cubicBezTo>
                  <a:close/>
                </a:path>
              </a:pathLst>
            </a:custGeom>
            <a:gradFill>
              <a:gsLst>
                <a:gs pos="0">
                  <a:schemeClr val="accent1"/>
                </a:gs>
                <a:gs pos="26000">
                  <a:schemeClr val="accent2"/>
                </a:gs>
                <a:gs pos="58000">
                  <a:schemeClr val="accent4"/>
                </a:gs>
                <a:gs pos="100000">
                  <a:schemeClr val="accent5"/>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a:off x="284" y="3945485"/>
              <a:ext cx="9199763" cy="956863"/>
            </a:xfrm>
            <a:custGeom>
              <a:rect b="b" l="l" r="r" t="t"/>
              <a:pathLst>
                <a:path extrusionOk="0" h="26952" w="259130">
                  <a:moveTo>
                    <a:pt x="18" y="0"/>
                  </a:moveTo>
                  <a:lnTo>
                    <a:pt x="18" y="0"/>
                  </a:lnTo>
                  <a:cubicBezTo>
                    <a:pt x="1" y="3586"/>
                    <a:pt x="723" y="7180"/>
                    <a:pt x="2159" y="10478"/>
                  </a:cubicBezTo>
                  <a:cubicBezTo>
                    <a:pt x="3586" y="13776"/>
                    <a:pt x="5710" y="16779"/>
                    <a:pt x="8338" y="19241"/>
                  </a:cubicBezTo>
                  <a:cubicBezTo>
                    <a:pt x="10966" y="21704"/>
                    <a:pt x="14125" y="23601"/>
                    <a:pt x="17537" y="24802"/>
                  </a:cubicBezTo>
                  <a:cubicBezTo>
                    <a:pt x="19234" y="25394"/>
                    <a:pt x="21000" y="25812"/>
                    <a:pt x="22793" y="26047"/>
                  </a:cubicBezTo>
                  <a:cubicBezTo>
                    <a:pt x="23019" y="26073"/>
                    <a:pt x="23245" y="26108"/>
                    <a:pt x="23472" y="26134"/>
                  </a:cubicBezTo>
                  <a:lnTo>
                    <a:pt x="24142" y="26186"/>
                  </a:lnTo>
                  <a:cubicBezTo>
                    <a:pt x="24368" y="26204"/>
                    <a:pt x="24594" y="26230"/>
                    <a:pt x="24821" y="26238"/>
                  </a:cubicBezTo>
                  <a:lnTo>
                    <a:pt x="25499" y="26264"/>
                  </a:lnTo>
                  <a:cubicBezTo>
                    <a:pt x="25717" y="26264"/>
                    <a:pt x="25952" y="26273"/>
                    <a:pt x="26170" y="26282"/>
                  </a:cubicBezTo>
                  <a:lnTo>
                    <a:pt x="26848" y="26282"/>
                  </a:lnTo>
                  <a:lnTo>
                    <a:pt x="28189" y="26291"/>
                  </a:lnTo>
                  <a:lnTo>
                    <a:pt x="71249" y="26508"/>
                  </a:lnTo>
                  <a:lnTo>
                    <a:pt x="259130" y="26952"/>
                  </a:lnTo>
                  <a:lnTo>
                    <a:pt x="259130" y="25185"/>
                  </a:lnTo>
                  <a:lnTo>
                    <a:pt x="71249" y="25620"/>
                  </a:lnTo>
                  <a:lnTo>
                    <a:pt x="28189" y="25847"/>
                  </a:lnTo>
                  <a:lnTo>
                    <a:pt x="26848" y="25855"/>
                  </a:lnTo>
                  <a:lnTo>
                    <a:pt x="26170" y="25855"/>
                  </a:lnTo>
                  <a:cubicBezTo>
                    <a:pt x="25952" y="25855"/>
                    <a:pt x="25726" y="25847"/>
                    <a:pt x="25508" y="25847"/>
                  </a:cubicBezTo>
                  <a:lnTo>
                    <a:pt x="24838" y="25829"/>
                  </a:lnTo>
                  <a:cubicBezTo>
                    <a:pt x="24620" y="25821"/>
                    <a:pt x="24394" y="25803"/>
                    <a:pt x="24177" y="25786"/>
                  </a:cubicBezTo>
                  <a:lnTo>
                    <a:pt x="23507" y="25742"/>
                  </a:lnTo>
                  <a:cubicBezTo>
                    <a:pt x="23280" y="25716"/>
                    <a:pt x="23063" y="25690"/>
                    <a:pt x="22845" y="25664"/>
                  </a:cubicBezTo>
                  <a:cubicBezTo>
                    <a:pt x="21079" y="25455"/>
                    <a:pt x="19329" y="25055"/>
                    <a:pt x="17641" y="24480"/>
                  </a:cubicBezTo>
                  <a:cubicBezTo>
                    <a:pt x="14264" y="23340"/>
                    <a:pt x="11123" y="21495"/>
                    <a:pt x="8495" y="19076"/>
                  </a:cubicBezTo>
                  <a:cubicBezTo>
                    <a:pt x="5858" y="16666"/>
                    <a:pt x="3717" y="13707"/>
                    <a:pt x="2263" y="10434"/>
                  </a:cubicBezTo>
                  <a:cubicBezTo>
                    <a:pt x="801" y="7162"/>
                    <a:pt x="36" y="3586"/>
                    <a:pt x="18" y="0"/>
                  </a:cubicBezTo>
                  <a:close/>
                </a:path>
              </a:pathLst>
            </a:custGeom>
            <a:gradFill>
              <a:gsLst>
                <a:gs pos="0">
                  <a:schemeClr val="accent1"/>
                </a:gs>
                <a:gs pos="26000">
                  <a:schemeClr val="accent2"/>
                </a:gs>
                <a:gs pos="58000">
                  <a:schemeClr val="accent4"/>
                </a:gs>
                <a:gs pos="100000">
                  <a:schemeClr val="accent5"/>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a:off x="284" y="4044646"/>
              <a:ext cx="9199763" cy="956899"/>
            </a:xfrm>
            <a:custGeom>
              <a:rect b="b" l="l" r="r" t="t"/>
              <a:pathLst>
                <a:path extrusionOk="0" h="26953" w="259130">
                  <a:moveTo>
                    <a:pt x="18" y="1"/>
                  </a:moveTo>
                  <a:lnTo>
                    <a:pt x="18" y="1"/>
                  </a:lnTo>
                  <a:cubicBezTo>
                    <a:pt x="1" y="3586"/>
                    <a:pt x="723" y="7180"/>
                    <a:pt x="2159" y="10479"/>
                  </a:cubicBezTo>
                  <a:cubicBezTo>
                    <a:pt x="3586" y="13785"/>
                    <a:pt x="5710" y="16779"/>
                    <a:pt x="8338" y="19242"/>
                  </a:cubicBezTo>
                  <a:cubicBezTo>
                    <a:pt x="10966" y="21705"/>
                    <a:pt x="14125" y="23611"/>
                    <a:pt x="17537" y="24803"/>
                  </a:cubicBezTo>
                  <a:cubicBezTo>
                    <a:pt x="19234" y="25395"/>
                    <a:pt x="21000" y="25812"/>
                    <a:pt x="22793" y="26047"/>
                  </a:cubicBezTo>
                  <a:cubicBezTo>
                    <a:pt x="23019" y="26082"/>
                    <a:pt x="23245" y="26108"/>
                    <a:pt x="23472" y="26134"/>
                  </a:cubicBezTo>
                  <a:lnTo>
                    <a:pt x="24142" y="26187"/>
                  </a:lnTo>
                  <a:cubicBezTo>
                    <a:pt x="24368" y="26204"/>
                    <a:pt x="24594" y="26230"/>
                    <a:pt x="24821" y="26239"/>
                  </a:cubicBezTo>
                  <a:lnTo>
                    <a:pt x="25499" y="26265"/>
                  </a:lnTo>
                  <a:cubicBezTo>
                    <a:pt x="25717" y="26265"/>
                    <a:pt x="25952" y="26282"/>
                    <a:pt x="26170" y="26282"/>
                  </a:cubicBezTo>
                  <a:lnTo>
                    <a:pt x="26848" y="26282"/>
                  </a:lnTo>
                  <a:lnTo>
                    <a:pt x="28189" y="26291"/>
                  </a:lnTo>
                  <a:lnTo>
                    <a:pt x="71249" y="26509"/>
                  </a:lnTo>
                  <a:lnTo>
                    <a:pt x="259130" y="26952"/>
                  </a:lnTo>
                  <a:lnTo>
                    <a:pt x="259130" y="25186"/>
                  </a:lnTo>
                  <a:lnTo>
                    <a:pt x="71249" y="25630"/>
                  </a:lnTo>
                  <a:lnTo>
                    <a:pt x="28189" y="25847"/>
                  </a:lnTo>
                  <a:lnTo>
                    <a:pt x="26848" y="25856"/>
                  </a:lnTo>
                  <a:lnTo>
                    <a:pt x="26170" y="25856"/>
                  </a:lnTo>
                  <a:cubicBezTo>
                    <a:pt x="25952" y="25856"/>
                    <a:pt x="25726" y="25847"/>
                    <a:pt x="25508" y="25847"/>
                  </a:cubicBezTo>
                  <a:lnTo>
                    <a:pt x="24838" y="25830"/>
                  </a:lnTo>
                  <a:cubicBezTo>
                    <a:pt x="24620" y="25830"/>
                    <a:pt x="24394" y="25804"/>
                    <a:pt x="24177" y="25786"/>
                  </a:cubicBezTo>
                  <a:lnTo>
                    <a:pt x="23507" y="25743"/>
                  </a:lnTo>
                  <a:cubicBezTo>
                    <a:pt x="23280" y="25725"/>
                    <a:pt x="23063" y="25691"/>
                    <a:pt x="22845" y="25664"/>
                  </a:cubicBezTo>
                  <a:cubicBezTo>
                    <a:pt x="21079" y="25456"/>
                    <a:pt x="19329" y="25055"/>
                    <a:pt x="17641" y="24490"/>
                  </a:cubicBezTo>
                  <a:cubicBezTo>
                    <a:pt x="14264" y="23341"/>
                    <a:pt x="11123" y="21496"/>
                    <a:pt x="8495" y="19077"/>
                  </a:cubicBezTo>
                  <a:cubicBezTo>
                    <a:pt x="5858" y="16666"/>
                    <a:pt x="3717" y="13707"/>
                    <a:pt x="2263" y="10435"/>
                  </a:cubicBezTo>
                  <a:cubicBezTo>
                    <a:pt x="801" y="7172"/>
                    <a:pt x="36" y="3586"/>
                    <a:pt x="18" y="1"/>
                  </a:cubicBezTo>
                  <a:close/>
                </a:path>
              </a:pathLst>
            </a:custGeom>
            <a:gradFill>
              <a:gsLst>
                <a:gs pos="0">
                  <a:schemeClr val="accent1"/>
                </a:gs>
                <a:gs pos="26000">
                  <a:schemeClr val="accent2"/>
                </a:gs>
                <a:gs pos="58000">
                  <a:schemeClr val="accent4"/>
                </a:gs>
                <a:gs pos="100000">
                  <a:schemeClr val="accent5"/>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 name="Google Shape;35;p3"/>
          <p:cNvGrpSpPr/>
          <p:nvPr/>
        </p:nvGrpSpPr>
        <p:grpSpPr>
          <a:xfrm>
            <a:off x="6" y="2958123"/>
            <a:ext cx="12530464" cy="1979116"/>
            <a:chOff x="0" y="3548450"/>
            <a:chExt cx="9200047" cy="1453095"/>
          </a:xfrm>
        </p:grpSpPr>
        <p:sp>
          <p:nvSpPr>
            <p:cNvPr id="36" name="Google Shape;36;p3"/>
            <p:cNvSpPr/>
            <p:nvPr/>
          </p:nvSpPr>
          <p:spPr>
            <a:xfrm>
              <a:off x="0" y="3548450"/>
              <a:ext cx="9200047" cy="956899"/>
            </a:xfrm>
            <a:custGeom>
              <a:rect b="b" l="l" r="r" t="t"/>
              <a:pathLst>
                <a:path extrusionOk="0" h="26953" w="259138">
                  <a:moveTo>
                    <a:pt x="26" y="0"/>
                  </a:moveTo>
                  <a:lnTo>
                    <a:pt x="26" y="0"/>
                  </a:lnTo>
                  <a:cubicBezTo>
                    <a:pt x="0" y="3586"/>
                    <a:pt x="731" y="7180"/>
                    <a:pt x="2167" y="10478"/>
                  </a:cubicBezTo>
                  <a:cubicBezTo>
                    <a:pt x="3594" y="13776"/>
                    <a:pt x="5718" y="16779"/>
                    <a:pt x="8346" y="19242"/>
                  </a:cubicBezTo>
                  <a:cubicBezTo>
                    <a:pt x="10974" y="21704"/>
                    <a:pt x="14133" y="23602"/>
                    <a:pt x="17545" y="24794"/>
                  </a:cubicBezTo>
                  <a:cubicBezTo>
                    <a:pt x="19242" y="25394"/>
                    <a:pt x="21008" y="25812"/>
                    <a:pt x="22801" y="26047"/>
                  </a:cubicBezTo>
                  <a:cubicBezTo>
                    <a:pt x="23027" y="26073"/>
                    <a:pt x="23253" y="26108"/>
                    <a:pt x="23471" y="26134"/>
                  </a:cubicBezTo>
                  <a:lnTo>
                    <a:pt x="24150" y="26186"/>
                  </a:lnTo>
                  <a:cubicBezTo>
                    <a:pt x="24376" y="26204"/>
                    <a:pt x="24602" y="26230"/>
                    <a:pt x="24829" y="26239"/>
                  </a:cubicBezTo>
                  <a:lnTo>
                    <a:pt x="25507" y="26256"/>
                  </a:lnTo>
                  <a:cubicBezTo>
                    <a:pt x="25725" y="26265"/>
                    <a:pt x="25960" y="26273"/>
                    <a:pt x="26178" y="26282"/>
                  </a:cubicBezTo>
                  <a:lnTo>
                    <a:pt x="26856" y="26282"/>
                  </a:lnTo>
                  <a:lnTo>
                    <a:pt x="28197" y="26291"/>
                  </a:lnTo>
                  <a:lnTo>
                    <a:pt x="71257" y="26508"/>
                  </a:lnTo>
                  <a:lnTo>
                    <a:pt x="259138" y="26952"/>
                  </a:lnTo>
                  <a:lnTo>
                    <a:pt x="259138" y="25186"/>
                  </a:lnTo>
                  <a:lnTo>
                    <a:pt x="71257" y="25621"/>
                  </a:lnTo>
                  <a:lnTo>
                    <a:pt x="28197" y="25847"/>
                  </a:lnTo>
                  <a:lnTo>
                    <a:pt x="26856" y="25847"/>
                  </a:lnTo>
                  <a:lnTo>
                    <a:pt x="26178" y="25856"/>
                  </a:lnTo>
                  <a:cubicBezTo>
                    <a:pt x="25960" y="25856"/>
                    <a:pt x="25734" y="25847"/>
                    <a:pt x="25516" y="25847"/>
                  </a:cubicBezTo>
                  <a:lnTo>
                    <a:pt x="24846" y="25830"/>
                  </a:lnTo>
                  <a:cubicBezTo>
                    <a:pt x="24620" y="25821"/>
                    <a:pt x="24402" y="25803"/>
                    <a:pt x="24176" y="25786"/>
                  </a:cubicBezTo>
                  <a:lnTo>
                    <a:pt x="23515" y="25742"/>
                  </a:lnTo>
                  <a:cubicBezTo>
                    <a:pt x="23288" y="25716"/>
                    <a:pt x="23071" y="25690"/>
                    <a:pt x="22853" y="25664"/>
                  </a:cubicBezTo>
                  <a:cubicBezTo>
                    <a:pt x="21087" y="25447"/>
                    <a:pt x="19337" y="25055"/>
                    <a:pt x="17649" y="24481"/>
                  </a:cubicBezTo>
                  <a:cubicBezTo>
                    <a:pt x="14272" y="23341"/>
                    <a:pt x="11131" y="21496"/>
                    <a:pt x="8503" y="19076"/>
                  </a:cubicBezTo>
                  <a:cubicBezTo>
                    <a:pt x="5866" y="16666"/>
                    <a:pt x="3725" y="13707"/>
                    <a:pt x="2271" y="10435"/>
                  </a:cubicBezTo>
                  <a:cubicBezTo>
                    <a:pt x="809" y="7163"/>
                    <a:pt x="44" y="3586"/>
                    <a:pt x="26" y="0"/>
                  </a:cubicBezTo>
                  <a:close/>
                </a:path>
              </a:pathLst>
            </a:custGeom>
            <a:gradFill>
              <a:gsLst>
                <a:gs pos="0">
                  <a:schemeClr val="accent1"/>
                </a:gs>
                <a:gs pos="26000">
                  <a:schemeClr val="accent2"/>
                </a:gs>
                <a:gs pos="58000">
                  <a:schemeClr val="accent4"/>
                </a:gs>
                <a:gs pos="100000">
                  <a:schemeClr val="accent5"/>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a:off x="284" y="3647611"/>
              <a:ext cx="9199763" cy="956899"/>
            </a:xfrm>
            <a:custGeom>
              <a:rect b="b" l="l" r="r" t="t"/>
              <a:pathLst>
                <a:path extrusionOk="0" h="26953" w="259130">
                  <a:moveTo>
                    <a:pt x="18" y="1"/>
                  </a:moveTo>
                  <a:lnTo>
                    <a:pt x="18" y="1"/>
                  </a:lnTo>
                  <a:cubicBezTo>
                    <a:pt x="1" y="3586"/>
                    <a:pt x="723" y="7180"/>
                    <a:pt x="2159" y="10479"/>
                  </a:cubicBezTo>
                  <a:cubicBezTo>
                    <a:pt x="3586" y="13786"/>
                    <a:pt x="5710" y="16779"/>
                    <a:pt x="8338" y="19242"/>
                  </a:cubicBezTo>
                  <a:cubicBezTo>
                    <a:pt x="10966" y="21705"/>
                    <a:pt x="14125" y="23611"/>
                    <a:pt x="17537" y="24803"/>
                  </a:cubicBezTo>
                  <a:cubicBezTo>
                    <a:pt x="19234" y="25395"/>
                    <a:pt x="21000" y="25813"/>
                    <a:pt x="22793" y="26048"/>
                  </a:cubicBezTo>
                  <a:cubicBezTo>
                    <a:pt x="23019" y="26082"/>
                    <a:pt x="23245" y="26109"/>
                    <a:pt x="23472" y="26135"/>
                  </a:cubicBezTo>
                  <a:lnTo>
                    <a:pt x="24142" y="26187"/>
                  </a:lnTo>
                  <a:cubicBezTo>
                    <a:pt x="24368" y="26204"/>
                    <a:pt x="24594" y="26230"/>
                    <a:pt x="24821" y="26239"/>
                  </a:cubicBezTo>
                  <a:lnTo>
                    <a:pt x="25499" y="26265"/>
                  </a:lnTo>
                  <a:cubicBezTo>
                    <a:pt x="25717" y="26265"/>
                    <a:pt x="25952" y="26283"/>
                    <a:pt x="26170" y="26283"/>
                  </a:cubicBezTo>
                  <a:lnTo>
                    <a:pt x="26848" y="26283"/>
                  </a:lnTo>
                  <a:lnTo>
                    <a:pt x="28189" y="26291"/>
                  </a:lnTo>
                  <a:lnTo>
                    <a:pt x="71249" y="26509"/>
                  </a:lnTo>
                  <a:lnTo>
                    <a:pt x="259130" y="26953"/>
                  </a:lnTo>
                  <a:lnTo>
                    <a:pt x="259130" y="25186"/>
                  </a:lnTo>
                  <a:lnTo>
                    <a:pt x="71249" y="25630"/>
                  </a:lnTo>
                  <a:lnTo>
                    <a:pt x="28189" y="25847"/>
                  </a:lnTo>
                  <a:lnTo>
                    <a:pt x="26848" y="25856"/>
                  </a:lnTo>
                  <a:lnTo>
                    <a:pt x="26170" y="25856"/>
                  </a:lnTo>
                  <a:cubicBezTo>
                    <a:pt x="25952" y="25856"/>
                    <a:pt x="25726" y="25847"/>
                    <a:pt x="25508" y="25847"/>
                  </a:cubicBezTo>
                  <a:lnTo>
                    <a:pt x="24838" y="25830"/>
                  </a:lnTo>
                  <a:cubicBezTo>
                    <a:pt x="24620" y="25830"/>
                    <a:pt x="24394" y="25804"/>
                    <a:pt x="24177" y="25787"/>
                  </a:cubicBezTo>
                  <a:lnTo>
                    <a:pt x="23507" y="25743"/>
                  </a:lnTo>
                  <a:cubicBezTo>
                    <a:pt x="23280" y="25726"/>
                    <a:pt x="23063" y="25691"/>
                    <a:pt x="22845" y="25665"/>
                  </a:cubicBezTo>
                  <a:cubicBezTo>
                    <a:pt x="21079" y="25456"/>
                    <a:pt x="19329" y="25056"/>
                    <a:pt x="17641" y="24490"/>
                  </a:cubicBezTo>
                  <a:cubicBezTo>
                    <a:pt x="14264" y="23341"/>
                    <a:pt x="11123" y="21496"/>
                    <a:pt x="8495" y="19077"/>
                  </a:cubicBezTo>
                  <a:cubicBezTo>
                    <a:pt x="5858" y="16666"/>
                    <a:pt x="3717" y="13707"/>
                    <a:pt x="2263" y="10435"/>
                  </a:cubicBezTo>
                  <a:cubicBezTo>
                    <a:pt x="801" y="7172"/>
                    <a:pt x="36" y="3586"/>
                    <a:pt x="18" y="1"/>
                  </a:cubicBezTo>
                  <a:close/>
                </a:path>
              </a:pathLst>
            </a:custGeom>
            <a:gradFill>
              <a:gsLst>
                <a:gs pos="0">
                  <a:schemeClr val="accent1"/>
                </a:gs>
                <a:gs pos="26000">
                  <a:schemeClr val="accent2"/>
                </a:gs>
                <a:gs pos="58000">
                  <a:schemeClr val="accent4"/>
                </a:gs>
                <a:gs pos="100000">
                  <a:schemeClr val="accent5"/>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a:off x="284" y="3746808"/>
              <a:ext cx="9199763" cy="956899"/>
            </a:xfrm>
            <a:custGeom>
              <a:rect b="b" l="l" r="r" t="t"/>
              <a:pathLst>
                <a:path extrusionOk="0" h="26953" w="259130">
                  <a:moveTo>
                    <a:pt x="18" y="0"/>
                  </a:moveTo>
                  <a:lnTo>
                    <a:pt x="18" y="0"/>
                  </a:lnTo>
                  <a:cubicBezTo>
                    <a:pt x="1" y="3586"/>
                    <a:pt x="723" y="7189"/>
                    <a:pt x="2159" y="10487"/>
                  </a:cubicBezTo>
                  <a:cubicBezTo>
                    <a:pt x="3586" y="13785"/>
                    <a:pt x="5710" y="16779"/>
                    <a:pt x="8338" y="19242"/>
                  </a:cubicBezTo>
                  <a:cubicBezTo>
                    <a:pt x="10966" y="21713"/>
                    <a:pt x="14125" y="23610"/>
                    <a:pt x="17537" y="24803"/>
                  </a:cubicBezTo>
                  <a:cubicBezTo>
                    <a:pt x="19234" y="25403"/>
                    <a:pt x="21000" y="25821"/>
                    <a:pt x="22793" y="26056"/>
                  </a:cubicBezTo>
                  <a:cubicBezTo>
                    <a:pt x="23019" y="26082"/>
                    <a:pt x="23245" y="26117"/>
                    <a:pt x="23472" y="26134"/>
                  </a:cubicBezTo>
                  <a:lnTo>
                    <a:pt x="24142" y="26195"/>
                  </a:lnTo>
                  <a:cubicBezTo>
                    <a:pt x="24368" y="26212"/>
                    <a:pt x="24594" y="26230"/>
                    <a:pt x="24821" y="26247"/>
                  </a:cubicBezTo>
                  <a:lnTo>
                    <a:pt x="25499" y="26265"/>
                  </a:lnTo>
                  <a:cubicBezTo>
                    <a:pt x="25717" y="26273"/>
                    <a:pt x="25952" y="26282"/>
                    <a:pt x="26170" y="26282"/>
                  </a:cubicBezTo>
                  <a:lnTo>
                    <a:pt x="26848" y="26291"/>
                  </a:lnTo>
                  <a:lnTo>
                    <a:pt x="28189" y="26291"/>
                  </a:lnTo>
                  <a:lnTo>
                    <a:pt x="71249" y="26517"/>
                  </a:lnTo>
                  <a:lnTo>
                    <a:pt x="259130" y="26952"/>
                  </a:lnTo>
                  <a:lnTo>
                    <a:pt x="259130" y="25186"/>
                  </a:lnTo>
                  <a:lnTo>
                    <a:pt x="71249" y="25629"/>
                  </a:lnTo>
                  <a:lnTo>
                    <a:pt x="28189" y="25847"/>
                  </a:lnTo>
                  <a:lnTo>
                    <a:pt x="26848" y="25856"/>
                  </a:lnTo>
                  <a:lnTo>
                    <a:pt x="26170" y="25856"/>
                  </a:lnTo>
                  <a:cubicBezTo>
                    <a:pt x="25952" y="25856"/>
                    <a:pt x="25726" y="25856"/>
                    <a:pt x="25508" y="25847"/>
                  </a:cubicBezTo>
                  <a:lnTo>
                    <a:pt x="24838" y="25838"/>
                  </a:lnTo>
                  <a:cubicBezTo>
                    <a:pt x="24620" y="25830"/>
                    <a:pt x="24394" y="25803"/>
                    <a:pt x="24177" y="25795"/>
                  </a:cubicBezTo>
                  <a:lnTo>
                    <a:pt x="23507" y="25743"/>
                  </a:lnTo>
                  <a:cubicBezTo>
                    <a:pt x="23280" y="25725"/>
                    <a:pt x="23063" y="25690"/>
                    <a:pt x="22845" y="25664"/>
                  </a:cubicBezTo>
                  <a:cubicBezTo>
                    <a:pt x="21079" y="25455"/>
                    <a:pt x="19329" y="25064"/>
                    <a:pt x="17641" y="24489"/>
                  </a:cubicBezTo>
                  <a:cubicBezTo>
                    <a:pt x="14264" y="23341"/>
                    <a:pt x="11123" y="21496"/>
                    <a:pt x="8495" y="19076"/>
                  </a:cubicBezTo>
                  <a:cubicBezTo>
                    <a:pt x="5858" y="16666"/>
                    <a:pt x="3717" y="13707"/>
                    <a:pt x="2263" y="10435"/>
                  </a:cubicBezTo>
                  <a:cubicBezTo>
                    <a:pt x="801" y="7171"/>
                    <a:pt x="36" y="3586"/>
                    <a:pt x="18" y="0"/>
                  </a:cubicBezTo>
                  <a:close/>
                </a:path>
              </a:pathLst>
            </a:custGeom>
            <a:gradFill>
              <a:gsLst>
                <a:gs pos="0">
                  <a:schemeClr val="accent1"/>
                </a:gs>
                <a:gs pos="26000">
                  <a:schemeClr val="accent2"/>
                </a:gs>
                <a:gs pos="58000">
                  <a:schemeClr val="accent4"/>
                </a:gs>
                <a:gs pos="100000">
                  <a:schemeClr val="accent5"/>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3"/>
            <p:cNvSpPr/>
            <p:nvPr/>
          </p:nvSpPr>
          <p:spPr>
            <a:xfrm>
              <a:off x="284" y="3845969"/>
              <a:ext cx="9199763" cy="957218"/>
            </a:xfrm>
            <a:custGeom>
              <a:rect b="b" l="l" r="r" t="t"/>
              <a:pathLst>
                <a:path extrusionOk="0" h="26962" w="259130">
                  <a:moveTo>
                    <a:pt x="18" y="1"/>
                  </a:moveTo>
                  <a:lnTo>
                    <a:pt x="18" y="1"/>
                  </a:lnTo>
                  <a:cubicBezTo>
                    <a:pt x="1" y="3595"/>
                    <a:pt x="723" y="7189"/>
                    <a:pt x="2159" y="10487"/>
                  </a:cubicBezTo>
                  <a:cubicBezTo>
                    <a:pt x="3586" y="13786"/>
                    <a:pt x="5710" y="16788"/>
                    <a:pt x="8338" y="19242"/>
                  </a:cubicBezTo>
                  <a:cubicBezTo>
                    <a:pt x="10966" y="21714"/>
                    <a:pt x="14125" y="23611"/>
                    <a:pt x="17537" y="24803"/>
                  </a:cubicBezTo>
                  <a:cubicBezTo>
                    <a:pt x="19234" y="25404"/>
                    <a:pt x="21000" y="25821"/>
                    <a:pt x="22793" y="26056"/>
                  </a:cubicBezTo>
                  <a:cubicBezTo>
                    <a:pt x="23019" y="26082"/>
                    <a:pt x="23245" y="26117"/>
                    <a:pt x="23472" y="26143"/>
                  </a:cubicBezTo>
                  <a:lnTo>
                    <a:pt x="24142" y="26196"/>
                  </a:lnTo>
                  <a:cubicBezTo>
                    <a:pt x="24368" y="26213"/>
                    <a:pt x="24594" y="26239"/>
                    <a:pt x="24821" y="26248"/>
                  </a:cubicBezTo>
                  <a:lnTo>
                    <a:pt x="25499" y="26265"/>
                  </a:lnTo>
                  <a:cubicBezTo>
                    <a:pt x="25717" y="26274"/>
                    <a:pt x="25952" y="26283"/>
                    <a:pt x="26170" y="26283"/>
                  </a:cubicBezTo>
                  <a:lnTo>
                    <a:pt x="26848" y="26291"/>
                  </a:lnTo>
                  <a:lnTo>
                    <a:pt x="28189" y="26300"/>
                  </a:lnTo>
                  <a:lnTo>
                    <a:pt x="71249" y="26518"/>
                  </a:lnTo>
                  <a:lnTo>
                    <a:pt x="259130" y="26961"/>
                  </a:lnTo>
                  <a:lnTo>
                    <a:pt x="259130" y="25186"/>
                  </a:lnTo>
                  <a:lnTo>
                    <a:pt x="71249" y="25630"/>
                  </a:lnTo>
                  <a:lnTo>
                    <a:pt x="28189" y="25856"/>
                  </a:lnTo>
                  <a:lnTo>
                    <a:pt x="26848" y="25856"/>
                  </a:lnTo>
                  <a:lnTo>
                    <a:pt x="26170" y="25865"/>
                  </a:lnTo>
                  <a:cubicBezTo>
                    <a:pt x="25952" y="25865"/>
                    <a:pt x="25726" y="25856"/>
                    <a:pt x="25508" y="25847"/>
                  </a:cubicBezTo>
                  <a:lnTo>
                    <a:pt x="24838" y="25839"/>
                  </a:lnTo>
                  <a:cubicBezTo>
                    <a:pt x="24620" y="25830"/>
                    <a:pt x="24394" y="25813"/>
                    <a:pt x="24177" y="25795"/>
                  </a:cubicBezTo>
                  <a:lnTo>
                    <a:pt x="23507" y="25752"/>
                  </a:lnTo>
                  <a:cubicBezTo>
                    <a:pt x="23280" y="25726"/>
                    <a:pt x="23063" y="25700"/>
                    <a:pt x="22845" y="25673"/>
                  </a:cubicBezTo>
                  <a:cubicBezTo>
                    <a:pt x="21079" y="25456"/>
                    <a:pt x="19329" y="25064"/>
                    <a:pt x="17641" y="24490"/>
                  </a:cubicBezTo>
                  <a:cubicBezTo>
                    <a:pt x="14264" y="23350"/>
                    <a:pt x="11123" y="21505"/>
                    <a:pt x="8495" y="19086"/>
                  </a:cubicBezTo>
                  <a:cubicBezTo>
                    <a:pt x="5858" y="16675"/>
                    <a:pt x="3717" y="13716"/>
                    <a:pt x="2263" y="10444"/>
                  </a:cubicBezTo>
                  <a:cubicBezTo>
                    <a:pt x="801" y="7172"/>
                    <a:pt x="36" y="3595"/>
                    <a:pt x="18" y="1"/>
                  </a:cubicBezTo>
                  <a:close/>
                </a:path>
              </a:pathLst>
            </a:custGeom>
            <a:gradFill>
              <a:gsLst>
                <a:gs pos="0">
                  <a:schemeClr val="accent1"/>
                </a:gs>
                <a:gs pos="26000">
                  <a:schemeClr val="accent2"/>
                </a:gs>
                <a:gs pos="58000">
                  <a:schemeClr val="accent4"/>
                </a:gs>
                <a:gs pos="100000">
                  <a:schemeClr val="accent5"/>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3"/>
            <p:cNvSpPr/>
            <p:nvPr/>
          </p:nvSpPr>
          <p:spPr>
            <a:xfrm>
              <a:off x="284" y="3945485"/>
              <a:ext cx="9199763" cy="956863"/>
            </a:xfrm>
            <a:custGeom>
              <a:rect b="b" l="l" r="r" t="t"/>
              <a:pathLst>
                <a:path extrusionOk="0" h="26952" w="259130">
                  <a:moveTo>
                    <a:pt x="18" y="0"/>
                  </a:moveTo>
                  <a:lnTo>
                    <a:pt x="18" y="0"/>
                  </a:lnTo>
                  <a:cubicBezTo>
                    <a:pt x="1" y="3586"/>
                    <a:pt x="723" y="7180"/>
                    <a:pt x="2159" y="10478"/>
                  </a:cubicBezTo>
                  <a:cubicBezTo>
                    <a:pt x="3586" y="13776"/>
                    <a:pt x="5710" y="16779"/>
                    <a:pt x="8338" y="19241"/>
                  </a:cubicBezTo>
                  <a:cubicBezTo>
                    <a:pt x="10966" y="21704"/>
                    <a:pt x="14125" y="23601"/>
                    <a:pt x="17537" y="24802"/>
                  </a:cubicBezTo>
                  <a:cubicBezTo>
                    <a:pt x="19234" y="25394"/>
                    <a:pt x="21000" y="25812"/>
                    <a:pt x="22793" y="26047"/>
                  </a:cubicBezTo>
                  <a:cubicBezTo>
                    <a:pt x="23019" y="26073"/>
                    <a:pt x="23245" y="26108"/>
                    <a:pt x="23472" y="26134"/>
                  </a:cubicBezTo>
                  <a:lnTo>
                    <a:pt x="24142" y="26186"/>
                  </a:lnTo>
                  <a:cubicBezTo>
                    <a:pt x="24368" y="26204"/>
                    <a:pt x="24594" y="26230"/>
                    <a:pt x="24821" y="26238"/>
                  </a:cubicBezTo>
                  <a:lnTo>
                    <a:pt x="25499" y="26264"/>
                  </a:lnTo>
                  <a:cubicBezTo>
                    <a:pt x="25717" y="26264"/>
                    <a:pt x="25952" y="26273"/>
                    <a:pt x="26170" y="26282"/>
                  </a:cubicBezTo>
                  <a:lnTo>
                    <a:pt x="26848" y="26282"/>
                  </a:lnTo>
                  <a:lnTo>
                    <a:pt x="28189" y="26291"/>
                  </a:lnTo>
                  <a:lnTo>
                    <a:pt x="71249" y="26508"/>
                  </a:lnTo>
                  <a:lnTo>
                    <a:pt x="259130" y="26952"/>
                  </a:lnTo>
                  <a:lnTo>
                    <a:pt x="259130" y="25185"/>
                  </a:lnTo>
                  <a:lnTo>
                    <a:pt x="71249" y="25620"/>
                  </a:lnTo>
                  <a:lnTo>
                    <a:pt x="28189" y="25847"/>
                  </a:lnTo>
                  <a:lnTo>
                    <a:pt x="26848" y="25855"/>
                  </a:lnTo>
                  <a:lnTo>
                    <a:pt x="26170" y="25855"/>
                  </a:lnTo>
                  <a:cubicBezTo>
                    <a:pt x="25952" y="25855"/>
                    <a:pt x="25726" y="25847"/>
                    <a:pt x="25508" y="25847"/>
                  </a:cubicBezTo>
                  <a:lnTo>
                    <a:pt x="24838" y="25829"/>
                  </a:lnTo>
                  <a:cubicBezTo>
                    <a:pt x="24620" y="25821"/>
                    <a:pt x="24394" y="25803"/>
                    <a:pt x="24177" y="25786"/>
                  </a:cubicBezTo>
                  <a:lnTo>
                    <a:pt x="23507" y="25742"/>
                  </a:lnTo>
                  <a:cubicBezTo>
                    <a:pt x="23280" y="25716"/>
                    <a:pt x="23063" y="25690"/>
                    <a:pt x="22845" y="25664"/>
                  </a:cubicBezTo>
                  <a:cubicBezTo>
                    <a:pt x="21079" y="25455"/>
                    <a:pt x="19329" y="25055"/>
                    <a:pt x="17641" y="24480"/>
                  </a:cubicBezTo>
                  <a:cubicBezTo>
                    <a:pt x="14264" y="23340"/>
                    <a:pt x="11123" y="21495"/>
                    <a:pt x="8495" y="19076"/>
                  </a:cubicBezTo>
                  <a:cubicBezTo>
                    <a:pt x="5858" y="16666"/>
                    <a:pt x="3717" y="13707"/>
                    <a:pt x="2263" y="10434"/>
                  </a:cubicBezTo>
                  <a:cubicBezTo>
                    <a:pt x="801" y="7162"/>
                    <a:pt x="36" y="3586"/>
                    <a:pt x="18" y="0"/>
                  </a:cubicBezTo>
                  <a:close/>
                </a:path>
              </a:pathLst>
            </a:custGeom>
            <a:gradFill>
              <a:gsLst>
                <a:gs pos="0">
                  <a:schemeClr val="accent1"/>
                </a:gs>
                <a:gs pos="26000">
                  <a:schemeClr val="accent2"/>
                </a:gs>
                <a:gs pos="58000">
                  <a:schemeClr val="accent4"/>
                </a:gs>
                <a:gs pos="100000">
                  <a:schemeClr val="accent5"/>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284" y="4044646"/>
              <a:ext cx="9199763" cy="956899"/>
            </a:xfrm>
            <a:custGeom>
              <a:rect b="b" l="l" r="r" t="t"/>
              <a:pathLst>
                <a:path extrusionOk="0" h="26953" w="259130">
                  <a:moveTo>
                    <a:pt x="18" y="1"/>
                  </a:moveTo>
                  <a:lnTo>
                    <a:pt x="18" y="1"/>
                  </a:lnTo>
                  <a:cubicBezTo>
                    <a:pt x="1" y="3586"/>
                    <a:pt x="723" y="7180"/>
                    <a:pt x="2159" y="10479"/>
                  </a:cubicBezTo>
                  <a:cubicBezTo>
                    <a:pt x="3586" y="13785"/>
                    <a:pt x="5710" y="16779"/>
                    <a:pt x="8338" y="19242"/>
                  </a:cubicBezTo>
                  <a:cubicBezTo>
                    <a:pt x="10966" y="21705"/>
                    <a:pt x="14125" y="23611"/>
                    <a:pt x="17537" y="24803"/>
                  </a:cubicBezTo>
                  <a:cubicBezTo>
                    <a:pt x="19234" y="25395"/>
                    <a:pt x="21000" y="25812"/>
                    <a:pt x="22793" y="26047"/>
                  </a:cubicBezTo>
                  <a:cubicBezTo>
                    <a:pt x="23019" y="26082"/>
                    <a:pt x="23245" y="26108"/>
                    <a:pt x="23472" y="26134"/>
                  </a:cubicBezTo>
                  <a:lnTo>
                    <a:pt x="24142" y="26187"/>
                  </a:lnTo>
                  <a:cubicBezTo>
                    <a:pt x="24368" y="26204"/>
                    <a:pt x="24594" y="26230"/>
                    <a:pt x="24821" y="26239"/>
                  </a:cubicBezTo>
                  <a:lnTo>
                    <a:pt x="25499" y="26265"/>
                  </a:lnTo>
                  <a:cubicBezTo>
                    <a:pt x="25717" y="26265"/>
                    <a:pt x="25952" y="26282"/>
                    <a:pt x="26170" y="26282"/>
                  </a:cubicBezTo>
                  <a:lnTo>
                    <a:pt x="26848" y="26282"/>
                  </a:lnTo>
                  <a:lnTo>
                    <a:pt x="28189" y="26291"/>
                  </a:lnTo>
                  <a:lnTo>
                    <a:pt x="71249" y="26509"/>
                  </a:lnTo>
                  <a:lnTo>
                    <a:pt x="259130" y="26952"/>
                  </a:lnTo>
                  <a:lnTo>
                    <a:pt x="259130" y="25186"/>
                  </a:lnTo>
                  <a:lnTo>
                    <a:pt x="71249" y="25630"/>
                  </a:lnTo>
                  <a:lnTo>
                    <a:pt x="28189" y="25847"/>
                  </a:lnTo>
                  <a:lnTo>
                    <a:pt x="26848" y="25856"/>
                  </a:lnTo>
                  <a:lnTo>
                    <a:pt x="26170" y="25856"/>
                  </a:lnTo>
                  <a:cubicBezTo>
                    <a:pt x="25952" y="25856"/>
                    <a:pt x="25726" y="25847"/>
                    <a:pt x="25508" y="25847"/>
                  </a:cubicBezTo>
                  <a:lnTo>
                    <a:pt x="24838" y="25830"/>
                  </a:lnTo>
                  <a:cubicBezTo>
                    <a:pt x="24620" y="25830"/>
                    <a:pt x="24394" y="25804"/>
                    <a:pt x="24177" y="25786"/>
                  </a:cubicBezTo>
                  <a:lnTo>
                    <a:pt x="23507" y="25743"/>
                  </a:lnTo>
                  <a:cubicBezTo>
                    <a:pt x="23280" y="25725"/>
                    <a:pt x="23063" y="25691"/>
                    <a:pt x="22845" y="25664"/>
                  </a:cubicBezTo>
                  <a:cubicBezTo>
                    <a:pt x="21079" y="25456"/>
                    <a:pt x="19329" y="25055"/>
                    <a:pt x="17641" y="24490"/>
                  </a:cubicBezTo>
                  <a:cubicBezTo>
                    <a:pt x="14264" y="23341"/>
                    <a:pt x="11123" y="21496"/>
                    <a:pt x="8495" y="19077"/>
                  </a:cubicBezTo>
                  <a:cubicBezTo>
                    <a:pt x="5858" y="16666"/>
                    <a:pt x="3717" y="13707"/>
                    <a:pt x="2263" y="10435"/>
                  </a:cubicBezTo>
                  <a:cubicBezTo>
                    <a:pt x="801" y="7172"/>
                    <a:pt x="36" y="3586"/>
                    <a:pt x="18" y="1"/>
                  </a:cubicBezTo>
                  <a:close/>
                </a:path>
              </a:pathLst>
            </a:custGeom>
            <a:gradFill>
              <a:gsLst>
                <a:gs pos="0">
                  <a:schemeClr val="accent1"/>
                </a:gs>
                <a:gs pos="26000">
                  <a:schemeClr val="accent2"/>
                </a:gs>
                <a:gs pos="58000">
                  <a:schemeClr val="accent4"/>
                </a:gs>
                <a:gs pos="100000">
                  <a:schemeClr val="accent5"/>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2" name="Google Shape;42;p3"/>
          <p:cNvSpPr txBox="1"/>
          <p:nvPr>
            <p:ph type="title"/>
          </p:nvPr>
        </p:nvSpPr>
        <p:spPr>
          <a:xfrm>
            <a:off x="1889250" y="2696525"/>
            <a:ext cx="5342400" cy="1023300"/>
          </a:xfrm>
          <a:prstGeom prst="rect">
            <a:avLst/>
          </a:prstGeom>
        </p:spPr>
        <p:txBody>
          <a:bodyPr anchorCtr="0" anchor="t" bIns="91425" lIns="91425" spcFirstLastPara="1" rIns="91425" wrap="square" tIns="91425">
            <a:noAutofit/>
          </a:bodyPr>
          <a:lstStyle>
            <a:lvl1pPr lvl="0" algn="ctr">
              <a:spcBef>
                <a:spcPts val="0"/>
              </a:spcBef>
              <a:spcAft>
                <a:spcPts val="0"/>
              </a:spcAft>
              <a:buSzPts val="3600"/>
              <a:buNone/>
              <a:defRPr sz="53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43" name="Google Shape;43;p3"/>
          <p:cNvSpPr txBox="1"/>
          <p:nvPr>
            <p:ph hasCustomPrompt="1" idx="2" type="title"/>
          </p:nvPr>
        </p:nvSpPr>
        <p:spPr>
          <a:xfrm>
            <a:off x="0" y="1953725"/>
            <a:ext cx="3195600" cy="841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lgn="r">
              <a:spcBef>
                <a:spcPts val="0"/>
              </a:spcBef>
              <a:spcAft>
                <a:spcPts val="0"/>
              </a:spcAft>
              <a:buClr>
                <a:schemeClr val="lt1"/>
              </a:buClr>
              <a:buSzPts val="6000"/>
              <a:buNone/>
              <a:defRPr sz="7000">
                <a:solidFill>
                  <a:schemeClr val="lt2"/>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4" name="Shape 44"/>
        <p:cNvGrpSpPr/>
        <p:nvPr/>
      </p:nvGrpSpPr>
      <p:grpSpPr>
        <a:xfrm>
          <a:off x="0" y="0"/>
          <a:ext cx="0" cy="0"/>
          <a:chOff x="0" y="0"/>
          <a:chExt cx="0" cy="0"/>
        </a:xfrm>
      </p:grpSpPr>
      <p:pic>
        <p:nvPicPr>
          <p:cNvPr id="45" name="Google Shape;45;p4"/>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46" name="Google Shape;46;p4"/>
          <p:cNvSpPr txBox="1"/>
          <p:nvPr>
            <p:ph idx="1" type="body"/>
          </p:nvPr>
        </p:nvSpPr>
        <p:spPr>
          <a:xfrm>
            <a:off x="720000" y="1215750"/>
            <a:ext cx="7704000" cy="380700"/>
          </a:xfrm>
          <a:prstGeom prst="rect">
            <a:avLst/>
          </a:prstGeom>
        </p:spPr>
        <p:txBody>
          <a:bodyPr anchorCtr="0" anchor="t" bIns="91425" lIns="91425" spcFirstLastPara="1" rIns="91425" wrap="square" tIns="91425">
            <a:noAutofit/>
          </a:bodyPr>
          <a:lstStyle>
            <a:lvl1pPr indent="-304800" lvl="0" marL="457200" rtl="0" algn="ctr">
              <a:lnSpc>
                <a:spcPct val="100000"/>
              </a:lnSpc>
              <a:spcBef>
                <a:spcPts val="0"/>
              </a:spcBef>
              <a:spcAft>
                <a:spcPts val="0"/>
              </a:spcAft>
              <a:buSzPts val="1200"/>
              <a:buFont typeface="Nunito Light"/>
              <a:buChar char="●"/>
              <a:defRPr/>
            </a:lvl1pPr>
            <a:lvl2pPr indent="-304800" lvl="1" marL="914400" rtl="0">
              <a:lnSpc>
                <a:spcPct val="100000"/>
              </a:lnSpc>
              <a:spcBef>
                <a:spcPts val="0"/>
              </a:spcBef>
              <a:spcAft>
                <a:spcPts val="0"/>
              </a:spcAft>
              <a:buSzPts val="1200"/>
              <a:buFont typeface="Nunito Light"/>
              <a:buChar char="○"/>
              <a:defRPr/>
            </a:lvl2pPr>
            <a:lvl3pPr indent="-304800" lvl="2" marL="1371600" rtl="0">
              <a:lnSpc>
                <a:spcPct val="100000"/>
              </a:lnSpc>
              <a:spcBef>
                <a:spcPts val="0"/>
              </a:spcBef>
              <a:spcAft>
                <a:spcPts val="0"/>
              </a:spcAft>
              <a:buSzPts val="1200"/>
              <a:buFont typeface="Nunito Light"/>
              <a:buChar char="■"/>
              <a:defRPr/>
            </a:lvl3pPr>
            <a:lvl4pPr indent="-304800" lvl="3" marL="1828800" rtl="0">
              <a:lnSpc>
                <a:spcPct val="100000"/>
              </a:lnSpc>
              <a:spcBef>
                <a:spcPts val="0"/>
              </a:spcBef>
              <a:spcAft>
                <a:spcPts val="0"/>
              </a:spcAft>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grpSp>
        <p:nvGrpSpPr>
          <p:cNvPr id="47" name="Google Shape;47;p4"/>
          <p:cNvGrpSpPr/>
          <p:nvPr/>
        </p:nvGrpSpPr>
        <p:grpSpPr>
          <a:xfrm>
            <a:off x="154375" y="20"/>
            <a:ext cx="977975" cy="883810"/>
            <a:chOff x="4538725" y="1476075"/>
            <a:chExt cx="977975" cy="727775"/>
          </a:xfrm>
        </p:grpSpPr>
        <p:sp>
          <p:nvSpPr>
            <p:cNvPr id="48" name="Google Shape;48;p4"/>
            <p:cNvSpPr/>
            <p:nvPr/>
          </p:nvSpPr>
          <p:spPr>
            <a:xfrm>
              <a:off x="5496225" y="1476075"/>
              <a:ext cx="20475" cy="727775"/>
            </a:xfrm>
            <a:custGeom>
              <a:rect b="b" l="l" r="r" t="t"/>
              <a:pathLst>
                <a:path extrusionOk="0" h="29111" w="819">
                  <a:moveTo>
                    <a:pt x="1" y="0"/>
                  </a:moveTo>
                  <a:lnTo>
                    <a:pt x="1" y="29110"/>
                  </a:lnTo>
                  <a:lnTo>
                    <a:pt x="819" y="29110"/>
                  </a:lnTo>
                  <a:lnTo>
                    <a:pt x="819" y="0"/>
                  </a:lnTo>
                  <a:close/>
                </a:path>
              </a:pathLst>
            </a:custGeom>
            <a:gradFill>
              <a:gsLst>
                <a:gs pos="0">
                  <a:schemeClr val="accent1"/>
                </a:gs>
                <a:gs pos="26000">
                  <a:schemeClr val="accent2"/>
                </a:gs>
                <a:gs pos="58000">
                  <a:schemeClr val="accent4"/>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4"/>
            <p:cNvSpPr/>
            <p:nvPr/>
          </p:nvSpPr>
          <p:spPr>
            <a:xfrm>
              <a:off x="5409200" y="1476075"/>
              <a:ext cx="20475" cy="727775"/>
            </a:xfrm>
            <a:custGeom>
              <a:rect b="b" l="l" r="r" t="t"/>
              <a:pathLst>
                <a:path extrusionOk="0" h="29111" w="819">
                  <a:moveTo>
                    <a:pt x="0" y="0"/>
                  </a:moveTo>
                  <a:lnTo>
                    <a:pt x="0" y="29110"/>
                  </a:lnTo>
                  <a:lnTo>
                    <a:pt x="819" y="29110"/>
                  </a:lnTo>
                  <a:lnTo>
                    <a:pt x="819" y="0"/>
                  </a:lnTo>
                  <a:close/>
                </a:path>
              </a:pathLst>
            </a:custGeom>
            <a:gradFill>
              <a:gsLst>
                <a:gs pos="0">
                  <a:schemeClr val="accent1"/>
                </a:gs>
                <a:gs pos="26000">
                  <a:schemeClr val="accent2"/>
                </a:gs>
                <a:gs pos="58000">
                  <a:schemeClr val="accent4"/>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4"/>
            <p:cNvSpPr/>
            <p:nvPr/>
          </p:nvSpPr>
          <p:spPr>
            <a:xfrm>
              <a:off x="5322175" y="1476075"/>
              <a:ext cx="20475" cy="727775"/>
            </a:xfrm>
            <a:custGeom>
              <a:rect b="b" l="l" r="r" t="t"/>
              <a:pathLst>
                <a:path extrusionOk="0" h="29111" w="819">
                  <a:moveTo>
                    <a:pt x="0" y="0"/>
                  </a:moveTo>
                  <a:lnTo>
                    <a:pt x="0" y="29110"/>
                  </a:lnTo>
                  <a:lnTo>
                    <a:pt x="819" y="29110"/>
                  </a:lnTo>
                  <a:lnTo>
                    <a:pt x="819" y="0"/>
                  </a:lnTo>
                  <a:close/>
                </a:path>
              </a:pathLst>
            </a:custGeom>
            <a:gradFill>
              <a:gsLst>
                <a:gs pos="0">
                  <a:schemeClr val="accent1"/>
                </a:gs>
                <a:gs pos="26000">
                  <a:schemeClr val="accent2"/>
                </a:gs>
                <a:gs pos="58000">
                  <a:schemeClr val="accent4"/>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5235150" y="1476075"/>
              <a:ext cx="20250" cy="727775"/>
            </a:xfrm>
            <a:custGeom>
              <a:rect b="b" l="l" r="r" t="t"/>
              <a:pathLst>
                <a:path extrusionOk="0" h="29111" w="810">
                  <a:moveTo>
                    <a:pt x="0" y="0"/>
                  </a:moveTo>
                  <a:lnTo>
                    <a:pt x="0" y="29110"/>
                  </a:lnTo>
                  <a:lnTo>
                    <a:pt x="810" y="29110"/>
                  </a:lnTo>
                  <a:lnTo>
                    <a:pt x="810" y="0"/>
                  </a:lnTo>
                  <a:close/>
                </a:path>
              </a:pathLst>
            </a:custGeom>
            <a:gradFill>
              <a:gsLst>
                <a:gs pos="0">
                  <a:schemeClr val="accent1"/>
                </a:gs>
                <a:gs pos="26000">
                  <a:schemeClr val="accent2"/>
                </a:gs>
                <a:gs pos="58000">
                  <a:schemeClr val="accent4"/>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5148125" y="1476075"/>
              <a:ext cx="20250" cy="727775"/>
            </a:xfrm>
            <a:custGeom>
              <a:rect b="b" l="l" r="r" t="t"/>
              <a:pathLst>
                <a:path extrusionOk="0" h="29111" w="810">
                  <a:moveTo>
                    <a:pt x="0" y="0"/>
                  </a:moveTo>
                  <a:lnTo>
                    <a:pt x="0" y="29110"/>
                  </a:lnTo>
                  <a:lnTo>
                    <a:pt x="810" y="29110"/>
                  </a:lnTo>
                  <a:lnTo>
                    <a:pt x="810" y="0"/>
                  </a:lnTo>
                  <a:close/>
                </a:path>
              </a:pathLst>
            </a:custGeom>
            <a:gradFill>
              <a:gsLst>
                <a:gs pos="0">
                  <a:schemeClr val="accent1"/>
                </a:gs>
                <a:gs pos="26000">
                  <a:schemeClr val="accent2"/>
                </a:gs>
                <a:gs pos="58000">
                  <a:schemeClr val="accent4"/>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p:nvPr/>
          </p:nvSpPr>
          <p:spPr>
            <a:xfrm>
              <a:off x="5060875" y="1476075"/>
              <a:ext cx="20475" cy="727775"/>
            </a:xfrm>
            <a:custGeom>
              <a:rect b="b" l="l" r="r" t="t"/>
              <a:pathLst>
                <a:path extrusionOk="0" h="29111" w="819">
                  <a:moveTo>
                    <a:pt x="1" y="0"/>
                  </a:moveTo>
                  <a:lnTo>
                    <a:pt x="1" y="29110"/>
                  </a:lnTo>
                  <a:lnTo>
                    <a:pt x="819" y="29110"/>
                  </a:lnTo>
                  <a:lnTo>
                    <a:pt x="819" y="0"/>
                  </a:lnTo>
                  <a:close/>
                </a:path>
              </a:pathLst>
            </a:custGeom>
            <a:gradFill>
              <a:gsLst>
                <a:gs pos="0">
                  <a:schemeClr val="accent1"/>
                </a:gs>
                <a:gs pos="26000">
                  <a:schemeClr val="accent2"/>
                </a:gs>
                <a:gs pos="58000">
                  <a:schemeClr val="accent4"/>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4"/>
            <p:cNvSpPr/>
            <p:nvPr/>
          </p:nvSpPr>
          <p:spPr>
            <a:xfrm>
              <a:off x="4973850" y="1476075"/>
              <a:ext cx="20475" cy="727775"/>
            </a:xfrm>
            <a:custGeom>
              <a:rect b="b" l="l" r="r" t="t"/>
              <a:pathLst>
                <a:path extrusionOk="0" h="29111" w="819">
                  <a:moveTo>
                    <a:pt x="1" y="0"/>
                  </a:moveTo>
                  <a:lnTo>
                    <a:pt x="1" y="29110"/>
                  </a:lnTo>
                  <a:lnTo>
                    <a:pt x="819" y="29110"/>
                  </a:lnTo>
                  <a:lnTo>
                    <a:pt x="819" y="0"/>
                  </a:lnTo>
                  <a:close/>
                </a:path>
              </a:pathLst>
            </a:custGeom>
            <a:gradFill>
              <a:gsLst>
                <a:gs pos="0">
                  <a:schemeClr val="accent1"/>
                </a:gs>
                <a:gs pos="26000">
                  <a:schemeClr val="accent2"/>
                </a:gs>
                <a:gs pos="58000">
                  <a:schemeClr val="accent4"/>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4"/>
            <p:cNvSpPr/>
            <p:nvPr/>
          </p:nvSpPr>
          <p:spPr>
            <a:xfrm>
              <a:off x="4886825" y="1476075"/>
              <a:ext cx="20475" cy="727775"/>
            </a:xfrm>
            <a:custGeom>
              <a:rect b="b" l="l" r="r" t="t"/>
              <a:pathLst>
                <a:path extrusionOk="0" h="29111" w="819">
                  <a:moveTo>
                    <a:pt x="1" y="0"/>
                  </a:moveTo>
                  <a:lnTo>
                    <a:pt x="1" y="29110"/>
                  </a:lnTo>
                  <a:lnTo>
                    <a:pt x="819" y="29110"/>
                  </a:lnTo>
                  <a:lnTo>
                    <a:pt x="819" y="0"/>
                  </a:lnTo>
                  <a:close/>
                </a:path>
              </a:pathLst>
            </a:custGeom>
            <a:gradFill>
              <a:gsLst>
                <a:gs pos="0">
                  <a:schemeClr val="accent1"/>
                </a:gs>
                <a:gs pos="26000">
                  <a:schemeClr val="accent2"/>
                </a:gs>
                <a:gs pos="58000">
                  <a:schemeClr val="accent4"/>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4"/>
            <p:cNvSpPr/>
            <p:nvPr/>
          </p:nvSpPr>
          <p:spPr>
            <a:xfrm>
              <a:off x="4799800" y="1476075"/>
              <a:ext cx="20475" cy="727775"/>
            </a:xfrm>
            <a:custGeom>
              <a:rect b="b" l="l" r="r" t="t"/>
              <a:pathLst>
                <a:path extrusionOk="0" h="29111" w="819">
                  <a:moveTo>
                    <a:pt x="1" y="0"/>
                  </a:moveTo>
                  <a:lnTo>
                    <a:pt x="1" y="29110"/>
                  </a:lnTo>
                  <a:lnTo>
                    <a:pt x="819" y="29110"/>
                  </a:lnTo>
                  <a:lnTo>
                    <a:pt x="819" y="0"/>
                  </a:lnTo>
                  <a:close/>
                </a:path>
              </a:pathLst>
            </a:custGeom>
            <a:gradFill>
              <a:gsLst>
                <a:gs pos="0">
                  <a:schemeClr val="accent1"/>
                </a:gs>
                <a:gs pos="26000">
                  <a:schemeClr val="accent2"/>
                </a:gs>
                <a:gs pos="58000">
                  <a:schemeClr val="accent4"/>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4"/>
            <p:cNvSpPr/>
            <p:nvPr/>
          </p:nvSpPr>
          <p:spPr>
            <a:xfrm>
              <a:off x="4712775" y="1476075"/>
              <a:ext cx="20475" cy="727775"/>
            </a:xfrm>
            <a:custGeom>
              <a:rect b="b" l="l" r="r" t="t"/>
              <a:pathLst>
                <a:path extrusionOk="0" h="29111" w="819">
                  <a:moveTo>
                    <a:pt x="0" y="0"/>
                  </a:moveTo>
                  <a:lnTo>
                    <a:pt x="0" y="29110"/>
                  </a:lnTo>
                  <a:lnTo>
                    <a:pt x="819" y="29110"/>
                  </a:lnTo>
                  <a:lnTo>
                    <a:pt x="819" y="0"/>
                  </a:lnTo>
                  <a:close/>
                </a:path>
              </a:pathLst>
            </a:custGeom>
            <a:gradFill>
              <a:gsLst>
                <a:gs pos="0">
                  <a:schemeClr val="accent1"/>
                </a:gs>
                <a:gs pos="26000">
                  <a:schemeClr val="accent2"/>
                </a:gs>
                <a:gs pos="58000">
                  <a:schemeClr val="accent4"/>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4"/>
            <p:cNvSpPr/>
            <p:nvPr/>
          </p:nvSpPr>
          <p:spPr>
            <a:xfrm>
              <a:off x="4625750" y="1476075"/>
              <a:ext cx="20475" cy="727775"/>
            </a:xfrm>
            <a:custGeom>
              <a:rect b="b" l="l" r="r" t="t"/>
              <a:pathLst>
                <a:path extrusionOk="0" h="29111" w="819">
                  <a:moveTo>
                    <a:pt x="0" y="0"/>
                  </a:moveTo>
                  <a:lnTo>
                    <a:pt x="0" y="29110"/>
                  </a:lnTo>
                  <a:lnTo>
                    <a:pt x="818" y="29110"/>
                  </a:lnTo>
                  <a:lnTo>
                    <a:pt x="818" y="0"/>
                  </a:lnTo>
                  <a:close/>
                </a:path>
              </a:pathLst>
            </a:custGeom>
            <a:gradFill>
              <a:gsLst>
                <a:gs pos="0">
                  <a:schemeClr val="accent1"/>
                </a:gs>
                <a:gs pos="26000">
                  <a:schemeClr val="accent2"/>
                </a:gs>
                <a:gs pos="58000">
                  <a:schemeClr val="accent4"/>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4"/>
            <p:cNvSpPr/>
            <p:nvPr/>
          </p:nvSpPr>
          <p:spPr>
            <a:xfrm>
              <a:off x="4538725" y="1476075"/>
              <a:ext cx="20475" cy="727775"/>
            </a:xfrm>
            <a:custGeom>
              <a:rect b="b" l="l" r="r" t="t"/>
              <a:pathLst>
                <a:path extrusionOk="0" h="29111" w="819">
                  <a:moveTo>
                    <a:pt x="0" y="0"/>
                  </a:moveTo>
                  <a:lnTo>
                    <a:pt x="0" y="29110"/>
                  </a:lnTo>
                  <a:lnTo>
                    <a:pt x="818" y="29110"/>
                  </a:lnTo>
                  <a:lnTo>
                    <a:pt x="818" y="0"/>
                  </a:lnTo>
                  <a:close/>
                </a:path>
              </a:pathLst>
            </a:custGeom>
            <a:gradFill>
              <a:gsLst>
                <a:gs pos="0">
                  <a:schemeClr val="accent1"/>
                </a:gs>
                <a:gs pos="26000">
                  <a:schemeClr val="accent2"/>
                </a:gs>
                <a:gs pos="58000">
                  <a:schemeClr val="accent4"/>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 name="Google Shape;60;p4"/>
          <p:cNvGrpSpPr/>
          <p:nvPr/>
        </p:nvGrpSpPr>
        <p:grpSpPr>
          <a:xfrm rot="10800000">
            <a:off x="8015146" y="4259695"/>
            <a:ext cx="977975" cy="883810"/>
            <a:chOff x="4538725" y="1476075"/>
            <a:chExt cx="977975" cy="727775"/>
          </a:xfrm>
        </p:grpSpPr>
        <p:sp>
          <p:nvSpPr>
            <p:cNvPr id="61" name="Google Shape;61;p4"/>
            <p:cNvSpPr/>
            <p:nvPr/>
          </p:nvSpPr>
          <p:spPr>
            <a:xfrm>
              <a:off x="5496225" y="1476075"/>
              <a:ext cx="20475" cy="727775"/>
            </a:xfrm>
            <a:custGeom>
              <a:rect b="b" l="l" r="r" t="t"/>
              <a:pathLst>
                <a:path extrusionOk="0" h="29111" w="819">
                  <a:moveTo>
                    <a:pt x="1" y="0"/>
                  </a:moveTo>
                  <a:lnTo>
                    <a:pt x="1" y="29110"/>
                  </a:lnTo>
                  <a:lnTo>
                    <a:pt x="819" y="29110"/>
                  </a:lnTo>
                  <a:lnTo>
                    <a:pt x="819" y="0"/>
                  </a:lnTo>
                  <a:close/>
                </a:path>
              </a:pathLst>
            </a:custGeom>
            <a:gradFill>
              <a:gsLst>
                <a:gs pos="0">
                  <a:schemeClr val="accent1"/>
                </a:gs>
                <a:gs pos="26000">
                  <a:schemeClr val="accent2"/>
                </a:gs>
                <a:gs pos="58000">
                  <a:schemeClr val="accent4"/>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4"/>
            <p:cNvSpPr/>
            <p:nvPr/>
          </p:nvSpPr>
          <p:spPr>
            <a:xfrm>
              <a:off x="5409200" y="1476075"/>
              <a:ext cx="20475" cy="727775"/>
            </a:xfrm>
            <a:custGeom>
              <a:rect b="b" l="l" r="r" t="t"/>
              <a:pathLst>
                <a:path extrusionOk="0" h="29111" w="819">
                  <a:moveTo>
                    <a:pt x="0" y="0"/>
                  </a:moveTo>
                  <a:lnTo>
                    <a:pt x="0" y="29110"/>
                  </a:lnTo>
                  <a:lnTo>
                    <a:pt x="819" y="29110"/>
                  </a:lnTo>
                  <a:lnTo>
                    <a:pt x="819" y="0"/>
                  </a:lnTo>
                  <a:close/>
                </a:path>
              </a:pathLst>
            </a:custGeom>
            <a:gradFill>
              <a:gsLst>
                <a:gs pos="0">
                  <a:schemeClr val="accent1"/>
                </a:gs>
                <a:gs pos="26000">
                  <a:schemeClr val="accent2"/>
                </a:gs>
                <a:gs pos="58000">
                  <a:schemeClr val="accent4"/>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4"/>
            <p:cNvSpPr/>
            <p:nvPr/>
          </p:nvSpPr>
          <p:spPr>
            <a:xfrm>
              <a:off x="5322175" y="1476075"/>
              <a:ext cx="20475" cy="727775"/>
            </a:xfrm>
            <a:custGeom>
              <a:rect b="b" l="l" r="r" t="t"/>
              <a:pathLst>
                <a:path extrusionOk="0" h="29111" w="819">
                  <a:moveTo>
                    <a:pt x="0" y="0"/>
                  </a:moveTo>
                  <a:lnTo>
                    <a:pt x="0" y="29110"/>
                  </a:lnTo>
                  <a:lnTo>
                    <a:pt x="819" y="29110"/>
                  </a:lnTo>
                  <a:lnTo>
                    <a:pt x="819" y="0"/>
                  </a:lnTo>
                  <a:close/>
                </a:path>
              </a:pathLst>
            </a:custGeom>
            <a:gradFill>
              <a:gsLst>
                <a:gs pos="0">
                  <a:schemeClr val="accent1"/>
                </a:gs>
                <a:gs pos="26000">
                  <a:schemeClr val="accent2"/>
                </a:gs>
                <a:gs pos="58000">
                  <a:schemeClr val="accent4"/>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4"/>
            <p:cNvSpPr/>
            <p:nvPr/>
          </p:nvSpPr>
          <p:spPr>
            <a:xfrm>
              <a:off x="5235150" y="1476075"/>
              <a:ext cx="20250" cy="727775"/>
            </a:xfrm>
            <a:custGeom>
              <a:rect b="b" l="l" r="r" t="t"/>
              <a:pathLst>
                <a:path extrusionOk="0" h="29111" w="810">
                  <a:moveTo>
                    <a:pt x="0" y="0"/>
                  </a:moveTo>
                  <a:lnTo>
                    <a:pt x="0" y="29110"/>
                  </a:lnTo>
                  <a:lnTo>
                    <a:pt x="810" y="29110"/>
                  </a:lnTo>
                  <a:lnTo>
                    <a:pt x="810" y="0"/>
                  </a:lnTo>
                  <a:close/>
                </a:path>
              </a:pathLst>
            </a:custGeom>
            <a:gradFill>
              <a:gsLst>
                <a:gs pos="0">
                  <a:schemeClr val="accent1"/>
                </a:gs>
                <a:gs pos="26000">
                  <a:schemeClr val="accent2"/>
                </a:gs>
                <a:gs pos="58000">
                  <a:schemeClr val="accent4"/>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4"/>
            <p:cNvSpPr/>
            <p:nvPr/>
          </p:nvSpPr>
          <p:spPr>
            <a:xfrm>
              <a:off x="5148125" y="1476075"/>
              <a:ext cx="20250" cy="727775"/>
            </a:xfrm>
            <a:custGeom>
              <a:rect b="b" l="l" r="r" t="t"/>
              <a:pathLst>
                <a:path extrusionOk="0" h="29111" w="810">
                  <a:moveTo>
                    <a:pt x="0" y="0"/>
                  </a:moveTo>
                  <a:lnTo>
                    <a:pt x="0" y="29110"/>
                  </a:lnTo>
                  <a:lnTo>
                    <a:pt x="810" y="29110"/>
                  </a:lnTo>
                  <a:lnTo>
                    <a:pt x="810" y="0"/>
                  </a:lnTo>
                  <a:close/>
                </a:path>
              </a:pathLst>
            </a:custGeom>
            <a:gradFill>
              <a:gsLst>
                <a:gs pos="0">
                  <a:schemeClr val="accent1"/>
                </a:gs>
                <a:gs pos="26000">
                  <a:schemeClr val="accent2"/>
                </a:gs>
                <a:gs pos="58000">
                  <a:schemeClr val="accent4"/>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4"/>
            <p:cNvSpPr/>
            <p:nvPr/>
          </p:nvSpPr>
          <p:spPr>
            <a:xfrm>
              <a:off x="5060875" y="1476075"/>
              <a:ext cx="20475" cy="727775"/>
            </a:xfrm>
            <a:custGeom>
              <a:rect b="b" l="l" r="r" t="t"/>
              <a:pathLst>
                <a:path extrusionOk="0" h="29111" w="819">
                  <a:moveTo>
                    <a:pt x="1" y="0"/>
                  </a:moveTo>
                  <a:lnTo>
                    <a:pt x="1" y="29110"/>
                  </a:lnTo>
                  <a:lnTo>
                    <a:pt x="819" y="29110"/>
                  </a:lnTo>
                  <a:lnTo>
                    <a:pt x="819" y="0"/>
                  </a:lnTo>
                  <a:close/>
                </a:path>
              </a:pathLst>
            </a:custGeom>
            <a:gradFill>
              <a:gsLst>
                <a:gs pos="0">
                  <a:schemeClr val="accent1"/>
                </a:gs>
                <a:gs pos="26000">
                  <a:schemeClr val="accent2"/>
                </a:gs>
                <a:gs pos="58000">
                  <a:schemeClr val="accent4"/>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4"/>
            <p:cNvSpPr/>
            <p:nvPr/>
          </p:nvSpPr>
          <p:spPr>
            <a:xfrm>
              <a:off x="4973850" y="1476075"/>
              <a:ext cx="20475" cy="727775"/>
            </a:xfrm>
            <a:custGeom>
              <a:rect b="b" l="l" r="r" t="t"/>
              <a:pathLst>
                <a:path extrusionOk="0" h="29111" w="819">
                  <a:moveTo>
                    <a:pt x="1" y="0"/>
                  </a:moveTo>
                  <a:lnTo>
                    <a:pt x="1" y="29110"/>
                  </a:lnTo>
                  <a:lnTo>
                    <a:pt x="819" y="29110"/>
                  </a:lnTo>
                  <a:lnTo>
                    <a:pt x="819" y="0"/>
                  </a:lnTo>
                  <a:close/>
                </a:path>
              </a:pathLst>
            </a:custGeom>
            <a:gradFill>
              <a:gsLst>
                <a:gs pos="0">
                  <a:schemeClr val="accent1"/>
                </a:gs>
                <a:gs pos="26000">
                  <a:schemeClr val="accent2"/>
                </a:gs>
                <a:gs pos="58000">
                  <a:schemeClr val="accent4"/>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4"/>
            <p:cNvSpPr/>
            <p:nvPr/>
          </p:nvSpPr>
          <p:spPr>
            <a:xfrm>
              <a:off x="4886825" y="1476075"/>
              <a:ext cx="20475" cy="727775"/>
            </a:xfrm>
            <a:custGeom>
              <a:rect b="b" l="l" r="r" t="t"/>
              <a:pathLst>
                <a:path extrusionOk="0" h="29111" w="819">
                  <a:moveTo>
                    <a:pt x="1" y="0"/>
                  </a:moveTo>
                  <a:lnTo>
                    <a:pt x="1" y="29110"/>
                  </a:lnTo>
                  <a:lnTo>
                    <a:pt x="819" y="29110"/>
                  </a:lnTo>
                  <a:lnTo>
                    <a:pt x="819" y="0"/>
                  </a:lnTo>
                  <a:close/>
                </a:path>
              </a:pathLst>
            </a:custGeom>
            <a:gradFill>
              <a:gsLst>
                <a:gs pos="0">
                  <a:schemeClr val="accent1"/>
                </a:gs>
                <a:gs pos="26000">
                  <a:schemeClr val="accent2"/>
                </a:gs>
                <a:gs pos="58000">
                  <a:schemeClr val="accent4"/>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4"/>
            <p:cNvSpPr/>
            <p:nvPr/>
          </p:nvSpPr>
          <p:spPr>
            <a:xfrm>
              <a:off x="4799800" y="1476075"/>
              <a:ext cx="20475" cy="727775"/>
            </a:xfrm>
            <a:custGeom>
              <a:rect b="b" l="l" r="r" t="t"/>
              <a:pathLst>
                <a:path extrusionOk="0" h="29111" w="819">
                  <a:moveTo>
                    <a:pt x="1" y="0"/>
                  </a:moveTo>
                  <a:lnTo>
                    <a:pt x="1" y="29110"/>
                  </a:lnTo>
                  <a:lnTo>
                    <a:pt x="819" y="29110"/>
                  </a:lnTo>
                  <a:lnTo>
                    <a:pt x="819" y="0"/>
                  </a:lnTo>
                  <a:close/>
                </a:path>
              </a:pathLst>
            </a:custGeom>
            <a:gradFill>
              <a:gsLst>
                <a:gs pos="0">
                  <a:schemeClr val="accent1"/>
                </a:gs>
                <a:gs pos="26000">
                  <a:schemeClr val="accent2"/>
                </a:gs>
                <a:gs pos="58000">
                  <a:schemeClr val="accent4"/>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4"/>
            <p:cNvSpPr/>
            <p:nvPr/>
          </p:nvSpPr>
          <p:spPr>
            <a:xfrm>
              <a:off x="4712775" y="1476075"/>
              <a:ext cx="20475" cy="727775"/>
            </a:xfrm>
            <a:custGeom>
              <a:rect b="b" l="l" r="r" t="t"/>
              <a:pathLst>
                <a:path extrusionOk="0" h="29111" w="819">
                  <a:moveTo>
                    <a:pt x="0" y="0"/>
                  </a:moveTo>
                  <a:lnTo>
                    <a:pt x="0" y="29110"/>
                  </a:lnTo>
                  <a:lnTo>
                    <a:pt x="819" y="29110"/>
                  </a:lnTo>
                  <a:lnTo>
                    <a:pt x="819" y="0"/>
                  </a:lnTo>
                  <a:close/>
                </a:path>
              </a:pathLst>
            </a:custGeom>
            <a:gradFill>
              <a:gsLst>
                <a:gs pos="0">
                  <a:schemeClr val="accent1"/>
                </a:gs>
                <a:gs pos="26000">
                  <a:schemeClr val="accent2"/>
                </a:gs>
                <a:gs pos="58000">
                  <a:schemeClr val="accent4"/>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4"/>
            <p:cNvSpPr/>
            <p:nvPr/>
          </p:nvSpPr>
          <p:spPr>
            <a:xfrm>
              <a:off x="4625750" y="1476075"/>
              <a:ext cx="20475" cy="727775"/>
            </a:xfrm>
            <a:custGeom>
              <a:rect b="b" l="l" r="r" t="t"/>
              <a:pathLst>
                <a:path extrusionOk="0" h="29111" w="819">
                  <a:moveTo>
                    <a:pt x="0" y="0"/>
                  </a:moveTo>
                  <a:lnTo>
                    <a:pt x="0" y="29110"/>
                  </a:lnTo>
                  <a:lnTo>
                    <a:pt x="818" y="29110"/>
                  </a:lnTo>
                  <a:lnTo>
                    <a:pt x="818" y="0"/>
                  </a:lnTo>
                  <a:close/>
                </a:path>
              </a:pathLst>
            </a:custGeom>
            <a:gradFill>
              <a:gsLst>
                <a:gs pos="0">
                  <a:schemeClr val="accent1"/>
                </a:gs>
                <a:gs pos="26000">
                  <a:schemeClr val="accent2"/>
                </a:gs>
                <a:gs pos="58000">
                  <a:schemeClr val="accent4"/>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4"/>
            <p:cNvSpPr/>
            <p:nvPr/>
          </p:nvSpPr>
          <p:spPr>
            <a:xfrm>
              <a:off x="4538725" y="1476075"/>
              <a:ext cx="20475" cy="727775"/>
            </a:xfrm>
            <a:custGeom>
              <a:rect b="b" l="l" r="r" t="t"/>
              <a:pathLst>
                <a:path extrusionOk="0" h="29111" w="819">
                  <a:moveTo>
                    <a:pt x="0" y="0"/>
                  </a:moveTo>
                  <a:lnTo>
                    <a:pt x="0" y="29110"/>
                  </a:lnTo>
                  <a:lnTo>
                    <a:pt x="818" y="29110"/>
                  </a:lnTo>
                  <a:lnTo>
                    <a:pt x="818" y="0"/>
                  </a:lnTo>
                  <a:close/>
                </a:path>
              </a:pathLst>
            </a:custGeom>
            <a:gradFill>
              <a:gsLst>
                <a:gs pos="0">
                  <a:schemeClr val="accent1"/>
                </a:gs>
                <a:gs pos="26000">
                  <a:schemeClr val="accent2"/>
                </a:gs>
                <a:gs pos="58000">
                  <a:schemeClr val="accent4"/>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3" name="Google Shape;73;p4"/>
          <p:cNvSpPr txBox="1"/>
          <p:nvPr>
            <p:ph type="title"/>
          </p:nvPr>
        </p:nvSpPr>
        <p:spPr>
          <a:xfrm>
            <a:off x="713225" y="554992"/>
            <a:ext cx="7717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1pPr>
            <a:lvl2pPr lvl="1"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2pPr>
            <a:lvl3pPr lvl="2"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3pPr>
            <a:lvl4pPr lvl="3"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4pPr>
            <a:lvl5pPr lvl="4"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5pPr>
            <a:lvl6pPr lvl="5"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6pPr>
            <a:lvl7pPr lvl="6"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7pPr>
            <a:lvl8pPr lvl="7"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8pPr>
            <a:lvl9pPr lvl="8"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4" name="Shape 74"/>
        <p:cNvGrpSpPr/>
        <p:nvPr/>
      </p:nvGrpSpPr>
      <p:grpSpPr>
        <a:xfrm>
          <a:off x="0" y="0"/>
          <a:ext cx="0" cy="0"/>
          <a:chOff x="0" y="0"/>
          <a:chExt cx="0" cy="0"/>
        </a:xfrm>
      </p:grpSpPr>
      <p:pic>
        <p:nvPicPr>
          <p:cNvPr id="75" name="Google Shape;75;p5"/>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76" name="Google Shape;76;p5"/>
          <p:cNvSpPr txBox="1"/>
          <p:nvPr>
            <p:ph idx="1" type="subTitle"/>
          </p:nvPr>
        </p:nvSpPr>
        <p:spPr>
          <a:xfrm>
            <a:off x="4861354" y="2800400"/>
            <a:ext cx="3212100" cy="1276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77" name="Google Shape;77;p5"/>
          <p:cNvSpPr txBox="1"/>
          <p:nvPr>
            <p:ph idx="2" type="subTitle"/>
          </p:nvPr>
        </p:nvSpPr>
        <p:spPr>
          <a:xfrm>
            <a:off x="1070546" y="2800400"/>
            <a:ext cx="3212100" cy="1276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78" name="Google Shape;78;p5"/>
          <p:cNvSpPr txBox="1"/>
          <p:nvPr>
            <p:ph idx="3" type="subTitle"/>
          </p:nvPr>
        </p:nvSpPr>
        <p:spPr>
          <a:xfrm>
            <a:off x="1070546" y="2395625"/>
            <a:ext cx="3212100" cy="408600"/>
          </a:xfrm>
          <a:prstGeom prst="rect">
            <a:avLst/>
          </a:prstGeom>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lnSpc>
                <a:spcPct val="100000"/>
              </a:lnSpc>
              <a:spcBef>
                <a:spcPts val="0"/>
              </a:spcBef>
              <a:spcAft>
                <a:spcPts val="0"/>
              </a:spcAft>
              <a:buSzPts val="2400"/>
              <a:buFont typeface="Bebas Neue"/>
              <a:buNone/>
              <a:defRPr sz="2400">
                <a:solidFill>
                  <a:schemeClr val="dk1"/>
                </a:solidFill>
                <a:latin typeface="Fira Sans Condensed SemiBold"/>
                <a:ea typeface="Fira Sans Condensed SemiBold"/>
                <a:cs typeface="Fira Sans Condensed SemiBold"/>
                <a:sym typeface="Fira Sans Condensed Semi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9" name="Google Shape;79;p5"/>
          <p:cNvSpPr txBox="1"/>
          <p:nvPr>
            <p:ph idx="4" type="subTitle"/>
          </p:nvPr>
        </p:nvSpPr>
        <p:spPr>
          <a:xfrm>
            <a:off x="4861354" y="2395625"/>
            <a:ext cx="3212100" cy="408600"/>
          </a:xfrm>
          <a:prstGeom prst="rect">
            <a:avLst/>
          </a:prstGeom>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lnSpc>
                <a:spcPct val="100000"/>
              </a:lnSpc>
              <a:spcBef>
                <a:spcPts val="0"/>
              </a:spcBef>
              <a:spcAft>
                <a:spcPts val="0"/>
              </a:spcAft>
              <a:buSzPts val="2400"/>
              <a:buFont typeface="Bebas Neue"/>
              <a:buNone/>
              <a:defRPr sz="2400">
                <a:solidFill>
                  <a:schemeClr val="dk1"/>
                </a:solidFill>
                <a:latin typeface="Fira Sans Condensed SemiBold"/>
                <a:ea typeface="Fira Sans Condensed SemiBold"/>
                <a:cs typeface="Fira Sans Condensed SemiBold"/>
                <a:sym typeface="Fira Sans Condensed Semi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80" name="Google Shape;80;p5"/>
          <p:cNvGrpSpPr/>
          <p:nvPr/>
        </p:nvGrpSpPr>
        <p:grpSpPr>
          <a:xfrm rot="-5400000">
            <a:off x="-4382425" y="-2748571"/>
            <a:ext cx="9200047" cy="1453095"/>
            <a:chOff x="0" y="3548450"/>
            <a:chExt cx="9200047" cy="1453095"/>
          </a:xfrm>
        </p:grpSpPr>
        <p:sp>
          <p:nvSpPr>
            <p:cNvPr id="81" name="Google Shape;81;p5"/>
            <p:cNvSpPr/>
            <p:nvPr/>
          </p:nvSpPr>
          <p:spPr>
            <a:xfrm>
              <a:off x="0" y="3548450"/>
              <a:ext cx="9200047" cy="956899"/>
            </a:xfrm>
            <a:custGeom>
              <a:rect b="b" l="l" r="r" t="t"/>
              <a:pathLst>
                <a:path extrusionOk="0" h="26953" w="259138">
                  <a:moveTo>
                    <a:pt x="26" y="0"/>
                  </a:moveTo>
                  <a:lnTo>
                    <a:pt x="26" y="0"/>
                  </a:lnTo>
                  <a:cubicBezTo>
                    <a:pt x="0" y="3586"/>
                    <a:pt x="731" y="7180"/>
                    <a:pt x="2167" y="10478"/>
                  </a:cubicBezTo>
                  <a:cubicBezTo>
                    <a:pt x="3594" y="13776"/>
                    <a:pt x="5718" y="16779"/>
                    <a:pt x="8346" y="19242"/>
                  </a:cubicBezTo>
                  <a:cubicBezTo>
                    <a:pt x="10974" y="21704"/>
                    <a:pt x="14133" y="23602"/>
                    <a:pt x="17545" y="24794"/>
                  </a:cubicBezTo>
                  <a:cubicBezTo>
                    <a:pt x="19242" y="25394"/>
                    <a:pt x="21008" y="25812"/>
                    <a:pt x="22801" y="26047"/>
                  </a:cubicBezTo>
                  <a:cubicBezTo>
                    <a:pt x="23027" y="26073"/>
                    <a:pt x="23253" y="26108"/>
                    <a:pt x="23471" y="26134"/>
                  </a:cubicBezTo>
                  <a:lnTo>
                    <a:pt x="24150" y="26186"/>
                  </a:lnTo>
                  <a:cubicBezTo>
                    <a:pt x="24376" y="26204"/>
                    <a:pt x="24602" y="26230"/>
                    <a:pt x="24829" y="26239"/>
                  </a:cubicBezTo>
                  <a:lnTo>
                    <a:pt x="25507" y="26256"/>
                  </a:lnTo>
                  <a:cubicBezTo>
                    <a:pt x="25725" y="26265"/>
                    <a:pt x="25960" y="26273"/>
                    <a:pt x="26178" y="26282"/>
                  </a:cubicBezTo>
                  <a:lnTo>
                    <a:pt x="26856" y="26282"/>
                  </a:lnTo>
                  <a:lnTo>
                    <a:pt x="28197" y="26291"/>
                  </a:lnTo>
                  <a:lnTo>
                    <a:pt x="71257" y="26508"/>
                  </a:lnTo>
                  <a:lnTo>
                    <a:pt x="259138" y="26952"/>
                  </a:lnTo>
                  <a:lnTo>
                    <a:pt x="259138" y="25186"/>
                  </a:lnTo>
                  <a:lnTo>
                    <a:pt x="71257" y="25621"/>
                  </a:lnTo>
                  <a:lnTo>
                    <a:pt x="28197" y="25847"/>
                  </a:lnTo>
                  <a:lnTo>
                    <a:pt x="26856" y="25847"/>
                  </a:lnTo>
                  <a:lnTo>
                    <a:pt x="26178" y="25856"/>
                  </a:lnTo>
                  <a:cubicBezTo>
                    <a:pt x="25960" y="25856"/>
                    <a:pt x="25734" y="25847"/>
                    <a:pt x="25516" y="25847"/>
                  </a:cubicBezTo>
                  <a:lnTo>
                    <a:pt x="24846" y="25830"/>
                  </a:lnTo>
                  <a:cubicBezTo>
                    <a:pt x="24620" y="25821"/>
                    <a:pt x="24402" y="25803"/>
                    <a:pt x="24176" y="25786"/>
                  </a:cubicBezTo>
                  <a:lnTo>
                    <a:pt x="23515" y="25742"/>
                  </a:lnTo>
                  <a:cubicBezTo>
                    <a:pt x="23288" y="25716"/>
                    <a:pt x="23071" y="25690"/>
                    <a:pt x="22853" y="25664"/>
                  </a:cubicBezTo>
                  <a:cubicBezTo>
                    <a:pt x="21087" y="25447"/>
                    <a:pt x="19337" y="25055"/>
                    <a:pt x="17649" y="24481"/>
                  </a:cubicBezTo>
                  <a:cubicBezTo>
                    <a:pt x="14272" y="23341"/>
                    <a:pt x="11131" y="21496"/>
                    <a:pt x="8503" y="19076"/>
                  </a:cubicBezTo>
                  <a:cubicBezTo>
                    <a:pt x="5866" y="16666"/>
                    <a:pt x="3725" y="13707"/>
                    <a:pt x="2271" y="10435"/>
                  </a:cubicBezTo>
                  <a:cubicBezTo>
                    <a:pt x="809" y="7163"/>
                    <a:pt x="44" y="3586"/>
                    <a:pt x="26" y="0"/>
                  </a:cubicBez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5"/>
            <p:cNvSpPr/>
            <p:nvPr/>
          </p:nvSpPr>
          <p:spPr>
            <a:xfrm>
              <a:off x="284" y="3647611"/>
              <a:ext cx="9199763" cy="956899"/>
            </a:xfrm>
            <a:custGeom>
              <a:rect b="b" l="l" r="r" t="t"/>
              <a:pathLst>
                <a:path extrusionOk="0" h="26953" w="259130">
                  <a:moveTo>
                    <a:pt x="18" y="1"/>
                  </a:moveTo>
                  <a:lnTo>
                    <a:pt x="18" y="1"/>
                  </a:lnTo>
                  <a:cubicBezTo>
                    <a:pt x="1" y="3586"/>
                    <a:pt x="723" y="7180"/>
                    <a:pt x="2159" y="10479"/>
                  </a:cubicBezTo>
                  <a:cubicBezTo>
                    <a:pt x="3586" y="13786"/>
                    <a:pt x="5710" y="16779"/>
                    <a:pt x="8338" y="19242"/>
                  </a:cubicBezTo>
                  <a:cubicBezTo>
                    <a:pt x="10966" y="21705"/>
                    <a:pt x="14125" y="23611"/>
                    <a:pt x="17537" y="24803"/>
                  </a:cubicBezTo>
                  <a:cubicBezTo>
                    <a:pt x="19234" y="25395"/>
                    <a:pt x="21000" y="25813"/>
                    <a:pt x="22793" y="26048"/>
                  </a:cubicBezTo>
                  <a:cubicBezTo>
                    <a:pt x="23019" y="26082"/>
                    <a:pt x="23245" y="26109"/>
                    <a:pt x="23472" y="26135"/>
                  </a:cubicBezTo>
                  <a:lnTo>
                    <a:pt x="24142" y="26187"/>
                  </a:lnTo>
                  <a:cubicBezTo>
                    <a:pt x="24368" y="26204"/>
                    <a:pt x="24594" y="26230"/>
                    <a:pt x="24821" y="26239"/>
                  </a:cubicBezTo>
                  <a:lnTo>
                    <a:pt x="25499" y="26265"/>
                  </a:lnTo>
                  <a:cubicBezTo>
                    <a:pt x="25717" y="26265"/>
                    <a:pt x="25952" y="26283"/>
                    <a:pt x="26170" y="26283"/>
                  </a:cubicBezTo>
                  <a:lnTo>
                    <a:pt x="26848" y="26283"/>
                  </a:lnTo>
                  <a:lnTo>
                    <a:pt x="28189" y="26291"/>
                  </a:lnTo>
                  <a:lnTo>
                    <a:pt x="71249" y="26509"/>
                  </a:lnTo>
                  <a:lnTo>
                    <a:pt x="259130" y="26953"/>
                  </a:lnTo>
                  <a:lnTo>
                    <a:pt x="259130" y="25186"/>
                  </a:lnTo>
                  <a:lnTo>
                    <a:pt x="71249" y="25630"/>
                  </a:lnTo>
                  <a:lnTo>
                    <a:pt x="28189" y="25847"/>
                  </a:lnTo>
                  <a:lnTo>
                    <a:pt x="26848" y="25856"/>
                  </a:lnTo>
                  <a:lnTo>
                    <a:pt x="26170" y="25856"/>
                  </a:lnTo>
                  <a:cubicBezTo>
                    <a:pt x="25952" y="25856"/>
                    <a:pt x="25726" y="25847"/>
                    <a:pt x="25508" y="25847"/>
                  </a:cubicBezTo>
                  <a:lnTo>
                    <a:pt x="24838" y="25830"/>
                  </a:lnTo>
                  <a:cubicBezTo>
                    <a:pt x="24620" y="25830"/>
                    <a:pt x="24394" y="25804"/>
                    <a:pt x="24177" y="25787"/>
                  </a:cubicBezTo>
                  <a:lnTo>
                    <a:pt x="23507" y="25743"/>
                  </a:lnTo>
                  <a:cubicBezTo>
                    <a:pt x="23280" y="25726"/>
                    <a:pt x="23063" y="25691"/>
                    <a:pt x="22845" y="25665"/>
                  </a:cubicBezTo>
                  <a:cubicBezTo>
                    <a:pt x="21079" y="25456"/>
                    <a:pt x="19329" y="25056"/>
                    <a:pt x="17641" y="24490"/>
                  </a:cubicBezTo>
                  <a:cubicBezTo>
                    <a:pt x="14264" y="23341"/>
                    <a:pt x="11123" y="21496"/>
                    <a:pt x="8495" y="19077"/>
                  </a:cubicBezTo>
                  <a:cubicBezTo>
                    <a:pt x="5858" y="16666"/>
                    <a:pt x="3717" y="13707"/>
                    <a:pt x="2263" y="10435"/>
                  </a:cubicBezTo>
                  <a:cubicBezTo>
                    <a:pt x="801" y="7172"/>
                    <a:pt x="36" y="3586"/>
                    <a:pt x="18" y="1"/>
                  </a:cubicBez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5"/>
            <p:cNvSpPr/>
            <p:nvPr/>
          </p:nvSpPr>
          <p:spPr>
            <a:xfrm>
              <a:off x="284" y="3746808"/>
              <a:ext cx="9199763" cy="956899"/>
            </a:xfrm>
            <a:custGeom>
              <a:rect b="b" l="l" r="r" t="t"/>
              <a:pathLst>
                <a:path extrusionOk="0" h="26953" w="259130">
                  <a:moveTo>
                    <a:pt x="18" y="0"/>
                  </a:moveTo>
                  <a:lnTo>
                    <a:pt x="18" y="0"/>
                  </a:lnTo>
                  <a:cubicBezTo>
                    <a:pt x="1" y="3586"/>
                    <a:pt x="723" y="7189"/>
                    <a:pt x="2159" y="10487"/>
                  </a:cubicBezTo>
                  <a:cubicBezTo>
                    <a:pt x="3586" y="13785"/>
                    <a:pt x="5710" y="16779"/>
                    <a:pt x="8338" y="19242"/>
                  </a:cubicBezTo>
                  <a:cubicBezTo>
                    <a:pt x="10966" y="21713"/>
                    <a:pt x="14125" y="23610"/>
                    <a:pt x="17537" y="24803"/>
                  </a:cubicBezTo>
                  <a:cubicBezTo>
                    <a:pt x="19234" y="25403"/>
                    <a:pt x="21000" y="25821"/>
                    <a:pt x="22793" y="26056"/>
                  </a:cubicBezTo>
                  <a:cubicBezTo>
                    <a:pt x="23019" y="26082"/>
                    <a:pt x="23245" y="26117"/>
                    <a:pt x="23472" y="26134"/>
                  </a:cubicBezTo>
                  <a:lnTo>
                    <a:pt x="24142" y="26195"/>
                  </a:lnTo>
                  <a:cubicBezTo>
                    <a:pt x="24368" y="26212"/>
                    <a:pt x="24594" y="26230"/>
                    <a:pt x="24821" y="26247"/>
                  </a:cubicBezTo>
                  <a:lnTo>
                    <a:pt x="25499" y="26265"/>
                  </a:lnTo>
                  <a:cubicBezTo>
                    <a:pt x="25717" y="26273"/>
                    <a:pt x="25952" y="26282"/>
                    <a:pt x="26170" y="26282"/>
                  </a:cubicBezTo>
                  <a:lnTo>
                    <a:pt x="26848" y="26291"/>
                  </a:lnTo>
                  <a:lnTo>
                    <a:pt x="28189" y="26291"/>
                  </a:lnTo>
                  <a:lnTo>
                    <a:pt x="71249" y="26517"/>
                  </a:lnTo>
                  <a:lnTo>
                    <a:pt x="259130" y="26952"/>
                  </a:lnTo>
                  <a:lnTo>
                    <a:pt x="259130" y="25186"/>
                  </a:lnTo>
                  <a:lnTo>
                    <a:pt x="71249" y="25629"/>
                  </a:lnTo>
                  <a:lnTo>
                    <a:pt x="28189" y="25847"/>
                  </a:lnTo>
                  <a:lnTo>
                    <a:pt x="26848" y="25856"/>
                  </a:lnTo>
                  <a:lnTo>
                    <a:pt x="26170" y="25856"/>
                  </a:lnTo>
                  <a:cubicBezTo>
                    <a:pt x="25952" y="25856"/>
                    <a:pt x="25726" y="25856"/>
                    <a:pt x="25508" y="25847"/>
                  </a:cubicBezTo>
                  <a:lnTo>
                    <a:pt x="24838" y="25838"/>
                  </a:lnTo>
                  <a:cubicBezTo>
                    <a:pt x="24620" y="25830"/>
                    <a:pt x="24394" y="25803"/>
                    <a:pt x="24177" y="25795"/>
                  </a:cubicBezTo>
                  <a:lnTo>
                    <a:pt x="23507" y="25743"/>
                  </a:lnTo>
                  <a:cubicBezTo>
                    <a:pt x="23280" y="25725"/>
                    <a:pt x="23063" y="25690"/>
                    <a:pt x="22845" y="25664"/>
                  </a:cubicBezTo>
                  <a:cubicBezTo>
                    <a:pt x="21079" y="25455"/>
                    <a:pt x="19329" y="25064"/>
                    <a:pt x="17641" y="24489"/>
                  </a:cubicBezTo>
                  <a:cubicBezTo>
                    <a:pt x="14264" y="23341"/>
                    <a:pt x="11123" y="21496"/>
                    <a:pt x="8495" y="19076"/>
                  </a:cubicBezTo>
                  <a:cubicBezTo>
                    <a:pt x="5858" y="16666"/>
                    <a:pt x="3717" y="13707"/>
                    <a:pt x="2263" y="10435"/>
                  </a:cubicBezTo>
                  <a:cubicBezTo>
                    <a:pt x="801" y="7171"/>
                    <a:pt x="36" y="3586"/>
                    <a:pt x="18" y="0"/>
                  </a:cubicBez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5"/>
            <p:cNvSpPr/>
            <p:nvPr/>
          </p:nvSpPr>
          <p:spPr>
            <a:xfrm>
              <a:off x="284" y="3845969"/>
              <a:ext cx="9199763" cy="957218"/>
            </a:xfrm>
            <a:custGeom>
              <a:rect b="b" l="l" r="r" t="t"/>
              <a:pathLst>
                <a:path extrusionOk="0" h="26962" w="259130">
                  <a:moveTo>
                    <a:pt x="18" y="1"/>
                  </a:moveTo>
                  <a:lnTo>
                    <a:pt x="18" y="1"/>
                  </a:lnTo>
                  <a:cubicBezTo>
                    <a:pt x="1" y="3595"/>
                    <a:pt x="723" y="7189"/>
                    <a:pt x="2159" y="10487"/>
                  </a:cubicBezTo>
                  <a:cubicBezTo>
                    <a:pt x="3586" y="13786"/>
                    <a:pt x="5710" y="16788"/>
                    <a:pt x="8338" y="19242"/>
                  </a:cubicBezTo>
                  <a:cubicBezTo>
                    <a:pt x="10966" y="21714"/>
                    <a:pt x="14125" y="23611"/>
                    <a:pt x="17537" y="24803"/>
                  </a:cubicBezTo>
                  <a:cubicBezTo>
                    <a:pt x="19234" y="25404"/>
                    <a:pt x="21000" y="25821"/>
                    <a:pt x="22793" y="26056"/>
                  </a:cubicBezTo>
                  <a:cubicBezTo>
                    <a:pt x="23019" y="26082"/>
                    <a:pt x="23245" y="26117"/>
                    <a:pt x="23472" y="26143"/>
                  </a:cubicBezTo>
                  <a:lnTo>
                    <a:pt x="24142" y="26196"/>
                  </a:lnTo>
                  <a:cubicBezTo>
                    <a:pt x="24368" y="26213"/>
                    <a:pt x="24594" y="26239"/>
                    <a:pt x="24821" y="26248"/>
                  </a:cubicBezTo>
                  <a:lnTo>
                    <a:pt x="25499" y="26265"/>
                  </a:lnTo>
                  <a:cubicBezTo>
                    <a:pt x="25717" y="26274"/>
                    <a:pt x="25952" y="26283"/>
                    <a:pt x="26170" y="26283"/>
                  </a:cubicBezTo>
                  <a:lnTo>
                    <a:pt x="26848" y="26291"/>
                  </a:lnTo>
                  <a:lnTo>
                    <a:pt x="28189" y="26300"/>
                  </a:lnTo>
                  <a:lnTo>
                    <a:pt x="71249" y="26518"/>
                  </a:lnTo>
                  <a:lnTo>
                    <a:pt x="259130" y="26961"/>
                  </a:lnTo>
                  <a:lnTo>
                    <a:pt x="259130" y="25186"/>
                  </a:lnTo>
                  <a:lnTo>
                    <a:pt x="71249" y="25630"/>
                  </a:lnTo>
                  <a:lnTo>
                    <a:pt x="28189" y="25856"/>
                  </a:lnTo>
                  <a:lnTo>
                    <a:pt x="26848" y="25856"/>
                  </a:lnTo>
                  <a:lnTo>
                    <a:pt x="26170" y="25865"/>
                  </a:lnTo>
                  <a:cubicBezTo>
                    <a:pt x="25952" y="25865"/>
                    <a:pt x="25726" y="25856"/>
                    <a:pt x="25508" y="25847"/>
                  </a:cubicBezTo>
                  <a:lnTo>
                    <a:pt x="24838" y="25839"/>
                  </a:lnTo>
                  <a:cubicBezTo>
                    <a:pt x="24620" y="25830"/>
                    <a:pt x="24394" y="25813"/>
                    <a:pt x="24177" y="25795"/>
                  </a:cubicBezTo>
                  <a:lnTo>
                    <a:pt x="23507" y="25752"/>
                  </a:lnTo>
                  <a:cubicBezTo>
                    <a:pt x="23280" y="25726"/>
                    <a:pt x="23063" y="25700"/>
                    <a:pt x="22845" y="25673"/>
                  </a:cubicBezTo>
                  <a:cubicBezTo>
                    <a:pt x="21079" y="25456"/>
                    <a:pt x="19329" y="25064"/>
                    <a:pt x="17641" y="24490"/>
                  </a:cubicBezTo>
                  <a:cubicBezTo>
                    <a:pt x="14264" y="23350"/>
                    <a:pt x="11123" y="21505"/>
                    <a:pt x="8495" y="19086"/>
                  </a:cubicBezTo>
                  <a:cubicBezTo>
                    <a:pt x="5858" y="16675"/>
                    <a:pt x="3717" y="13716"/>
                    <a:pt x="2263" y="10444"/>
                  </a:cubicBezTo>
                  <a:cubicBezTo>
                    <a:pt x="801" y="7172"/>
                    <a:pt x="36" y="3595"/>
                    <a:pt x="18" y="1"/>
                  </a:cubicBez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5"/>
            <p:cNvSpPr/>
            <p:nvPr/>
          </p:nvSpPr>
          <p:spPr>
            <a:xfrm>
              <a:off x="284" y="3945485"/>
              <a:ext cx="9199763" cy="956863"/>
            </a:xfrm>
            <a:custGeom>
              <a:rect b="b" l="l" r="r" t="t"/>
              <a:pathLst>
                <a:path extrusionOk="0" h="26952" w="259130">
                  <a:moveTo>
                    <a:pt x="18" y="0"/>
                  </a:moveTo>
                  <a:lnTo>
                    <a:pt x="18" y="0"/>
                  </a:lnTo>
                  <a:cubicBezTo>
                    <a:pt x="1" y="3586"/>
                    <a:pt x="723" y="7180"/>
                    <a:pt x="2159" y="10478"/>
                  </a:cubicBezTo>
                  <a:cubicBezTo>
                    <a:pt x="3586" y="13776"/>
                    <a:pt x="5710" y="16779"/>
                    <a:pt x="8338" y="19241"/>
                  </a:cubicBezTo>
                  <a:cubicBezTo>
                    <a:pt x="10966" y="21704"/>
                    <a:pt x="14125" y="23601"/>
                    <a:pt x="17537" y="24802"/>
                  </a:cubicBezTo>
                  <a:cubicBezTo>
                    <a:pt x="19234" y="25394"/>
                    <a:pt x="21000" y="25812"/>
                    <a:pt x="22793" y="26047"/>
                  </a:cubicBezTo>
                  <a:cubicBezTo>
                    <a:pt x="23019" y="26073"/>
                    <a:pt x="23245" y="26108"/>
                    <a:pt x="23472" y="26134"/>
                  </a:cubicBezTo>
                  <a:lnTo>
                    <a:pt x="24142" y="26186"/>
                  </a:lnTo>
                  <a:cubicBezTo>
                    <a:pt x="24368" y="26204"/>
                    <a:pt x="24594" y="26230"/>
                    <a:pt x="24821" y="26238"/>
                  </a:cubicBezTo>
                  <a:lnTo>
                    <a:pt x="25499" y="26264"/>
                  </a:lnTo>
                  <a:cubicBezTo>
                    <a:pt x="25717" y="26264"/>
                    <a:pt x="25952" y="26273"/>
                    <a:pt x="26170" y="26282"/>
                  </a:cubicBezTo>
                  <a:lnTo>
                    <a:pt x="26848" y="26282"/>
                  </a:lnTo>
                  <a:lnTo>
                    <a:pt x="28189" y="26291"/>
                  </a:lnTo>
                  <a:lnTo>
                    <a:pt x="71249" y="26508"/>
                  </a:lnTo>
                  <a:lnTo>
                    <a:pt x="259130" y="26952"/>
                  </a:lnTo>
                  <a:lnTo>
                    <a:pt x="259130" y="25185"/>
                  </a:lnTo>
                  <a:lnTo>
                    <a:pt x="71249" y="25620"/>
                  </a:lnTo>
                  <a:lnTo>
                    <a:pt x="28189" y="25847"/>
                  </a:lnTo>
                  <a:lnTo>
                    <a:pt x="26848" y="25855"/>
                  </a:lnTo>
                  <a:lnTo>
                    <a:pt x="26170" y="25855"/>
                  </a:lnTo>
                  <a:cubicBezTo>
                    <a:pt x="25952" y="25855"/>
                    <a:pt x="25726" y="25847"/>
                    <a:pt x="25508" y="25847"/>
                  </a:cubicBezTo>
                  <a:lnTo>
                    <a:pt x="24838" y="25829"/>
                  </a:lnTo>
                  <a:cubicBezTo>
                    <a:pt x="24620" y="25821"/>
                    <a:pt x="24394" y="25803"/>
                    <a:pt x="24177" y="25786"/>
                  </a:cubicBezTo>
                  <a:lnTo>
                    <a:pt x="23507" y="25742"/>
                  </a:lnTo>
                  <a:cubicBezTo>
                    <a:pt x="23280" y="25716"/>
                    <a:pt x="23063" y="25690"/>
                    <a:pt x="22845" y="25664"/>
                  </a:cubicBezTo>
                  <a:cubicBezTo>
                    <a:pt x="21079" y="25455"/>
                    <a:pt x="19329" y="25055"/>
                    <a:pt x="17641" y="24480"/>
                  </a:cubicBezTo>
                  <a:cubicBezTo>
                    <a:pt x="14264" y="23340"/>
                    <a:pt x="11123" y="21495"/>
                    <a:pt x="8495" y="19076"/>
                  </a:cubicBezTo>
                  <a:cubicBezTo>
                    <a:pt x="5858" y="16666"/>
                    <a:pt x="3717" y="13707"/>
                    <a:pt x="2263" y="10434"/>
                  </a:cubicBezTo>
                  <a:cubicBezTo>
                    <a:pt x="801" y="7162"/>
                    <a:pt x="36" y="3586"/>
                    <a:pt x="18" y="0"/>
                  </a:cubicBez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5"/>
            <p:cNvSpPr/>
            <p:nvPr/>
          </p:nvSpPr>
          <p:spPr>
            <a:xfrm>
              <a:off x="284" y="4044646"/>
              <a:ext cx="9199763" cy="956899"/>
            </a:xfrm>
            <a:custGeom>
              <a:rect b="b" l="l" r="r" t="t"/>
              <a:pathLst>
                <a:path extrusionOk="0" h="26953" w="259130">
                  <a:moveTo>
                    <a:pt x="18" y="1"/>
                  </a:moveTo>
                  <a:lnTo>
                    <a:pt x="18" y="1"/>
                  </a:lnTo>
                  <a:cubicBezTo>
                    <a:pt x="1" y="3586"/>
                    <a:pt x="723" y="7180"/>
                    <a:pt x="2159" y="10479"/>
                  </a:cubicBezTo>
                  <a:cubicBezTo>
                    <a:pt x="3586" y="13785"/>
                    <a:pt x="5710" y="16779"/>
                    <a:pt x="8338" y="19242"/>
                  </a:cubicBezTo>
                  <a:cubicBezTo>
                    <a:pt x="10966" y="21705"/>
                    <a:pt x="14125" y="23611"/>
                    <a:pt x="17537" y="24803"/>
                  </a:cubicBezTo>
                  <a:cubicBezTo>
                    <a:pt x="19234" y="25395"/>
                    <a:pt x="21000" y="25812"/>
                    <a:pt x="22793" y="26047"/>
                  </a:cubicBezTo>
                  <a:cubicBezTo>
                    <a:pt x="23019" y="26082"/>
                    <a:pt x="23245" y="26108"/>
                    <a:pt x="23472" y="26134"/>
                  </a:cubicBezTo>
                  <a:lnTo>
                    <a:pt x="24142" y="26187"/>
                  </a:lnTo>
                  <a:cubicBezTo>
                    <a:pt x="24368" y="26204"/>
                    <a:pt x="24594" y="26230"/>
                    <a:pt x="24821" y="26239"/>
                  </a:cubicBezTo>
                  <a:lnTo>
                    <a:pt x="25499" y="26265"/>
                  </a:lnTo>
                  <a:cubicBezTo>
                    <a:pt x="25717" y="26265"/>
                    <a:pt x="25952" y="26282"/>
                    <a:pt x="26170" y="26282"/>
                  </a:cubicBezTo>
                  <a:lnTo>
                    <a:pt x="26848" y="26282"/>
                  </a:lnTo>
                  <a:lnTo>
                    <a:pt x="28189" y="26291"/>
                  </a:lnTo>
                  <a:lnTo>
                    <a:pt x="71249" y="26509"/>
                  </a:lnTo>
                  <a:lnTo>
                    <a:pt x="259130" y="26952"/>
                  </a:lnTo>
                  <a:lnTo>
                    <a:pt x="259130" y="25186"/>
                  </a:lnTo>
                  <a:lnTo>
                    <a:pt x="71249" y="25630"/>
                  </a:lnTo>
                  <a:lnTo>
                    <a:pt x="28189" y="25847"/>
                  </a:lnTo>
                  <a:lnTo>
                    <a:pt x="26848" y="25856"/>
                  </a:lnTo>
                  <a:lnTo>
                    <a:pt x="26170" y="25856"/>
                  </a:lnTo>
                  <a:cubicBezTo>
                    <a:pt x="25952" y="25856"/>
                    <a:pt x="25726" y="25847"/>
                    <a:pt x="25508" y="25847"/>
                  </a:cubicBezTo>
                  <a:lnTo>
                    <a:pt x="24838" y="25830"/>
                  </a:lnTo>
                  <a:cubicBezTo>
                    <a:pt x="24620" y="25830"/>
                    <a:pt x="24394" y="25804"/>
                    <a:pt x="24177" y="25786"/>
                  </a:cubicBezTo>
                  <a:lnTo>
                    <a:pt x="23507" y="25743"/>
                  </a:lnTo>
                  <a:cubicBezTo>
                    <a:pt x="23280" y="25725"/>
                    <a:pt x="23063" y="25691"/>
                    <a:pt x="22845" y="25664"/>
                  </a:cubicBezTo>
                  <a:cubicBezTo>
                    <a:pt x="21079" y="25456"/>
                    <a:pt x="19329" y="25055"/>
                    <a:pt x="17641" y="24490"/>
                  </a:cubicBezTo>
                  <a:cubicBezTo>
                    <a:pt x="14264" y="23341"/>
                    <a:pt x="11123" y="21496"/>
                    <a:pt x="8495" y="19077"/>
                  </a:cubicBezTo>
                  <a:cubicBezTo>
                    <a:pt x="5858" y="16666"/>
                    <a:pt x="3717" y="13707"/>
                    <a:pt x="2263" y="10435"/>
                  </a:cubicBezTo>
                  <a:cubicBezTo>
                    <a:pt x="801" y="7172"/>
                    <a:pt x="36" y="3586"/>
                    <a:pt x="18" y="1"/>
                  </a:cubicBez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 name="Google Shape;87;p5"/>
          <p:cNvGrpSpPr/>
          <p:nvPr/>
        </p:nvGrpSpPr>
        <p:grpSpPr>
          <a:xfrm flipH="1" rot="5400000">
            <a:off x="4410917" y="-114221"/>
            <a:ext cx="9200047" cy="1453095"/>
            <a:chOff x="0" y="3548450"/>
            <a:chExt cx="9200047" cy="1453095"/>
          </a:xfrm>
        </p:grpSpPr>
        <p:sp>
          <p:nvSpPr>
            <p:cNvPr id="88" name="Google Shape;88;p5"/>
            <p:cNvSpPr/>
            <p:nvPr/>
          </p:nvSpPr>
          <p:spPr>
            <a:xfrm>
              <a:off x="0" y="3548450"/>
              <a:ext cx="9200047" cy="956899"/>
            </a:xfrm>
            <a:custGeom>
              <a:rect b="b" l="l" r="r" t="t"/>
              <a:pathLst>
                <a:path extrusionOk="0" h="26953" w="259138">
                  <a:moveTo>
                    <a:pt x="26" y="0"/>
                  </a:moveTo>
                  <a:lnTo>
                    <a:pt x="26" y="0"/>
                  </a:lnTo>
                  <a:cubicBezTo>
                    <a:pt x="0" y="3586"/>
                    <a:pt x="731" y="7180"/>
                    <a:pt x="2167" y="10478"/>
                  </a:cubicBezTo>
                  <a:cubicBezTo>
                    <a:pt x="3594" y="13776"/>
                    <a:pt x="5718" y="16779"/>
                    <a:pt x="8346" y="19242"/>
                  </a:cubicBezTo>
                  <a:cubicBezTo>
                    <a:pt x="10974" y="21704"/>
                    <a:pt x="14133" y="23602"/>
                    <a:pt x="17545" y="24794"/>
                  </a:cubicBezTo>
                  <a:cubicBezTo>
                    <a:pt x="19242" y="25394"/>
                    <a:pt x="21008" y="25812"/>
                    <a:pt x="22801" y="26047"/>
                  </a:cubicBezTo>
                  <a:cubicBezTo>
                    <a:pt x="23027" y="26073"/>
                    <a:pt x="23253" y="26108"/>
                    <a:pt x="23471" y="26134"/>
                  </a:cubicBezTo>
                  <a:lnTo>
                    <a:pt x="24150" y="26186"/>
                  </a:lnTo>
                  <a:cubicBezTo>
                    <a:pt x="24376" y="26204"/>
                    <a:pt x="24602" y="26230"/>
                    <a:pt x="24829" y="26239"/>
                  </a:cubicBezTo>
                  <a:lnTo>
                    <a:pt x="25507" y="26256"/>
                  </a:lnTo>
                  <a:cubicBezTo>
                    <a:pt x="25725" y="26265"/>
                    <a:pt x="25960" y="26273"/>
                    <a:pt x="26178" y="26282"/>
                  </a:cubicBezTo>
                  <a:lnTo>
                    <a:pt x="26856" y="26282"/>
                  </a:lnTo>
                  <a:lnTo>
                    <a:pt x="28197" y="26291"/>
                  </a:lnTo>
                  <a:lnTo>
                    <a:pt x="71257" y="26508"/>
                  </a:lnTo>
                  <a:lnTo>
                    <a:pt x="259138" y="26952"/>
                  </a:lnTo>
                  <a:lnTo>
                    <a:pt x="259138" y="25186"/>
                  </a:lnTo>
                  <a:lnTo>
                    <a:pt x="71257" y="25621"/>
                  </a:lnTo>
                  <a:lnTo>
                    <a:pt x="28197" y="25847"/>
                  </a:lnTo>
                  <a:lnTo>
                    <a:pt x="26856" y="25847"/>
                  </a:lnTo>
                  <a:lnTo>
                    <a:pt x="26178" y="25856"/>
                  </a:lnTo>
                  <a:cubicBezTo>
                    <a:pt x="25960" y="25856"/>
                    <a:pt x="25734" y="25847"/>
                    <a:pt x="25516" y="25847"/>
                  </a:cubicBezTo>
                  <a:lnTo>
                    <a:pt x="24846" y="25830"/>
                  </a:lnTo>
                  <a:cubicBezTo>
                    <a:pt x="24620" y="25821"/>
                    <a:pt x="24402" y="25803"/>
                    <a:pt x="24176" y="25786"/>
                  </a:cubicBezTo>
                  <a:lnTo>
                    <a:pt x="23515" y="25742"/>
                  </a:lnTo>
                  <a:cubicBezTo>
                    <a:pt x="23288" y="25716"/>
                    <a:pt x="23071" y="25690"/>
                    <a:pt x="22853" y="25664"/>
                  </a:cubicBezTo>
                  <a:cubicBezTo>
                    <a:pt x="21087" y="25447"/>
                    <a:pt x="19337" y="25055"/>
                    <a:pt x="17649" y="24481"/>
                  </a:cubicBezTo>
                  <a:cubicBezTo>
                    <a:pt x="14272" y="23341"/>
                    <a:pt x="11131" y="21496"/>
                    <a:pt x="8503" y="19076"/>
                  </a:cubicBezTo>
                  <a:cubicBezTo>
                    <a:pt x="5866" y="16666"/>
                    <a:pt x="3725" y="13707"/>
                    <a:pt x="2271" y="10435"/>
                  </a:cubicBezTo>
                  <a:cubicBezTo>
                    <a:pt x="809" y="7163"/>
                    <a:pt x="44" y="3586"/>
                    <a:pt x="26" y="0"/>
                  </a:cubicBez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5"/>
            <p:cNvSpPr/>
            <p:nvPr/>
          </p:nvSpPr>
          <p:spPr>
            <a:xfrm>
              <a:off x="284" y="3647611"/>
              <a:ext cx="9199763" cy="956899"/>
            </a:xfrm>
            <a:custGeom>
              <a:rect b="b" l="l" r="r" t="t"/>
              <a:pathLst>
                <a:path extrusionOk="0" h="26953" w="259130">
                  <a:moveTo>
                    <a:pt x="18" y="1"/>
                  </a:moveTo>
                  <a:lnTo>
                    <a:pt x="18" y="1"/>
                  </a:lnTo>
                  <a:cubicBezTo>
                    <a:pt x="1" y="3586"/>
                    <a:pt x="723" y="7180"/>
                    <a:pt x="2159" y="10479"/>
                  </a:cubicBezTo>
                  <a:cubicBezTo>
                    <a:pt x="3586" y="13786"/>
                    <a:pt x="5710" y="16779"/>
                    <a:pt x="8338" y="19242"/>
                  </a:cubicBezTo>
                  <a:cubicBezTo>
                    <a:pt x="10966" y="21705"/>
                    <a:pt x="14125" y="23611"/>
                    <a:pt x="17537" y="24803"/>
                  </a:cubicBezTo>
                  <a:cubicBezTo>
                    <a:pt x="19234" y="25395"/>
                    <a:pt x="21000" y="25813"/>
                    <a:pt x="22793" y="26048"/>
                  </a:cubicBezTo>
                  <a:cubicBezTo>
                    <a:pt x="23019" y="26082"/>
                    <a:pt x="23245" y="26109"/>
                    <a:pt x="23472" y="26135"/>
                  </a:cubicBezTo>
                  <a:lnTo>
                    <a:pt x="24142" y="26187"/>
                  </a:lnTo>
                  <a:cubicBezTo>
                    <a:pt x="24368" y="26204"/>
                    <a:pt x="24594" y="26230"/>
                    <a:pt x="24821" y="26239"/>
                  </a:cubicBezTo>
                  <a:lnTo>
                    <a:pt x="25499" y="26265"/>
                  </a:lnTo>
                  <a:cubicBezTo>
                    <a:pt x="25717" y="26265"/>
                    <a:pt x="25952" y="26283"/>
                    <a:pt x="26170" y="26283"/>
                  </a:cubicBezTo>
                  <a:lnTo>
                    <a:pt x="26848" y="26283"/>
                  </a:lnTo>
                  <a:lnTo>
                    <a:pt x="28189" y="26291"/>
                  </a:lnTo>
                  <a:lnTo>
                    <a:pt x="71249" y="26509"/>
                  </a:lnTo>
                  <a:lnTo>
                    <a:pt x="259130" y="26953"/>
                  </a:lnTo>
                  <a:lnTo>
                    <a:pt x="259130" y="25186"/>
                  </a:lnTo>
                  <a:lnTo>
                    <a:pt x="71249" y="25630"/>
                  </a:lnTo>
                  <a:lnTo>
                    <a:pt x="28189" y="25847"/>
                  </a:lnTo>
                  <a:lnTo>
                    <a:pt x="26848" y="25856"/>
                  </a:lnTo>
                  <a:lnTo>
                    <a:pt x="26170" y="25856"/>
                  </a:lnTo>
                  <a:cubicBezTo>
                    <a:pt x="25952" y="25856"/>
                    <a:pt x="25726" y="25847"/>
                    <a:pt x="25508" y="25847"/>
                  </a:cubicBezTo>
                  <a:lnTo>
                    <a:pt x="24838" y="25830"/>
                  </a:lnTo>
                  <a:cubicBezTo>
                    <a:pt x="24620" y="25830"/>
                    <a:pt x="24394" y="25804"/>
                    <a:pt x="24177" y="25787"/>
                  </a:cubicBezTo>
                  <a:lnTo>
                    <a:pt x="23507" y="25743"/>
                  </a:lnTo>
                  <a:cubicBezTo>
                    <a:pt x="23280" y="25726"/>
                    <a:pt x="23063" y="25691"/>
                    <a:pt x="22845" y="25665"/>
                  </a:cubicBezTo>
                  <a:cubicBezTo>
                    <a:pt x="21079" y="25456"/>
                    <a:pt x="19329" y="25056"/>
                    <a:pt x="17641" y="24490"/>
                  </a:cubicBezTo>
                  <a:cubicBezTo>
                    <a:pt x="14264" y="23341"/>
                    <a:pt x="11123" y="21496"/>
                    <a:pt x="8495" y="19077"/>
                  </a:cubicBezTo>
                  <a:cubicBezTo>
                    <a:pt x="5858" y="16666"/>
                    <a:pt x="3717" y="13707"/>
                    <a:pt x="2263" y="10435"/>
                  </a:cubicBezTo>
                  <a:cubicBezTo>
                    <a:pt x="801" y="7172"/>
                    <a:pt x="36" y="3586"/>
                    <a:pt x="18" y="1"/>
                  </a:cubicBez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5"/>
            <p:cNvSpPr/>
            <p:nvPr/>
          </p:nvSpPr>
          <p:spPr>
            <a:xfrm>
              <a:off x="284" y="3746808"/>
              <a:ext cx="9199763" cy="956899"/>
            </a:xfrm>
            <a:custGeom>
              <a:rect b="b" l="l" r="r" t="t"/>
              <a:pathLst>
                <a:path extrusionOk="0" h="26953" w="259130">
                  <a:moveTo>
                    <a:pt x="18" y="0"/>
                  </a:moveTo>
                  <a:lnTo>
                    <a:pt x="18" y="0"/>
                  </a:lnTo>
                  <a:cubicBezTo>
                    <a:pt x="1" y="3586"/>
                    <a:pt x="723" y="7189"/>
                    <a:pt x="2159" y="10487"/>
                  </a:cubicBezTo>
                  <a:cubicBezTo>
                    <a:pt x="3586" y="13785"/>
                    <a:pt x="5710" y="16779"/>
                    <a:pt x="8338" y="19242"/>
                  </a:cubicBezTo>
                  <a:cubicBezTo>
                    <a:pt x="10966" y="21713"/>
                    <a:pt x="14125" y="23610"/>
                    <a:pt x="17537" y="24803"/>
                  </a:cubicBezTo>
                  <a:cubicBezTo>
                    <a:pt x="19234" y="25403"/>
                    <a:pt x="21000" y="25821"/>
                    <a:pt x="22793" y="26056"/>
                  </a:cubicBezTo>
                  <a:cubicBezTo>
                    <a:pt x="23019" y="26082"/>
                    <a:pt x="23245" y="26117"/>
                    <a:pt x="23472" y="26134"/>
                  </a:cubicBezTo>
                  <a:lnTo>
                    <a:pt x="24142" y="26195"/>
                  </a:lnTo>
                  <a:cubicBezTo>
                    <a:pt x="24368" y="26212"/>
                    <a:pt x="24594" y="26230"/>
                    <a:pt x="24821" y="26247"/>
                  </a:cubicBezTo>
                  <a:lnTo>
                    <a:pt x="25499" y="26265"/>
                  </a:lnTo>
                  <a:cubicBezTo>
                    <a:pt x="25717" y="26273"/>
                    <a:pt x="25952" y="26282"/>
                    <a:pt x="26170" y="26282"/>
                  </a:cubicBezTo>
                  <a:lnTo>
                    <a:pt x="26848" y="26291"/>
                  </a:lnTo>
                  <a:lnTo>
                    <a:pt x="28189" y="26291"/>
                  </a:lnTo>
                  <a:lnTo>
                    <a:pt x="71249" y="26517"/>
                  </a:lnTo>
                  <a:lnTo>
                    <a:pt x="259130" y="26952"/>
                  </a:lnTo>
                  <a:lnTo>
                    <a:pt x="259130" y="25186"/>
                  </a:lnTo>
                  <a:lnTo>
                    <a:pt x="71249" y="25629"/>
                  </a:lnTo>
                  <a:lnTo>
                    <a:pt x="28189" y="25847"/>
                  </a:lnTo>
                  <a:lnTo>
                    <a:pt x="26848" y="25856"/>
                  </a:lnTo>
                  <a:lnTo>
                    <a:pt x="26170" y="25856"/>
                  </a:lnTo>
                  <a:cubicBezTo>
                    <a:pt x="25952" y="25856"/>
                    <a:pt x="25726" y="25856"/>
                    <a:pt x="25508" y="25847"/>
                  </a:cubicBezTo>
                  <a:lnTo>
                    <a:pt x="24838" y="25838"/>
                  </a:lnTo>
                  <a:cubicBezTo>
                    <a:pt x="24620" y="25830"/>
                    <a:pt x="24394" y="25803"/>
                    <a:pt x="24177" y="25795"/>
                  </a:cubicBezTo>
                  <a:lnTo>
                    <a:pt x="23507" y="25743"/>
                  </a:lnTo>
                  <a:cubicBezTo>
                    <a:pt x="23280" y="25725"/>
                    <a:pt x="23063" y="25690"/>
                    <a:pt x="22845" y="25664"/>
                  </a:cubicBezTo>
                  <a:cubicBezTo>
                    <a:pt x="21079" y="25455"/>
                    <a:pt x="19329" y="25064"/>
                    <a:pt x="17641" y="24489"/>
                  </a:cubicBezTo>
                  <a:cubicBezTo>
                    <a:pt x="14264" y="23341"/>
                    <a:pt x="11123" y="21496"/>
                    <a:pt x="8495" y="19076"/>
                  </a:cubicBezTo>
                  <a:cubicBezTo>
                    <a:pt x="5858" y="16666"/>
                    <a:pt x="3717" y="13707"/>
                    <a:pt x="2263" y="10435"/>
                  </a:cubicBezTo>
                  <a:cubicBezTo>
                    <a:pt x="801" y="7171"/>
                    <a:pt x="36" y="3586"/>
                    <a:pt x="18" y="0"/>
                  </a:cubicBez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5"/>
            <p:cNvSpPr/>
            <p:nvPr/>
          </p:nvSpPr>
          <p:spPr>
            <a:xfrm>
              <a:off x="284" y="3845969"/>
              <a:ext cx="9199763" cy="957218"/>
            </a:xfrm>
            <a:custGeom>
              <a:rect b="b" l="l" r="r" t="t"/>
              <a:pathLst>
                <a:path extrusionOk="0" h="26962" w="259130">
                  <a:moveTo>
                    <a:pt x="18" y="1"/>
                  </a:moveTo>
                  <a:lnTo>
                    <a:pt x="18" y="1"/>
                  </a:lnTo>
                  <a:cubicBezTo>
                    <a:pt x="1" y="3595"/>
                    <a:pt x="723" y="7189"/>
                    <a:pt x="2159" y="10487"/>
                  </a:cubicBezTo>
                  <a:cubicBezTo>
                    <a:pt x="3586" y="13786"/>
                    <a:pt x="5710" y="16788"/>
                    <a:pt x="8338" y="19242"/>
                  </a:cubicBezTo>
                  <a:cubicBezTo>
                    <a:pt x="10966" y="21714"/>
                    <a:pt x="14125" y="23611"/>
                    <a:pt x="17537" y="24803"/>
                  </a:cubicBezTo>
                  <a:cubicBezTo>
                    <a:pt x="19234" y="25404"/>
                    <a:pt x="21000" y="25821"/>
                    <a:pt x="22793" y="26056"/>
                  </a:cubicBezTo>
                  <a:cubicBezTo>
                    <a:pt x="23019" y="26082"/>
                    <a:pt x="23245" y="26117"/>
                    <a:pt x="23472" y="26143"/>
                  </a:cubicBezTo>
                  <a:lnTo>
                    <a:pt x="24142" y="26196"/>
                  </a:lnTo>
                  <a:cubicBezTo>
                    <a:pt x="24368" y="26213"/>
                    <a:pt x="24594" y="26239"/>
                    <a:pt x="24821" y="26248"/>
                  </a:cubicBezTo>
                  <a:lnTo>
                    <a:pt x="25499" y="26265"/>
                  </a:lnTo>
                  <a:cubicBezTo>
                    <a:pt x="25717" y="26274"/>
                    <a:pt x="25952" y="26283"/>
                    <a:pt x="26170" y="26283"/>
                  </a:cubicBezTo>
                  <a:lnTo>
                    <a:pt x="26848" y="26291"/>
                  </a:lnTo>
                  <a:lnTo>
                    <a:pt x="28189" y="26300"/>
                  </a:lnTo>
                  <a:lnTo>
                    <a:pt x="71249" y="26518"/>
                  </a:lnTo>
                  <a:lnTo>
                    <a:pt x="259130" y="26961"/>
                  </a:lnTo>
                  <a:lnTo>
                    <a:pt x="259130" y="25186"/>
                  </a:lnTo>
                  <a:lnTo>
                    <a:pt x="71249" y="25630"/>
                  </a:lnTo>
                  <a:lnTo>
                    <a:pt x="28189" y="25856"/>
                  </a:lnTo>
                  <a:lnTo>
                    <a:pt x="26848" y="25856"/>
                  </a:lnTo>
                  <a:lnTo>
                    <a:pt x="26170" y="25865"/>
                  </a:lnTo>
                  <a:cubicBezTo>
                    <a:pt x="25952" y="25865"/>
                    <a:pt x="25726" y="25856"/>
                    <a:pt x="25508" y="25847"/>
                  </a:cubicBezTo>
                  <a:lnTo>
                    <a:pt x="24838" y="25839"/>
                  </a:lnTo>
                  <a:cubicBezTo>
                    <a:pt x="24620" y="25830"/>
                    <a:pt x="24394" y="25813"/>
                    <a:pt x="24177" y="25795"/>
                  </a:cubicBezTo>
                  <a:lnTo>
                    <a:pt x="23507" y="25752"/>
                  </a:lnTo>
                  <a:cubicBezTo>
                    <a:pt x="23280" y="25726"/>
                    <a:pt x="23063" y="25700"/>
                    <a:pt x="22845" y="25673"/>
                  </a:cubicBezTo>
                  <a:cubicBezTo>
                    <a:pt x="21079" y="25456"/>
                    <a:pt x="19329" y="25064"/>
                    <a:pt x="17641" y="24490"/>
                  </a:cubicBezTo>
                  <a:cubicBezTo>
                    <a:pt x="14264" y="23350"/>
                    <a:pt x="11123" y="21505"/>
                    <a:pt x="8495" y="19086"/>
                  </a:cubicBezTo>
                  <a:cubicBezTo>
                    <a:pt x="5858" y="16675"/>
                    <a:pt x="3717" y="13716"/>
                    <a:pt x="2263" y="10444"/>
                  </a:cubicBezTo>
                  <a:cubicBezTo>
                    <a:pt x="801" y="7172"/>
                    <a:pt x="36" y="3595"/>
                    <a:pt x="18" y="1"/>
                  </a:cubicBez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5"/>
            <p:cNvSpPr/>
            <p:nvPr/>
          </p:nvSpPr>
          <p:spPr>
            <a:xfrm>
              <a:off x="284" y="3945485"/>
              <a:ext cx="9199763" cy="956863"/>
            </a:xfrm>
            <a:custGeom>
              <a:rect b="b" l="l" r="r" t="t"/>
              <a:pathLst>
                <a:path extrusionOk="0" h="26952" w="259130">
                  <a:moveTo>
                    <a:pt x="18" y="0"/>
                  </a:moveTo>
                  <a:lnTo>
                    <a:pt x="18" y="0"/>
                  </a:lnTo>
                  <a:cubicBezTo>
                    <a:pt x="1" y="3586"/>
                    <a:pt x="723" y="7180"/>
                    <a:pt x="2159" y="10478"/>
                  </a:cubicBezTo>
                  <a:cubicBezTo>
                    <a:pt x="3586" y="13776"/>
                    <a:pt x="5710" y="16779"/>
                    <a:pt x="8338" y="19241"/>
                  </a:cubicBezTo>
                  <a:cubicBezTo>
                    <a:pt x="10966" y="21704"/>
                    <a:pt x="14125" y="23601"/>
                    <a:pt x="17537" y="24802"/>
                  </a:cubicBezTo>
                  <a:cubicBezTo>
                    <a:pt x="19234" y="25394"/>
                    <a:pt x="21000" y="25812"/>
                    <a:pt x="22793" y="26047"/>
                  </a:cubicBezTo>
                  <a:cubicBezTo>
                    <a:pt x="23019" y="26073"/>
                    <a:pt x="23245" y="26108"/>
                    <a:pt x="23472" y="26134"/>
                  </a:cubicBezTo>
                  <a:lnTo>
                    <a:pt x="24142" y="26186"/>
                  </a:lnTo>
                  <a:cubicBezTo>
                    <a:pt x="24368" y="26204"/>
                    <a:pt x="24594" y="26230"/>
                    <a:pt x="24821" y="26238"/>
                  </a:cubicBezTo>
                  <a:lnTo>
                    <a:pt x="25499" y="26264"/>
                  </a:lnTo>
                  <a:cubicBezTo>
                    <a:pt x="25717" y="26264"/>
                    <a:pt x="25952" y="26273"/>
                    <a:pt x="26170" y="26282"/>
                  </a:cubicBezTo>
                  <a:lnTo>
                    <a:pt x="26848" y="26282"/>
                  </a:lnTo>
                  <a:lnTo>
                    <a:pt x="28189" y="26291"/>
                  </a:lnTo>
                  <a:lnTo>
                    <a:pt x="71249" y="26508"/>
                  </a:lnTo>
                  <a:lnTo>
                    <a:pt x="259130" y="26952"/>
                  </a:lnTo>
                  <a:lnTo>
                    <a:pt x="259130" y="25185"/>
                  </a:lnTo>
                  <a:lnTo>
                    <a:pt x="71249" y="25620"/>
                  </a:lnTo>
                  <a:lnTo>
                    <a:pt x="28189" y="25847"/>
                  </a:lnTo>
                  <a:lnTo>
                    <a:pt x="26848" y="25855"/>
                  </a:lnTo>
                  <a:lnTo>
                    <a:pt x="26170" y="25855"/>
                  </a:lnTo>
                  <a:cubicBezTo>
                    <a:pt x="25952" y="25855"/>
                    <a:pt x="25726" y="25847"/>
                    <a:pt x="25508" y="25847"/>
                  </a:cubicBezTo>
                  <a:lnTo>
                    <a:pt x="24838" y="25829"/>
                  </a:lnTo>
                  <a:cubicBezTo>
                    <a:pt x="24620" y="25821"/>
                    <a:pt x="24394" y="25803"/>
                    <a:pt x="24177" y="25786"/>
                  </a:cubicBezTo>
                  <a:lnTo>
                    <a:pt x="23507" y="25742"/>
                  </a:lnTo>
                  <a:cubicBezTo>
                    <a:pt x="23280" y="25716"/>
                    <a:pt x="23063" y="25690"/>
                    <a:pt x="22845" y="25664"/>
                  </a:cubicBezTo>
                  <a:cubicBezTo>
                    <a:pt x="21079" y="25455"/>
                    <a:pt x="19329" y="25055"/>
                    <a:pt x="17641" y="24480"/>
                  </a:cubicBezTo>
                  <a:cubicBezTo>
                    <a:pt x="14264" y="23340"/>
                    <a:pt x="11123" y="21495"/>
                    <a:pt x="8495" y="19076"/>
                  </a:cubicBezTo>
                  <a:cubicBezTo>
                    <a:pt x="5858" y="16666"/>
                    <a:pt x="3717" y="13707"/>
                    <a:pt x="2263" y="10434"/>
                  </a:cubicBezTo>
                  <a:cubicBezTo>
                    <a:pt x="801" y="7162"/>
                    <a:pt x="36" y="3586"/>
                    <a:pt x="18" y="0"/>
                  </a:cubicBez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5"/>
            <p:cNvSpPr/>
            <p:nvPr/>
          </p:nvSpPr>
          <p:spPr>
            <a:xfrm>
              <a:off x="284" y="4044646"/>
              <a:ext cx="9199763" cy="956899"/>
            </a:xfrm>
            <a:custGeom>
              <a:rect b="b" l="l" r="r" t="t"/>
              <a:pathLst>
                <a:path extrusionOk="0" h="26953" w="259130">
                  <a:moveTo>
                    <a:pt x="18" y="1"/>
                  </a:moveTo>
                  <a:lnTo>
                    <a:pt x="18" y="1"/>
                  </a:lnTo>
                  <a:cubicBezTo>
                    <a:pt x="1" y="3586"/>
                    <a:pt x="723" y="7180"/>
                    <a:pt x="2159" y="10479"/>
                  </a:cubicBezTo>
                  <a:cubicBezTo>
                    <a:pt x="3586" y="13785"/>
                    <a:pt x="5710" y="16779"/>
                    <a:pt x="8338" y="19242"/>
                  </a:cubicBezTo>
                  <a:cubicBezTo>
                    <a:pt x="10966" y="21705"/>
                    <a:pt x="14125" y="23611"/>
                    <a:pt x="17537" y="24803"/>
                  </a:cubicBezTo>
                  <a:cubicBezTo>
                    <a:pt x="19234" y="25395"/>
                    <a:pt x="21000" y="25812"/>
                    <a:pt x="22793" y="26047"/>
                  </a:cubicBezTo>
                  <a:cubicBezTo>
                    <a:pt x="23019" y="26082"/>
                    <a:pt x="23245" y="26108"/>
                    <a:pt x="23472" y="26134"/>
                  </a:cubicBezTo>
                  <a:lnTo>
                    <a:pt x="24142" y="26187"/>
                  </a:lnTo>
                  <a:cubicBezTo>
                    <a:pt x="24368" y="26204"/>
                    <a:pt x="24594" y="26230"/>
                    <a:pt x="24821" y="26239"/>
                  </a:cubicBezTo>
                  <a:lnTo>
                    <a:pt x="25499" y="26265"/>
                  </a:lnTo>
                  <a:cubicBezTo>
                    <a:pt x="25717" y="26265"/>
                    <a:pt x="25952" y="26282"/>
                    <a:pt x="26170" y="26282"/>
                  </a:cubicBezTo>
                  <a:lnTo>
                    <a:pt x="26848" y="26282"/>
                  </a:lnTo>
                  <a:lnTo>
                    <a:pt x="28189" y="26291"/>
                  </a:lnTo>
                  <a:lnTo>
                    <a:pt x="71249" y="26509"/>
                  </a:lnTo>
                  <a:lnTo>
                    <a:pt x="259130" y="26952"/>
                  </a:lnTo>
                  <a:lnTo>
                    <a:pt x="259130" y="25186"/>
                  </a:lnTo>
                  <a:lnTo>
                    <a:pt x="71249" y="25630"/>
                  </a:lnTo>
                  <a:lnTo>
                    <a:pt x="28189" y="25847"/>
                  </a:lnTo>
                  <a:lnTo>
                    <a:pt x="26848" y="25856"/>
                  </a:lnTo>
                  <a:lnTo>
                    <a:pt x="26170" y="25856"/>
                  </a:lnTo>
                  <a:cubicBezTo>
                    <a:pt x="25952" y="25856"/>
                    <a:pt x="25726" y="25847"/>
                    <a:pt x="25508" y="25847"/>
                  </a:cubicBezTo>
                  <a:lnTo>
                    <a:pt x="24838" y="25830"/>
                  </a:lnTo>
                  <a:cubicBezTo>
                    <a:pt x="24620" y="25830"/>
                    <a:pt x="24394" y="25804"/>
                    <a:pt x="24177" y="25786"/>
                  </a:cubicBezTo>
                  <a:lnTo>
                    <a:pt x="23507" y="25743"/>
                  </a:lnTo>
                  <a:cubicBezTo>
                    <a:pt x="23280" y="25725"/>
                    <a:pt x="23063" y="25691"/>
                    <a:pt x="22845" y="25664"/>
                  </a:cubicBezTo>
                  <a:cubicBezTo>
                    <a:pt x="21079" y="25456"/>
                    <a:pt x="19329" y="25055"/>
                    <a:pt x="17641" y="24490"/>
                  </a:cubicBezTo>
                  <a:cubicBezTo>
                    <a:pt x="14264" y="23341"/>
                    <a:pt x="11123" y="21496"/>
                    <a:pt x="8495" y="19077"/>
                  </a:cubicBezTo>
                  <a:cubicBezTo>
                    <a:pt x="5858" y="16666"/>
                    <a:pt x="3717" y="13707"/>
                    <a:pt x="2263" y="10435"/>
                  </a:cubicBezTo>
                  <a:cubicBezTo>
                    <a:pt x="801" y="7172"/>
                    <a:pt x="36" y="3586"/>
                    <a:pt x="18" y="1"/>
                  </a:cubicBez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4" name="Google Shape;94;p5"/>
          <p:cNvSpPr txBox="1"/>
          <p:nvPr>
            <p:ph type="title"/>
          </p:nvPr>
        </p:nvSpPr>
        <p:spPr>
          <a:xfrm>
            <a:off x="713225" y="554992"/>
            <a:ext cx="7717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1pPr>
            <a:lvl2pPr lvl="1"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2pPr>
            <a:lvl3pPr lvl="2"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3pPr>
            <a:lvl4pPr lvl="3"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4pPr>
            <a:lvl5pPr lvl="4"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5pPr>
            <a:lvl6pPr lvl="5"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6pPr>
            <a:lvl7pPr lvl="6"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7pPr>
            <a:lvl8pPr lvl="7"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8pPr>
            <a:lvl9pPr lvl="8"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5" name="Shape 95"/>
        <p:cNvGrpSpPr/>
        <p:nvPr/>
      </p:nvGrpSpPr>
      <p:grpSpPr>
        <a:xfrm>
          <a:off x="0" y="0"/>
          <a:ext cx="0" cy="0"/>
          <a:chOff x="0" y="0"/>
          <a:chExt cx="0" cy="0"/>
        </a:xfrm>
      </p:grpSpPr>
      <p:pic>
        <p:nvPicPr>
          <p:cNvPr id="96" name="Google Shape;96;p6"/>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97" name="Google Shape;97;p6"/>
          <p:cNvSpPr txBox="1"/>
          <p:nvPr>
            <p:ph type="title"/>
          </p:nvPr>
        </p:nvSpPr>
        <p:spPr>
          <a:xfrm>
            <a:off x="713225" y="554992"/>
            <a:ext cx="7717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1pPr>
            <a:lvl2pPr lvl="1"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2pPr>
            <a:lvl3pPr lvl="2"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3pPr>
            <a:lvl4pPr lvl="3"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4pPr>
            <a:lvl5pPr lvl="4"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5pPr>
            <a:lvl6pPr lvl="5"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6pPr>
            <a:lvl7pPr lvl="6"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7pPr>
            <a:lvl8pPr lvl="7"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8pPr>
            <a:lvl9pPr lvl="8"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9pPr>
          </a:lstStyle>
          <a:p/>
        </p:txBody>
      </p:sp>
      <p:grpSp>
        <p:nvGrpSpPr>
          <p:cNvPr id="98" name="Google Shape;98;p6"/>
          <p:cNvGrpSpPr/>
          <p:nvPr/>
        </p:nvGrpSpPr>
        <p:grpSpPr>
          <a:xfrm>
            <a:off x="8664569" y="-3978301"/>
            <a:ext cx="1155257" cy="9200047"/>
            <a:chOff x="135589" y="-3978301"/>
            <a:chExt cx="1155257" cy="9200047"/>
          </a:xfrm>
        </p:grpSpPr>
        <p:sp>
          <p:nvSpPr>
            <p:cNvPr id="99" name="Google Shape;99;p6"/>
            <p:cNvSpPr/>
            <p:nvPr/>
          </p:nvSpPr>
          <p:spPr>
            <a:xfrm flipH="1" rot="5400000">
              <a:off x="-3787627" y="143273"/>
              <a:ext cx="9200047" cy="956899"/>
            </a:xfrm>
            <a:custGeom>
              <a:rect b="b" l="l" r="r" t="t"/>
              <a:pathLst>
                <a:path extrusionOk="0" h="26953" w="259138">
                  <a:moveTo>
                    <a:pt x="26" y="0"/>
                  </a:moveTo>
                  <a:lnTo>
                    <a:pt x="26" y="0"/>
                  </a:lnTo>
                  <a:cubicBezTo>
                    <a:pt x="0" y="3586"/>
                    <a:pt x="731" y="7180"/>
                    <a:pt x="2167" y="10478"/>
                  </a:cubicBezTo>
                  <a:cubicBezTo>
                    <a:pt x="3594" y="13776"/>
                    <a:pt x="5718" y="16779"/>
                    <a:pt x="8346" y="19242"/>
                  </a:cubicBezTo>
                  <a:cubicBezTo>
                    <a:pt x="10974" y="21704"/>
                    <a:pt x="14133" y="23602"/>
                    <a:pt x="17545" y="24794"/>
                  </a:cubicBezTo>
                  <a:cubicBezTo>
                    <a:pt x="19242" y="25394"/>
                    <a:pt x="21008" y="25812"/>
                    <a:pt x="22801" y="26047"/>
                  </a:cubicBezTo>
                  <a:cubicBezTo>
                    <a:pt x="23027" y="26073"/>
                    <a:pt x="23253" y="26108"/>
                    <a:pt x="23471" y="26134"/>
                  </a:cubicBezTo>
                  <a:lnTo>
                    <a:pt x="24150" y="26186"/>
                  </a:lnTo>
                  <a:cubicBezTo>
                    <a:pt x="24376" y="26204"/>
                    <a:pt x="24602" y="26230"/>
                    <a:pt x="24829" y="26239"/>
                  </a:cubicBezTo>
                  <a:lnTo>
                    <a:pt x="25507" y="26256"/>
                  </a:lnTo>
                  <a:cubicBezTo>
                    <a:pt x="25725" y="26265"/>
                    <a:pt x="25960" y="26273"/>
                    <a:pt x="26178" y="26282"/>
                  </a:cubicBezTo>
                  <a:lnTo>
                    <a:pt x="26856" y="26282"/>
                  </a:lnTo>
                  <a:lnTo>
                    <a:pt x="28197" y="26291"/>
                  </a:lnTo>
                  <a:lnTo>
                    <a:pt x="71257" y="26508"/>
                  </a:lnTo>
                  <a:lnTo>
                    <a:pt x="259138" y="26952"/>
                  </a:lnTo>
                  <a:lnTo>
                    <a:pt x="259138" y="25186"/>
                  </a:lnTo>
                  <a:lnTo>
                    <a:pt x="71257" y="25621"/>
                  </a:lnTo>
                  <a:lnTo>
                    <a:pt x="28197" y="25847"/>
                  </a:lnTo>
                  <a:lnTo>
                    <a:pt x="26856" y="25847"/>
                  </a:lnTo>
                  <a:lnTo>
                    <a:pt x="26178" y="25856"/>
                  </a:lnTo>
                  <a:cubicBezTo>
                    <a:pt x="25960" y="25856"/>
                    <a:pt x="25734" y="25847"/>
                    <a:pt x="25516" y="25847"/>
                  </a:cubicBezTo>
                  <a:lnTo>
                    <a:pt x="24846" y="25830"/>
                  </a:lnTo>
                  <a:cubicBezTo>
                    <a:pt x="24620" y="25821"/>
                    <a:pt x="24402" y="25803"/>
                    <a:pt x="24176" y="25786"/>
                  </a:cubicBezTo>
                  <a:lnTo>
                    <a:pt x="23515" y="25742"/>
                  </a:lnTo>
                  <a:cubicBezTo>
                    <a:pt x="23288" y="25716"/>
                    <a:pt x="23071" y="25690"/>
                    <a:pt x="22853" y="25664"/>
                  </a:cubicBezTo>
                  <a:cubicBezTo>
                    <a:pt x="21087" y="25447"/>
                    <a:pt x="19337" y="25055"/>
                    <a:pt x="17649" y="24481"/>
                  </a:cubicBezTo>
                  <a:cubicBezTo>
                    <a:pt x="14272" y="23341"/>
                    <a:pt x="11131" y="21496"/>
                    <a:pt x="8503" y="19076"/>
                  </a:cubicBezTo>
                  <a:cubicBezTo>
                    <a:pt x="5866" y="16666"/>
                    <a:pt x="3725" y="13707"/>
                    <a:pt x="2271" y="10435"/>
                  </a:cubicBezTo>
                  <a:cubicBezTo>
                    <a:pt x="809" y="7163"/>
                    <a:pt x="44" y="3586"/>
                    <a:pt x="26" y="0"/>
                  </a:cubicBezTo>
                  <a:close/>
                </a:path>
              </a:pathLst>
            </a:custGeom>
            <a:gradFill>
              <a:gsLst>
                <a:gs pos="0">
                  <a:schemeClr val="accent3"/>
                </a:gs>
                <a:gs pos="26000">
                  <a:schemeClr val="accent4"/>
                </a:gs>
                <a:gs pos="58000">
                  <a:schemeClr val="dk2"/>
                </a:gs>
                <a:gs pos="100000">
                  <a:schemeClr val="lt2"/>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6"/>
            <p:cNvSpPr/>
            <p:nvPr/>
          </p:nvSpPr>
          <p:spPr>
            <a:xfrm flipH="1" rot="5400000">
              <a:off x="-3886646" y="143131"/>
              <a:ext cx="9199763" cy="956899"/>
            </a:xfrm>
            <a:custGeom>
              <a:rect b="b" l="l" r="r" t="t"/>
              <a:pathLst>
                <a:path extrusionOk="0" h="26953" w="259130">
                  <a:moveTo>
                    <a:pt x="18" y="1"/>
                  </a:moveTo>
                  <a:lnTo>
                    <a:pt x="18" y="1"/>
                  </a:lnTo>
                  <a:cubicBezTo>
                    <a:pt x="1" y="3586"/>
                    <a:pt x="723" y="7180"/>
                    <a:pt x="2159" y="10479"/>
                  </a:cubicBezTo>
                  <a:cubicBezTo>
                    <a:pt x="3586" y="13786"/>
                    <a:pt x="5710" y="16779"/>
                    <a:pt x="8338" y="19242"/>
                  </a:cubicBezTo>
                  <a:cubicBezTo>
                    <a:pt x="10966" y="21705"/>
                    <a:pt x="14125" y="23611"/>
                    <a:pt x="17537" y="24803"/>
                  </a:cubicBezTo>
                  <a:cubicBezTo>
                    <a:pt x="19234" y="25395"/>
                    <a:pt x="21000" y="25813"/>
                    <a:pt x="22793" y="26048"/>
                  </a:cubicBezTo>
                  <a:cubicBezTo>
                    <a:pt x="23019" y="26082"/>
                    <a:pt x="23245" y="26109"/>
                    <a:pt x="23472" y="26135"/>
                  </a:cubicBezTo>
                  <a:lnTo>
                    <a:pt x="24142" y="26187"/>
                  </a:lnTo>
                  <a:cubicBezTo>
                    <a:pt x="24368" y="26204"/>
                    <a:pt x="24594" y="26230"/>
                    <a:pt x="24821" y="26239"/>
                  </a:cubicBezTo>
                  <a:lnTo>
                    <a:pt x="25499" y="26265"/>
                  </a:lnTo>
                  <a:cubicBezTo>
                    <a:pt x="25717" y="26265"/>
                    <a:pt x="25952" y="26283"/>
                    <a:pt x="26170" y="26283"/>
                  </a:cubicBezTo>
                  <a:lnTo>
                    <a:pt x="26848" y="26283"/>
                  </a:lnTo>
                  <a:lnTo>
                    <a:pt x="28189" y="26291"/>
                  </a:lnTo>
                  <a:lnTo>
                    <a:pt x="71249" y="26509"/>
                  </a:lnTo>
                  <a:lnTo>
                    <a:pt x="259130" y="26953"/>
                  </a:lnTo>
                  <a:lnTo>
                    <a:pt x="259130" y="25186"/>
                  </a:lnTo>
                  <a:lnTo>
                    <a:pt x="71249" y="25630"/>
                  </a:lnTo>
                  <a:lnTo>
                    <a:pt x="28189" y="25847"/>
                  </a:lnTo>
                  <a:lnTo>
                    <a:pt x="26848" y="25856"/>
                  </a:lnTo>
                  <a:lnTo>
                    <a:pt x="26170" y="25856"/>
                  </a:lnTo>
                  <a:cubicBezTo>
                    <a:pt x="25952" y="25856"/>
                    <a:pt x="25726" y="25847"/>
                    <a:pt x="25508" y="25847"/>
                  </a:cubicBezTo>
                  <a:lnTo>
                    <a:pt x="24838" y="25830"/>
                  </a:lnTo>
                  <a:cubicBezTo>
                    <a:pt x="24620" y="25830"/>
                    <a:pt x="24394" y="25804"/>
                    <a:pt x="24177" y="25787"/>
                  </a:cubicBezTo>
                  <a:lnTo>
                    <a:pt x="23507" y="25743"/>
                  </a:lnTo>
                  <a:cubicBezTo>
                    <a:pt x="23280" y="25726"/>
                    <a:pt x="23063" y="25691"/>
                    <a:pt x="22845" y="25665"/>
                  </a:cubicBezTo>
                  <a:cubicBezTo>
                    <a:pt x="21079" y="25456"/>
                    <a:pt x="19329" y="25056"/>
                    <a:pt x="17641" y="24490"/>
                  </a:cubicBezTo>
                  <a:cubicBezTo>
                    <a:pt x="14264" y="23341"/>
                    <a:pt x="11123" y="21496"/>
                    <a:pt x="8495" y="19077"/>
                  </a:cubicBezTo>
                  <a:cubicBezTo>
                    <a:pt x="5858" y="16666"/>
                    <a:pt x="3717" y="13707"/>
                    <a:pt x="2263" y="10435"/>
                  </a:cubicBezTo>
                  <a:cubicBezTo>
                    <a:pt x="801" y="7172"/>
                    <a:pt x="36" y="3586"/>
                    <a:pt x="18" y="1"/>
                  </a:cubicBezTo>
                  <a:close/>
                </a:path>
              </a:pathLst>
            </a:custGeom>
            <a:gradFill>
              <a:gsLst>
                <a:gs pos="0">
                  <a:schemeClr val="accent3"/>
                </a:gs>
                <a:gs pos="26000">
                  <a:schemeClr val="accent4"/>
                </a:gs>
                <a:gs pos="58000">
                  <a:schemeClr val="dk2"/>
                </a:gs>
                <a:gs pos="100000">
                  <a:schemeClr val="lt2"/>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6"/>
            <p:cNvSpPr/>
            <p:nvPr/>
          </p:nvSpPr>
          <p:spPr>
            <a:xfrm flipH="1" rot="5400000">
              <a:off x="-3985843" y="143131"/>
              <a:ext cx="9199763" cy="956899"/>
            </a:xfrm>
            <a:custGeom>
              <a:rect b="b" l="l" r="r" t="t"/>
              <a:pathLst>
                <a:path extrusionOk="0" h="26953" w="259130">
                  <a:moveTo>
                    <a:pt x="18" y="0"/>
                  </a:moveTo>
                  <a:lnTo>
                    <a:pt x="18" y="0"/>
                  </a:lnTo>
                  <a:cubicBezTo>
                    <a:pt x="1" y="3586"/>
                    <a:pt x="723" y="7189"/>
                    <a:pt x="2159" y="10487"/>
                  </a:cubicBezTo>
                  <a:cubicBezTo>
                    <a:pt x="3586" y="13785"/>
                    <a:pt x="5710" y="16779"/>
                    <a:pt x="8338" y="19242"/>
                  </a:cubicBezTo>
                  <a:cubicBezTo>
                    <a:pt x="10966" y="21713"/>
                    <a:pt x="14125" y="23610"/>
                    <a:pt x="17537" y="24803"/>
                  </a:cubicBezTo>
                  <a:cubicBezTo>
                    <a:pt x="19234" y="25403"/>
                    <a:pt x="21000" y="25821"/>
                    <a:pt x="22793" y="26056"/>
                  </a:cubicBezTo>
                  <a:cubicBezTo>
                    <a:pt x="23019" y="26082"/>
                    <a:pt x="23245" y="26117"/>
                    <a:pt x="23472" y="26134"/>
                  </a:cubicBezTo>
                  <a:lnTo>
                    <a:pt x="24142" y="26195"/>
                  </a:lnTo>
                  <a:cubicBezTo>
                    <a:pt x="24368" y="26212"/>
                    <a:pt x="24594" y="26230"/>
                    <a:pt x="24821" y="26247"/>
                  </a:cubicBezTo>
                  <a:lnTo>
                    <a:pt x="25499" y="26265"/>
                  </a:lnTo>
                  <a:cubicBezTo>
                    <a:pt x="25717" y="26273"/>
                    <a:pt x="25952" y="26282"/>
                    <a:pt x="26170" y="26282"/>
                  </a:cubicBezTo>
                  <a:lnTo>
                    <a:pt x="26848" y="26291"/>
                  </a:lnTo>
                  <a:lnTo>
                    <a:pt x="28189" y="26291"/>
                  </a:lnTo>
                  <a:lnTo>
                    <a:pt x="71249" y="26517"/>
                  </a:lnTo>
                  <a:lnTo>
                    <a:pt x="259130" y="26952"/>
                  </a:lnTo>
                  <a:lnTo>
                    <a:pt x="259130" y="25186"/>
                  </a:lnTo>
                  <a:lnTo>
                    <a:pt x="71249" y="25629"/>
                  </a:lnTo>
                  <a:lnTo>
                    <a:pt x="28189" y="25847"/>
                  </a:lnTo>
                  <a:lnTo>
                    <a:pt x="26848" y="25856"/>
                  </a:lnTo>
                  <a:lnTo>
                    <a:pt x="26170" y="25856"/>
                  </a:lnTo>
                  <a:cubicBezTo>
                    <a:pt x="25952" y="25856"/>
                    <a:pt x="25726" y="25856"/>
                    <a:pt x="25508" y="25847"/>
                  </a:cubicBezTo>
                  <a:lnTo>
                    <a:pt x="24838" y="25838"/>
                  </a:lnTo>
                  <a:cubicBezTo>
                    <a:pt x="24620" y="25830"/>
                    <a:pt x="24394" y="25803"/>
                    <a:pt x="24177" y="25795"/>
                  </a:cubicBezTo>
                  <a:lnTo>
                    <a:pt x="23507" y="25743"/>
                  </a:lnTo>
                  <a:cubicBezTo>
                    <a:pt x="23280" y="25725"/>
                    <a:pt x="23063" y="25690"/>
                    <a:pt x="22845" y="25664"/>
                  </a:cubicBezTo>
                  <a:cubicBezTo>
                    <a:pt x="21079" y="25455"/>
                    <a:pt x="19329" y="25064"/>
                    <a:pt x="17641" y="24489"/>
                  </a:cubicBezTo>
                  <a:cubicBezTo>
                    <a:pt x="14264" y="23341"/>
                    <a:pt x="11123" y="21496"/>
                    <a:pt x="8495" y="19076"/>
                  </a:cubicBezTo>
                  <a:cubicBezTo>
                    <a:pt x="5858" y="16666"/>
                    <a:pt x="3717" y="13707"/>
                    <a:pt x="2263" y="10435"/>
                  </a:cubicBezTo>
                  <a:cubicBezTo>
                    <a:pt x="801" y="7171"/>
                    <a:pt x="36" y="3586"/>
                    <a:pt x="18" y="0"/>
                  </a:cubicBezTo>
                  <a:close/>
                </a:path>
              </a:pathLst>
            </a:custGeom>
            <a:gradFill>
              <a:gsLst>
                <a:gs pos="0">
                  <a:schemeClr val="accent3"/>
                </a:gs>
                <a:gs pos="26000">
                  <a:schemeClr val="accent4"/>
                </a:gs>
                <a:gs pos="58000">
                  <a:schemeClr val="dk2"/>
                </a:gs>
                <a:gs pos="100000">
                  <a:schemeClr val="lt2"/>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2" name="Shape 102"/>
        <p:cNvGrpSpPr/>
        <p:nvPr/>
      </p:nvGrpSpPr>
      <p:grpSpPr>
        <a:xfrm>
          <a:off x="0" y="0"/>
          <a:ext cx="0" cy="0"/>
          <a:chOff x="0" y="0"/>
          <a:chExt cx="0" cy="0"/>
        </a:xfrm>
      </p:grpSpPr>
      <p:pic>
        <p:nvPicPr>
          <p:cNvPr id="103" name="Google Shape;103;p7"/>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104" name="Google Shape;104;p7"/>
          <p:cNvSpPr txBox="1"/>
          <p:nvPr>
            <p:ph type="title"/>
          </p:nvPr>
        </p:nvSpPr>
        <p:spPr>
          <a:xfrm>
            <a:off x="750000" y="1336775"/>
            <a:ext cx="3338700" cy="6651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05" name="Google Shape;105;p7"/>
          <p:cNvSpPr txBox="1"/>
          <p:nvPr>
            <p:ph idx="1" type="subTitle"/>
          </p:nvPr>
        </p:nvSpPr>
        <p:spPr>
          <a:xfrm>
            <a:off x="750000" y="2052025"/>
            <a:ext cx="3338700" cy="1754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2"/>
              </a:buClr>
              <a:buSzPts val="1200"/>
              <a:buFont typeface="Nunito Light"/>
              <a:buChar char="●"/>
              <a:defRPr/>
            </a:lvl1pPr>
            <a:lvl2pPr lvl="1" rtl="0" algn="ctr">
              <a:lnSpc>
                <a:spcPct val="100000"/>
              </a:lnSpc>
              <a:spcBef>
                <a:spcPts val="0"/>
              </a:spcBef>
              <a:spcAft>
                <a:spcPts val="0"/>
              </a:spcAft>
              <a:buClr>
                <a:srgbClr val="E76A28"/>
              </a:buClr>
              <a:buSzPts val="1200"/>
              <a:buFont typeface="Nunito Light"/>
              <a:buChar char="○"/>
              <a:defRPr/>
            </a:lvl2pPr>
            <a:lvl3pPr lvl="2" rtl="0" algn="ctr">
              <a:lnSpc>
                <a:spcPct val="100000"/>
              </a:lnSpc>
              <a:spcBef>
                <a:spcPts val="1600"/>
              </a:spcBef>
              <a:spcAft>
                <a:spcPts val="0"/>
              </a:spcAft>
              <a:buClr>
                <a:srgbClr val="E76A28"/>
              </a:buClr>
              <a:buSzPts val="1200"/>
              <a:buFont typeface="Nunito Light"/>
              <a:buChar char="■"/>
              <a:defRPr/>
            </a:lvl3pPr>
            <a:lvl4pPr lvl="3" rtl="0" algn="ctr">
              <a:lnSpc>
                <a:spcPct val="100000"/>
              </a:lnSpc>
              <a:spcBef>
                <a:spcPts val="1600"/>
              </a:spcBef>
              <a:spcAft>
                <a:spcPts val="0"/>
              </a:spcAft>
              <a:buClr>
                <a:srgbClr val="E76A28"/>
              </a:buClr>
              <a:buSzPts val="1200"/>
              <a:buFont typeface="Nunito Light"/>
              <a:buChar char="●"/>
              <a:defRPr/>
            </a:lvl4pPr>
            <a:lvl5pPr lvl="4" rtl="0" algn="ctr">
              <a:lnSpc>
                <a:spcPct val="100000"/>
              </a:lnSpc>
              <a:spcBef>
                <a:spcPts val="1600"/>
              </a:spcBef>
              <a:spcAft>
                <a:spcPts val="0"/>
              </a:spcAft>
              <a:buClr>
                <a:srgbClr val="E76A28"/>
              </a:buClr>
              <a:buSzPts val="1200"/>
              <a:buFont typeface="Nunito Light"/>
              <a:buChar char="○"/>
              <a:defRPr/>
            </a:lvl5pPr>
            <a:lvl6pPr lvl="5" rtl="0" algn="ctr">
              <a:lnSpc>
                <a:spcPct val="100000"/>
              </a:lnSpc>
              <a:spcBef>
                <a:spcPts val="1600"/>
              </a:spcBef>
              <a:spcAft>
                <a:spcPts val="0"/>
              </a:spcAft>
              <a:buClr>
                <a:srgbClr val="999999"/>
              </a:buClr>
              <a:buSzPts val="1200"/>
              <a:buFont typeface="Nunito Light"/>
              <a:buChar char="■"/>
              <a:defRPr/>
            </a:lvl6pPr>
            <a:lvl7pPr lvl="6" rtl="0" algn="ctr">
              <a:lnSpc>
                <a:spcPct val="100000"/>
              </a:lnSpc>
              <a:spcBef>
                <a:spcPts val="1600"/>
              </a:spcBef>
              <a:spcAft>
                <a:spcPts val="0"/>
              </a:spcAft>
              <a:buClr>
                <a:srgbClr val="999999"/>
              </a:buClr>
              <a:buSzPts val="1200"/>
              <a:buFont typeface="Nunito Light"/>
              <a:buChar char="●"/>
              <a:defRPr/>
            </a:lvl7pPr>
            <a:lvl8pPr lvl="7" rtl="0" algn="ctr">
              <a:lnSpc>
                <a:spcPct val="100000"/>
              </a:lnSpc>
              <a:spcBef>
                <a:spcPts val="1600"/>
              </a:spcBef>
              <a:spcAft>
                <a:spcPts val="0"/>
              </a:spcAft>
              <a:buClr>
                <a:srgbClr val="999999"/>
              </a:buClr>
              <a:buSzPts val="1200"/>
              <a:buFont typeface="Nunito Light"/>
              <a:buChar char="○"/>
              <a:defRPr/>
            </a:lvl8pPr>
            <a:lvl9pPr lvl="8" rtl="0" algn="ctr">
              <a:lnSpc>
                <a:spcPct val="100000"/>
              </a:lnSpc>
              <a:spcBef>
                <a:spcPts val="1600"/>
              </a:spcBef>
              <a:spcAft>
                <a:spcPts val="1600"/>
              </a:spcAft>
              <a:buClr>
                <a:srgbClr val="999999"/>
              </a:buClr>
              <a:buSzPts val="1200"/>
              <a:buFont typeface="Nunito Light"/>
              <a:buChar char="■"/>
              <a:defRPr/>
            </a:lvl9pPr>
          </a:lstStyle>
          <a:p/>
        </p:txBody>
      </p:sp>
      <p:grpSp>
        <p:nvGrpSpPr>
          <p:cNvPr id="106" name="Google Shape;106;p7"/>
          <p:cNvGrpSpPr/>
          <p:nvPr/>
        </p:nvGrpSpPr>
        <p:grpSpPr>
          <a:xfrm rot="10800000">
            <a:off x="-729804" y="72450"/>
            <a:ext cx="9200047" cy="1453095"/>
            <a:chOff x="0" y="3548450"/>
            <a:chExt cx="9200047" cy="1453095"/>
          </a:xfrm>
        </p:grpSpPr>
        <p:sp>
          <p:nvSpPr>
            <p:cNvPr id="107" name="Google Shape;107;p7"/>
            <p:cNvSpPr/>
            <p:nvPr/>
          </p:nvSpPr>
          <p:spPr>
            <a:xfrm>
              <a:off x="0" y="3548450"/>
              <a:ext cx="9200047" cy="956899"/>
            </a:xfrm>
            <a:custGeom>
              <a:rect b="b" l="l" r="r" t="t"/>
              <a:pathLst>
                <a:path extrusionOk="0" h="26953" w="259138">
                  <a:moveTo>
                    <a:pt x="26" y="0"/>
                  </a:moveTo>
                  <a:lnTo>
                    <a:pt x="26" y="0"/>
                  </a:lnTo>
                  <a:cubicBezTo>
                    <a:pt x="0" y="3586"/>
                    <a:pt x="731" y="7180"/>
                    <a:pt x="2167" y="10478"/>
                  </a:cubicBezTo>
                  <a:cubicBezTo>
                    <a:pt x="3594" y="13776"/>
                    <a:pt x="5718" y="16779"/>
                    <a:pt x="8346" y="19242"/>
                  </a:cubicBezTo>
                  <a:cubicBezTo>
                    <a:pt x="10974" y="21704"/>
                    <a:pt x="14133" y="23602"/>
                    <a:pt x="17545" y="24794"/>
                  </a:cubicBezTo>
                  <a:cubicBezTo>
                    <a:pt x="19242" y="25394"/>
                    <a:pt x="21008" y="25812"/>
                    <a:pt x="22801" y="26047"/>
                  </a:cubicBezTo>
                  <a:cubicBezTo>
                    <a:pt x="23027" y="26073"/>
                    <a:pt x="23253" y="26108"/>
                    <a:pt x="23471" y="26134"/>
                  </a:cubicBezTo>
                  <a:lnTo>
                    <a:pt x="24150" y="26186"/>
                  </a:lnTo>
                  <a:cubicBezTo>
                    <a:pt x="24376" y="26204"/>
                    <a:pt x="24602" y="26230"/>
                    <a:pt x="24829" y="26239"/>
                  </a:cubicBezTo>
                  <a:lnTo>
                    <a:pt x="25507" y="26256"/>
                  </a:lnTo>
                  <a:cubicBezTo>
                    <a:pt x="25725" y="26265"/>
                    <a:pt x="25960" y="26273"/>
                    <a:pt x="26178" y="26282"/>
                  </a:cubicBezTo>
                  <a:lnTo>
                    <a:pt x="26856" y="26282"/>
                  </a:lnTo>
                  <a:lnTo>
                    <a:pt x="28197" y="26291"/>
                  </a:lnTo>
                  <a:lnTo>
                    <a:pt x="71257" y="26508"/>
                  </a:lnTo>
                  <a:lnTo>
                    <a:pt x="259138" y="26952"/>
                  </a:lnTo>
                  <a:lnTo>
                    <a:pt x="259138" y="25186"/>
                  </a:lnTo>
                  <a:lnTo>
                    <a:pt x="71257" y="25621"/>
                  </a:lnTo>
                  <a:lnTo>
                    <a:pt x="28197" y="25847"/>
                  </a:lnTo>
                  <a:lnTo>
                    <a:pt x="26856" y="25847"/>
                  </a:lnTo>
                  <a:lnTo>
                    <a:pt x="26178" y="25856"/>
                  </a:lnTo>
                  <a:cubicBezTo>
                    <a:pt x="25960" y="25856"/>
                    <a:pt x="25734" y="25847"/>
                    <a:pt x="25516" y="25847"/>
                  </a:cubicBezTo>
                  <a:lnTo>
                    <a:pt x="24846" y="25830"/>
                  </a:lnTo>
                  <a:cubicBezTo>
                    <a:pt x="24620" y="25821"/>
                    <a:pt x="24402" y="25803"/>
                    <a:pt x="24176" y="25786"/>
                  </a:cubicBezTo>
                  <a:lnTo>
                    <a:pt x="23515" y="25742"/>
                  </a:lnTo>
                  <a:cubicBezTo>
                    <a:pt x="23288" y="25716"/>
                    <a:pt x="23071" y="25690"/>
                    <a:pt x="22853" y="25664"/>
                  </a:cubicBezTo>
                  <a:cubicBezTo>
                    <a:pt x="21087" y="25447"/>
                    <a:pt x="19337" y="25055"/>
                    <a:pt x="17649" y="24481"/>
                  </a:cubicBezTo>
                  <a:cubicBezTo>
                    <a:pt x="14272" y="23341"/>
                    <a:pt x="11131" y="21496"/>
                    <a:pt x="8503" y="19076"/>
                  </a:cubicBezTo>
                  <a:cubicBezTo>
                    <a:pt x="5866" y="16666"/>
                    <a:pt x="3725" y="13707"/>
                    <a:pt x="2271" y="10435"/>
                  </a:cubicBezTo>
                  <a:cubicBezTo>
                    <a:pt x="809" y="7163"/>
                    <a:pt x="44" y="3586"/>
                    <a:pt x="26" y="0"/>
                  </a:cubicBezTo>
                  <a:close/>
                </a:path>
              </a:pathLst>
            </a:custGeom>
            <a:gradFill>
              <a:gsLst>
                <a:gs pos="0">
                  <a:schemeClr val="accent1"/>
                </a:gs>
                <a:gs pos="26000">
                  <a:schemeClr val="accent2"/>
                </a:gs>
                <a:gs pos="58000">
                  <a:schemeClr val="accent4"/>
                </a:gs>
                <a:gs pos="100000">
                  <a:schemeClr val="accent5"/>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a:off x="284" y="3647611"/>
              <a:ext cx="9199763" cy="956899"/>
            </a:xfrm>
            <a:custGeom>
              <a:rect b="b" l="l" r="r" t="t"/>
              <a:pathLst>
                <a:path extrusionOk="0" h="26953" w="259130">
                  <a:moveTo>
                    <a:pt x="18" y="1"/>
                  </a:moveTo>
                  <a:lnTo>
                    <a:pt x="18" y="1"/>
                  </a:lnTo>
                  <a:cubicBezTo>
                    <a:pt x="1" y="3586"/>
                    <a:pt x="723" y="7180"/>
                    <a:pt x="2159" y="10479"/>
                  </a:cubicBezTo>
                  <a:cubicBezTo>
                    <a:pt x="3586" y="13786"/>
                    <a:pt x="5710" y="16779"/>
                    <a:pt x="8338" y="19242"/>
                  </a:cubicBezTo>
                  <a:cubicBezTo>
                    <a:pt x="10966" y="21705"/>
                    <a:pt x="14125" y="23611"/>
                    <a:pt x="17537" y="24803"/>
                  </a:cubicBezTo>
                  <a:cubicBezTo>
                    <a:pt x="19234" y="25395"/>
                    <a:pt x="21000" y="25813"/>
                    <a:pt x="22793" y="26048"/>
                  </a:cubicBezTo>
                  <a:cubicBezTo>
                    <a:pt x="23019" y="26082"/>
                    <a:pt x="23245" y="26109"/>
                    <a:pt x="23472" y="26135"/>
                  </a:cubicBezTo>
                  <a:lnTo>
                    <a:pt x="24142" y="26187"/>
                  </a:lnTo>
                  <a:cubicBezTo>
                    <a:pt x="24368" y="26204"/>
                    <a:pt x="24594" y="26230"/>
                    <a:pt x="24821" y="26239"/>
                  </a:cubicBezTo>
                  <a:lnTo>
                    <a:pt x="25499" y="26265"/>
                  </a:lnTo>
                  <a:cubicBezTo>
                    <a:pt x="25717" y="26265"/>
                    <a:pt x="25952" y="26283"/>
                    <a:pt x="26170" y="26283"/>
                  </a:cubicBezTo>
                  <a:lnTo>
                    <a:pt x="26848" y="26283"/>
                  </a:lnTo>
                  <a:lnTo>
                    <a:pt x="28189" y="26291"/>
                  </a:lnTo>
                  <a:lnTo>
                    <a:pt x="71249" y="26509"/>
                  </a:lnTo>
                  <a:lnTo>
                    <a:pt x="259130" y="26953"/>
                  </a:lnTo>
                  <a:lnTo>
                    <a:pt x="259130" y="25186"/>
                  </a:lnTo>
                  <a:lnTo>
                    <a:pt x="71249" y="25630"/>
                  </a:lnTo>
                  <a:lnTo>
                    <a:pt x="28189" y="25847"/>
                  </a:lnTo>
                  <a:lnTo>
                    <a:pt x="26848" y="25856"/>
                  </a:lnTo>
                  <a:lnTo>
                    <a:pt x="26170" y="25856"/>
                  </a:lnTo>
                  <a:cubicBezTo>
                    <a:pt x="25952" y="25856"/>
                    <a:pt x="25726" y="25847"/>
                    <a:pt x="25508" y="25847"/>
                  </a:cubicBezTo>
                  <a:lnTo>
                    <a:pt x="24838" y="25830"/>
                  </a:lnTo>
                  <a:cubicBezTo>
                    <a:pt x="24620" y="25830"/>
                    <a:pt x="24394" y="25804"/>
                    <a:pt x="24177" y="25787"/>
                  </a:cubicBezTo>
                  <a:lnTo>
                    <a:pt x="23507" y="25743"/>
                  </a:lnTo>
                  <a:cubicBezTo>
                    <a:pt x="23280" y="25726"/>
                    <a:pt x="23063" y="25691"/>
                    <a:pt x="22845" y="25665"/>
                  </a:cubicBezTo>
                  <a:cubicBezTo>
                    <a:pt x="21079" y="25456"/>
                    <a:pt x="19329" y="25056"/>
                    <a:pt x="17641" y="24490"/>
                  </a:cubicBezTo>
                  <a:cubicBezTo>
                    <a:pt x="14264" y="23341"/>
                    <a:pt x="11123" y="21496"/>
                    <a:pt x="8495" y="19077"/>
                  </a:cubicBezTo>
                  <a:cubicBezTo>
                    <a:pt x="5858" y="16666"/>
                    <a:pt x="3717" y="13707"/>
                    <a:pt x="2263" y="10435"/>
                  </a:cubicBezTo>
                  <a:cubicBezTo>
                    <a:pt x="801" y="7172"/>
                    <a:pt x="36" y="3586"/>
                    <a:pt x="18" y="1"/>
                  </a:cubicBezTo>
                  <a:close/>
                </a:path>
              </a:pathLst>
            </a:custGeom>
            <a:gradFill>
              <a:gsLst>
                <a:gs pos="0">
                  <a:schemeClr val="accent1"/>
                </a:gs>
                <a:gs pos="26000">
                  <a:schemeClr val="accent2"/>
                </a:gs>
                <a:gs pos="58000">
                  <a:schemeClr val="accent4"/>
                </a:gs>
                <a:gs pos="100000">
                  <a:schemeClr val="accent5"/>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7"/>
            <p:cNvSpPr/>
            <p:nvPr/>
          </p:nvSpPr>
          <p:spPr>
            <a:xfrm>
              <a:off x="284" y="3746808"/>
              <a:ext cx="9199763" cy="956899"/>
            </a:xfrm>
            <a:custGeom>
              <a:rect b="b" l="l" r="r" t="t"/>
              <a:pathLst>
                <a:path extrusionOk="0" h="26953" w="259130">
                  <a:moveTo>
                    <a:pt x="18" y="0"/>
                  </a:moveTo>
                  <a:lnTo>
                    <a:pt x="18" y="0"/>
                  </a:lnTo>
                  <a:cubicBezTo>
                    <a:pt x="1" y="3586"/>
                    <a:pt x="723" y="7189"/>
                    <a:pt x="2159" y="10487"/>
                  </a:cubicBezTo>
                  <a:cubicBezTo>
                    <a:pt x="3586" y="13785"/>
                    <a:pt x="5710" y="16779"/>
                    <a:pt x="8338" y="19242"/>
                  </a:cubicBezTo>
                  <a:cubicBezTo>
                    <a:pt x="10966" y="21713"/>
                    <a:pt x="14125" y="23610"/>
                    <a:pt x="17537" y="24803"/>
                  </a:cubicBezTo>
                  <a:cubicBezTo>
                    <a:pt x="19234" y="25403"/>
                    <a:pt x="21000" y="25821"/>
                    <a:pt x="22793" y="26056"/>
                  </a:cubicBezTo>
                  <a:cubicBezTo>
                    <a:pt x="23019" y="26082"/>
                    <a:pt x="23245" y="26117"/>
                    <a:pt x="23472" y="26134"/>
                  </a:cubicBezTo>
                  <a:lnTo>
                    <a:pt x="24142" y="26195"/>
                  </a:lnTo>
                  <a:cubicBezTo>
                    <a:pt x="24368" y="26212"/>
                    <a:pt x="24594" y="26230"/>
                    <a:pt x="24821" y="26247"/>
                  </a:cubicBezTo>
                  <a:lnTo>
                    <a:pt x="25499" y="26265"/>
                  </a:lnTo>
                  <a:cubicBezTo>
                    <a:pt x="25717" y="26273"/>
                    <a:pt x="25952" y="26282"/>
                    <a:pt x="26170" y="26282"/>
                  </a:cubicBezTo>
                  <a:lnTo>
                    <a:pt x="26848" y="26291"/>
                  </a:lnTo>
                  <a:lnTo>
                    <a:pt x="28189" y="26291"/>
                  </a:lnTo>
                  <a:lnTo>
                    <a:pt x="71249" y="26517"/>
                  </a:lnTo>
                  <a:lnTo>
                    <a:pt x="259130" y="26952"/>
                  </a:lnTo>
                  <a:lnTo>
                    <a:pt x="259130" y="25186"/>
                  </a:lnTo>
                  <a:lnTo>
                    <a:pt x="71249" y="25629"/>
                  </a:lnTo>
                  <a:lnTo>
                    <a:pt x="28189" y="25847"/>
                  </a:lnTo>
                  <a:lnTo>
                    <a:pt x="26848" y="25856"/>
                  </a:lnTo>
                  <a:lnTo>
                    <a:pt x="26170" y="25856"/>
                  </a:lnTo>
                  <a:cubicBezTo>
                    <a:pt x="25952" y="25856"/>
                    <a:pt x="25726" y="25856"/>
                    <a:pt x="25508" y="25847"/>
                  </a:cubicBezTo>
                  <a:lnTo>
                    <a:pt x="24838" y="25838"/>
                  </a:lnTo>
                  <a:cubicBezTo>
                    <a:pt x="24620" y="25830"/>
                    <a:pt x="24394" y="25803"/>
                    <a:pt x="24177" y="25795"/>
                  </a:cubicBezTo>
                  <a:lnTo>
                    <a:pt x="23507" y="25743"/>
                  </a:lnTo>
                  <a:cubicBezTo>
                    <a:pt x="23280" y="25725"/>
                    <a:pt x="23063" y="25690"/>
                    <a:pt x="22845" y="25664"/>
                  </a:cubicBezTo>
                  <a:cubicBezTo>
                    <a:pt x="21079" y="25455"/>
                    <a:pt x="19329" y="25064"/>
                    <a:pt x="17641" y="24489"/>
                  </a:cubicBezTo>
                  <a:cubicBezTo>
                    <a:pt x="14264" y="23341"/>
                    <a:pt x="11123" y="21496"/>
                    <a:pt x="8495" y="19076"/>
                  </a:cubicBezTo>
                  <a:cubicBezTo>
                    <a:pt x="5858" y="16666"/>
                    <a:pt x="3717" y="13707"/>
                    <a:pt x="2263" y="10435"/>
                  </a:cubicBezTo>
                  <a:cubicBezTo>
                    <a:pt x="801" y="7171"/>
                    <a:pt x="36" y="3586"/>
                    <a:pt x="18" y="0"/>
                  </a:cubicBezTo>
                  <a:close/>
                </a:path>
              </a:pathLst>
            </a:custGeom>
            <a:gradFill>
              <a:gsLst>
                <a:gs pos="0">
                  <a:schemeClr val="accent1"/>
                </a:gs>
                <a:gs pos="26000">
                  <a:schemeClr val="accent2"/>
                </a:gs>
                <a:gs pos="58000">
                  <a:schemeClr val="accent4"/>
                </a:gs>
                <a:gs pos="100000">
                  <a:schemeClr val="accent5"/>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7"/>
            <p:cNvSpPr/>
            <p:nvPr/>
          </p:nvSpPr>
          <p:spPr>
            <a:xfrm>
              <a:off x="284" y="3845969"/>
              <a:ext cx="9199763" cy="957218"/>
            </a:xfrm>
            <a:custGeom>
              <a:rect b="b" l="l" r="r" t="t"/>
              <a:pathLst>
                <a:path extrusionOk="0" h="26962" w="259130">
                  <a:moveTo>
                    <a:pt x="18" y="1"/>
                  </a:moveTo>
                  <a:lnTo>
                    <a:pt x="18" y="1"/>
                  </a:lnTo>
                  <a:cubicBezTo>
                    <a:pt x="1" y="3595"/>
                    <a:pt x="723" y="7189"/>
                    <a:pt x="2159" y="10487"/>
                  </a:cubicBezTo>
                  <a:cubicBezTo>
                    <a:pt x="3586" y="13786"/>
                    <a:pt x="5710" y="16788"/>
                    <a:pt x="8338" y="19242"/>
                  </a:cubicBezTo>
                  <a:cubicBezTo>
                    <a:pt x="10966" y="21714"/>
                    <a:pt x="14125" y="23611"/>
                    <a:pt x="17537" y="24803"/>
                  </a:cubicBezTo>
                  <a:cubicBezTo>
                    <a:pt x="19234" y="25404"/>
                    <a:pt x="21000" y="25821"/>
                    <a:pt x="22793" y="26056"/>
                  </a:cubicBezTo>
                  <a:cubicBezTo>
                    <a:pt x="23019" y="26082"/>
                    <a:pt x="23245" y="26117"/>
                    <a:pt x="23472" y="26143"/>
                  </a:cubicBezTo>
                  <a:lnTo>
                    <a:pt x="24142" y="26196"/>
                  </a:lnTo>
                  <a:cubicBezTo>
                    <a:pt x="24368" y="26213"/>
                    <a:pt x="24594" y="26239"/>
                    <a:pt x="24821" y="26248"/>
                  </a:cubicBezTo>
                  <a:lnTo>
                    <a:pt x="25499" y="26265"/>
                  </a:lnTo>
                  <a:cubicBezTo>
                    <a:pt x="25717" y="26274"/>
                    <a:pt x="25952" y="26283"/>
                    <a:pt x="26170" y="26283"/>
                  </a:cubicBezTo>
                  <a:lnTo>
                    <a:pt x="26848" y="26291"/>
                  </a:lnTo>
                  <a:lnTo>
                    <a:pt x="28189" y="26300"/>
                  </a:lnTo>
                  <a:lnTo>
                    <a:pt x="71249" y="26518"/>
                  </a:lnTo>
                  <a:lnTo>
                    <a:pt x="259130" y="26961"/>
                  </a:lnTo>
                  <a:lnTo>
                    <a:pt x="259130" y="25186"/>
                  </a:lnTo>
                  <a:lnTo>
                    <a:pt x="71249" y="25630"/>
                  </a:lnTo>
                  <a:lnTo>
                    <a:pt x="28189" y="25856"/>
                  </a:lnTo>
                  <a:lnTo>
                    <a:pt x="26848" y="25856"/>
                  </a:lnTo>
                  <a:lnTo>
                    <a:pt x="26170" y="25865"/>
                  </a:lnTo>
                  <a:cubicBezTo>
                    <a:pt x="25952" y="25865"/>
                    <a:pt x="25726" y="25856"/>
                    <a:pt x="25508" y="25847"/>
                  </a:cubicBezTo>
                  <a:lnTo>
                    <a:pt x="24838" y="25839"/>
                  </a:lnTo>
                  <a:cubicBezTo>
                    <a:pt x="24620" y="25830"/>
                    <a:pt x="24394" y="25813"/>
                    <a:pt x="24177" y="25795"/>
                  </a:cubicBezTo>
                  <a:lnTo>
                    <a:pt x="23507" y="25752"/>
                  </a:lnTo>
                  <a:cubicBezTo>
                    <a:pt x="23280" y="25726"/>
                    <a:pt x="23063" y="25700"/>
                    <a:pt x="22845" y="25673"/>
                  </a:cubicBezTo>
                  <a:cubicBezTo>
                    <a:pt x="21079" y="25456"/>
                    <a:pt x="19329" y="25064"/>
                    <a:pt x="17641" y="24490"/>
                  </a:cubicBezTo>
                  <a:cubicBezTo>
                    <a:pt x="14264" y="23350"/>
                    <a:pt x="11123" y="21505"/>
                    <a:pt x="8495" y="19086"/>
                  </a:cubicBezTo>
                  <a:cubicBezTo>
                    <a:pt x="5858" y="16675"/>
                    <a:pt x="3717" y="13716"/>
                    <a:pt x="2263" y="10444"/>
                  </a:cubicBezTo>
                  <a:cubicBezTo>
                    <a:pt x="801" y="7172"/>
                    <a:pt x="36" y="3595"/>
                    <a:pt x="18" y="1"/>
                  </a:cubicBezTo>
                  <a:close/>
                </a:path>
              </a:pathLst>
            </a:custGeom>
            <a:gradFill>
              <a:gsLst>
                <a:gs pos="0">
                  <a:schemeClr val="accent1"/>
                </a:gs>
                <a:gs pos="26000">
                  <a:schemeClr val="accent2"/>
                </a:gs>
                <a:gs pos="58000">
                  <a:schemeClr val="accent4"/>
                </a:gs>
                <a:gs pos="100000">
                  <a:schemeClr val="accent5"/>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7"/>
            <p:cNvSpPr/>
            <p:nvPr/>
          </p:nvSpPr>
          <p:spPr>
            <a:xfrm>
              <a:off x="284" y="3945485"/>
              <a:ext cx="9199763" cy="956863"/>
            </a:xfrm>
            <a:custGeom>
              <a:rect b="b" l="l" r="r" t="t"/>
              <a:pathLst>
                <a:path extrusionOk="0" h="26952" w="259130">
                  <a:moveTo>
                    <a:pt x="18" y="0"/>
                  </a:moveTo>
                  <a:lnTo>
                    <a:pt x="18" y="0"/>
                  </a:lnTo>
                  <a:cubicBezTo>
                    <a:pt x="1" y="3586"/>
                    <a:pt x="723" y="7180"/>
                    <a:pt x="2159" y="10478"/>
                  </a:cubicBezTo>
                  <a:cubicBezTo>
                    <a:pt x="3586" y="13776"/>
                    <a:pt x="5710" y="16779"/>
                    <a:pt x="8338" y="19241"/>
                  </a:cubicBezTo>
                  <a:cubicBezTo>
                    <a:pt x="10966" y="21704"/>
                    <a:pt x="14125" y="23601"/>
                    <a:pt x="17537" y="24802"/>
                  </a:cubicBezTo>
                  <a:cubicBezTo>
                    <a:pt x="19234" y="25394"/>
                    <a:pt x="21000" y="25812"/>
                    <a:pt x="22793" y="26047"/>
                  </a:cubicBezTo>
                  <a:cubicBezTo>
                    <a:pt x="23019" y="26073"/>
                    <a:pt x="23245" y="26108"/>
                    <a:pt x="23472" y="26134"/>
                  </a:cubicBezTo>
                  <a:lnTo>
                    <a:pt x="24142" y="26186"/>
                  </a:lnTo>
                  <a:cubicBezTo>
                    <a:pt x="24368" y="26204"/>
                    <a:pt x="24594" y="26230"/>
                    <a:pt x="24821" y="26238"/>
                  </a:cubicBezTo>
                  <a:lnTo>
                    <a:pt x="25499" y="26264"/>
                  </a:lnTo>
                  <a:cubicBezTo>
                    <a:pt x="25717" y="26264"/>
                    <a:pt x="25952" y="26273"/>
                    <a:pt x="26170" y="26282"/>
                  </a:cubicBezTo>
                  <a:lnTo>
                    <a:pt x="26848" y="26282"/>
                  </a:lnTo>
                  <a:lnTo>
                    <a:pt x="28189" y="26291"/>
                  </a:lnTo>
                  <a:lnTo>
                    <a:pt x="71249" y="26508"/>
                  </a:lnTo>
                  <a:lnTo>
                    <a:pt x="259130" y="26952"/>
                  </a:lnTo>
                  <a:lnTo>
                    <a:pt x="259130" y="25185"/>
                  </a:lnTo>
                  <a:lnTo>
                    <a:pt x="71249" y="25620"/>
                  </a:lnTo>
                  <a:lnTo>
                    <a:pt x="28189" y="25847"/>
                  </a:lnTo>
                  <a:lnTo>
                    <a:pt x="26848" y="25855"/>
                  </a:lnTo>
                  <a:lnTo>
                    <a:pt x="26170" y="25855"/>
                  </a:lnTo>
                  <a:cubicBezTo>
                    <a:pt x="25952" y="25855"/>
                    <a:pt x="25726" y="25847"/>
                    <a:pt x="25508" y="25847"/>
                  </a:cubicBezTo>
                  <a:lnTo>
                    <a:pt x="24838" y="25829"/>
                  </a:lnTo>
                  <a:cubicBezTo>
                    <a:pt x="24620" y="25821"/>
                    <a:pt x="24394" y="25803"/>
                    <a:pt x="24177" y="25786"/>
                  </a:cubicBezTo>
                  <a:lnTo>
                    <a:pt x="23507" y="25742"/>
                  </a:lnTo>
                  <a:cubicBezTo>
                    <a:pt x="23280" y="25716"/>
                    <a:pt x="23063" y="25690"/>
                    <a:pt x="22845" y="25664"/>
                  </a:cubicBezTo>
                  <a:cubicBezTo>
                    <a:pt x="21079" y="25455"/>
                    <a:pt x="19329" y="25055"/>
                    <a:pt x="17641" y="24480"/>
                  </a:cubicBezTo>
                  <a:cubicBezTo>
                    <a:pt x="14264" y="23340"/>
                    <a:pt x="11123" y="21495"/>
                    <a:pt x="8495" y="19076"/>
                  </a:cubicBezTo>
                  <a:cubicBezTo>
                    <a:pt x="5858" y="16666"/>
                    <a:pt x="3717" y="13707"/>
                    <a:pt x="2263" y="10434"/>
                  </a:cubicBezTo>
                  <a:cubicBezTo>
                    <a:pt x="801" y="7162"/>
                    <a:pt x="36" y="3586"/>
                    <a:pt x="18" y="0"/>
                  </a:cubicBezTo>
                  <a:close/>
                </a:path>
              </a:pathLst>
            </a:custGeom>
            <a:gradFill>
              <a:gsLst>
                <a:gs pos="0">
                  <a:schemeClr val="accent1"/>
                </a:gs>
                <a:gs pos="26000">
                  <a:schemeClr val="accent2"/>
                </a:gs>
                <a:gs pos="58000">
                  <a:schemeClr val="accent4"/>
                </a:gs>
                <a:gs pos="100000">
                  <a:schemeClr val="accent5"/>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7"/>
            <p:cNvSpPr/>
            <p:nvPr/>
          </p:nvSpPr>
          <p:spPr>
            <a:xfrm>
              <a:off x="284" y="4044646"/>
              <a:ext cx="9199763" cy="956899"/>
            </a:xfrm>
            <a:custGeom>
              <a:rect b="b" l="l" r="r" t="t"/>
              <a:pathLst>
                <a:path extrusionOk="0" h="26953" w="259130">
                  <a:moveTo>
                    <a:pt x="18" y="1"/>
                  </a:moveTo>
                  <a:lnTo>
                    <a:pt x="18" y="1"/>
                  </a:lnTo>
                  <a:cubicBezTo>
                    <a:pt x="1" y="3586"/>
                    <a:pt x="723" y="7180"/>
                    <a:pt x="2159" y="10479"/>
                  </a:cubicBezTo>
                  <a:cubicBezTo>
                    <a:pt x="3586" y="13785"/>
                    <a:pt x="5710" y="16779"/>
                    <a:pt x="8338" y="19242"/>
                  </a:cubicBezTo>
                  <a:cubicBezTo>
                    <a:pt x="10966" y="21705"/>
                    <a:pt x="14125" y="23611"/>
                    <a:pt x="17537" y="24803"/>
                  </a:cubicBezTo>
                  <a:cubicBezTo>
                    <a:pt x="19234" y="25395"/>
                    <a:pt x="21000" y="25812"/>
                    <a:pt x="22793" y="26047"/>
                  </a:cubicBezTo>
                  <a:cubicBezTo>
                    <a:pt x="23019" y="26082"/>
                    <a:pt x="23245" y="26108"/>
                    <a:pt x="23472" y="26134"/>
                  </a:cubicBezTo>
                  <a:lnTo>
                    <a:pt x="24142" y="26187"/>
                  </a:lnTo>
                  <a:cubicBezTo>
                    <a:pt x="24368" y="26204"/>
                    <a:pt x="24594" y="26230"/>
                    <a:pt x="24821" y="26239"/>
                  </a:cubicBezTo>
                  <a:lnTo>
                    <a:pt x="25499" y="26265"/>
                  </a:lnTo>
                  <a:cubicBezTo>
                    <a:pt x="25717" y="26265"/>
                    <a:pt x="25952" y="26282"/>
                    <a:pt x="26170" y="26282"/>
                  </a:cubicBezTo>
                  <a:lnTo>
                    <a:pt x="26848" y="26282"/>
                  </a:lnTo>
                  <a:lnTo>
                    <a:pt x="28189" y="26291"/>
                  </a:lnTo>
                  <a:lnTo>
                    <a:pt x="71249" y="26509"/>
                  </a:lnTo>
                  <a:lnTo>
                    <a:pt x="259130" y="26952"/>
                  </a:lnTo>
                  <a:lnTo>
                    <a:pt x="259130" y="25186"/>
                  </a:lnTo>
                  <a:lnTo>
                    <a:pt x="71249" y="25630"/>
                  </a:lnTo>
                  <a:lnTo>
                    <a:pt x="28189" y="25847"/>
                  </a:lnTo>
                  <a:lnTo>
                    <a:pt x="26848" y="25856"/>
                  </a:lnTo>
                  <a:lnTo>
                    <a:pt x="26170" y="25856"/>
                  </a:lnTo>
                  <a:cubicBezTo>
                    <a:pt x="25952" y="25856"/>
                    <a:pt x="25726" y="25847"/>
                    <a:pt x="25508" y="25847"/>
                  </a:cubicBezTo>
                  <a:lnTo>
                    <a:pt x="24838" y="25830"/>
                  </a:lnTo>
                  <a:cubicBezTo>
                    <a:pt x="24620" y="25830"/>
                    <a:pt x="24394" y="25804"/>
                    <a:pt x="24177" y="25786"/>
                  </a:cubicBezTo>
                  <a:lnTo>
                    <a:pt x="23507" y="25743"/>
                  </a:lnTo>
                  <a:cubicBezTo>
                    <a:pt x="23280" y="25725"/>
                    <a:pt x="23063" y="25691"/>
                    <a:pt x="22845" y="25664"/>
                  </a:cubicBezTo>
                  <a:cubicBezTo>
                    <a:pt x="21079" y="25456"/>
                    <a:pt x="19329" y="25055"/>
                    <a:pt x="17641" y="24490"/>
                  </a:cubicBezTo>
                  <a:cubicBezTo>
                    <a:pt x="14264" y="23341"/>
                    <a:pt x="11123" y="21496"/>
                    <a:pt x="8495" y="19077"/>
                  </a:cubicBezTo>
                  <a:cubicBezTo>
                    <a:pt x="5858" y="16666"/>
                    <a:pt x="3717" y="13707"/>
                    <a:pt x="2263" y="10435"/>
                  </a:cubicBezTo>
                  <a:cubicBezTo>
                    <a:pt x="801" y="7172"/>
                    <a:pt x="36" y="3586"/>
                    <a:pt x="18" y="1"/>
                  </a:cubicBezTo>
                  <a:close/>
                </a:path>
              </a:pathLst>
            </a:custGeom>
            <a:gradFill>
              <a:gsLst>
                <a:gs pos="0">
                  <a:schemeClr val="accent1"/>
                </a:gs>
                <a:gs pos="26000">
                  <a:schemeClr val="accent2"/>
                </a:gs>
                <a:gs pos="58000">
                  <a:schemeClr val="accent4"/>
                </a:gs>
                <a:gs pos="100000">
                  <a:schemeClr val="accent5"/>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3" name="Google Shape;113;p7"/>
          <p:cNvSpPr/>
          <p:nvPr>
            <p:ph idx="2" type="pic"/>
          </p:nvPr>
        </p:nvSpPr>
        <p:spPr>
          <a:xfrm>
            <a:off x="4363557" y="689700"/>
            <a:ext cx="4100400" cy="3764100"/>
          </a:xfrm>
          <a:prstGeom prst="roundRect">
            <a:avLst>
              <a:gd fmla="val 22111" name="adj"/>
            </a:avLst>
          </a:prstGeom>
          <a:no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14" name="Shape 114"/>
        <p:cNvGrpSpPr/>
        <p:nvPr/>
      </p:nvGrpSpPr>
      <p:grpSpPr>
        <a:xfrm>
          <a:off x="0" y="0"/>
          <a:ext cx="0" cy="0"/>
          <a:chOff x="0" y="0"/>
          <a:chExt cx="0" cy="0"/>
        </a:xfrm>
      </p:grpSpPr>
      <p:pic>
        <p:nvPicPr>
          <p:cNvPr id="115" name="Google Shape;115;p8"/>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116" name="Google Shape;116;p8"/>
          <p:cNvSpPr txBox="1"/>
          <p:nvPr>
            <p:ph type="title"/>
          </p:nvPr>
        </p:nvSpPr>
        <p:spPr>
          <a:xfrm>
            <a:off x="2317950" y="1307100"/>
            <a:ext cx="4508100" cy="25293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17" name="Shape 117"/>
        <p:cNvGrpSpPr/>
        <p:nvPr/>
      </p:nvGrpSpPr>
      <p:grpSpPr>
        <a:xfrm>
          <a:off x="0" y="0"/>
          <a:ext cx="0" cy="0"/>
          <a:chOff x="0" y="0"/>
          <a:chExt cx="0" cy="0"/>
        </a:xfrm>
      </p:grpSpPr>
      <p:pic>
        <p:nvPicPr>
          <p:cNvPr id="118" name="Google Shape;118;p9"/>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119" name="Google Shape;119;p9"/>
          <p:cNvSpPr txBox="1"/>
          <p:nvPr>
            <p:ph type="title"/>
          </p:nvPr>
        </p:nvSpPr>
        <p:spPr>
          <a:xfrm>
            <a:off x="2135550" y="1189100"/>
            <a:ext cx="4872900" cy="1964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500"/>
              <a:buNone/>
              <a:defRPr sz="15000"/>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120" name="Google Shape;120;p9"/>
          <p:cNvSpPr txBox="1"/>
          <p:nvPr>
            <p:ph idx="1" type="subTitle"/>
          </p:nvPr>
        </p:nvSpPr>
        <p:spPr>
          <a:xfrm>
            <a:off x="2135550" y="3153500"/>
            <a:ext cx="4872900" cy="671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600"/>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21" name="Shape 121"/>
        <p:cNvGrpSpPr/>
        <p:nvPr/>
      </p:nvGrpSpPr>
      <p:grpSpPr>
        <a:xfrm>
          <a:off x="0" y="0"/>
          <a:ext cx="0" cy="0"/>
          <a:chOff x="0" y="0"/>
          <a:chExt cx="0" cy="0"/>
        </a:xfrm>
      </p:grpSpPr>
      <p:sp>
        <p:nvSpPr>
          <p:cNvPr id="122" name="Google Shape;122;p10"/>
          <p:cNvSpPr txBox="1"/>
          <p:nvPr>
            <p:ph type="title"/>
          </p:nvPr>
        </p:nvSpPr>
        <p:spPr>
          <a:xfrm>
            <a:off x="720000" y="4014450"/>
            <a:ext cx="7704000" cy="572700"/>
          </a:xfrm>
          <a:prstGeom prst="rect">
            <a:avLst/>
          </a:prstGeom>
          <a:solidFill>
            <a:schemeClr val="lt1"/>
          </a:solidFill>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3" name="Shape 123"/>
        <p:cNvGrpSpPr/>
        <p:nvPr/>
      </p:nvGrpSpPr>
      <p:grpSpPr>
        <a:xfrm>
          <a:off x="0" y="0"/>
          <a:ext cx="0" cy="0"/>
          <a:chOff x="0" y="0"/>
          <a:chExt cx="0" cy="0"/>
        </a:xfrm>
      </p:grpSpPr>
      <p:pic>
        <p:nvPicPr>
          <p:cNvPr id="124" name="Google Shape;124;p11"/>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125" name="Google Shape;125;p11"/>
          <p:cNvSpPr txBox="1"/>
          <p:nvPr>
            <p:ph hasCustomPrompt="1" type="title"/>
          </p:nvPr>
        </p:nvSpPr>
        <p:spPr>
          <a:xfrm>
            <a:off x="713225" y="1487613"/>
            <a:ext cx="7717500" cy="1671000"/>
          </a:xfrm>
          <a:prstGeom prst="rect">
            <a:avLst/>
          </a:prstGeom>
        </p:spPr>
        <p:txBody>
          <a:bodyPr anchorCtr="0" anchor="ctr" bIns="91425" lIns="91425" spcFirstLastPara="1" rIns="91425" wrap="square" tIns="91425">
            <a:noAutofit/>
          </a:bodyPr>
          <a:lstStyle>
            <a:lvl1pPr lvl="0" algn="ctr">
              <a:spcBef>
                <a:spcPts val="0"/>
              </a:spcBef>
              <a:spcAft>
                <a:spcPts val="0"/>
              </a:spcAft>
              <a:buSzPts val="9600"/>
              <a:buNone/>
              <a:defRPr sz="9000">
                <a:solidFill>
                  <a:schemeClr val="lt2"/>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26" name="Google Shape;126;p11"/>
          <p:cNvSpPr txBox="1"/>
          <p:nvPr>
            <p:ph idx="1" type="subTitle"/>
          </p:nvPr>
        </p:nvSpPr>
        <p:spPr>
          <a:xfrm>
            <a:off x="3988650" y="3158788"/>
            <a:ext cx="5155500" cy="497100"/>
          </a:xfrm>
          <a:prstGeom prst="rect">
            <a:avLst/>
          </a:prstGeom>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lnSpc>
                <a:spcPct val="100000"/>
              </a:lnSpc>
              <a:spcBef>
                <a:spcPts val="0"/>
              </a:spcBef>
              <a:spcAft>
                <a:spcPts val="0"/>
              </a:spcAft>
              <a:buSzPts val="1600"/>
              <a:buNone/>
              <a:defRPr sz="1500">
                <a:latin typeface="Fira Sans Light"/>
                <a:ea typeface="Fira Sans Light"/>
                <a:cs typeface="Fira Sans Light"/>
                <a:sym typeface="Fira Sans Light"/>
              </a:defRPr>
            </a:lvl1pPr>
            <a:lvl2pPr lvl="1" rtl="0" algn="ctr">
              <a:lnSpc>
                <a:spcPct val="100000"/>
              </a:lnSpc>
              <a:spcBef>
                <a:spcPts val="0"/>
              </a:spcBef>
              <a:spcAft>
                <a:spcPts val="0"/>
              </a:spcAft>
              <a:buSzPts val="1600"/>
              <a:buNone/>
              <a:defRPr sz="1600"/>
            </a:lvl2pPr>
            <a:lvl3pPr lvl="2" rtl="0" algn="ctr">
              <a:lnSpc>
                <a:spcPct val="100000"/>
              </a:lnSpc>
              <a:spcBef>
                <a:spcPts val="1600"/>
              </a:spcBef>
              <a:spcAft>
                <a:spcPts val="0"/>
              </a:spcAft>
              <a:buSzPts val="1600"/>
              <a:buNone/>
              <a:defRPr sz="1600"/>
            </a:lvl3pPr>
            <a:lvl4pPr lvl="3" rtl="0" algn="ctr">
              <a:lnSpc>
                <a:spcPct val="100000"/>
              </a:lnSpc>
              <a:spcBef>
                <a:spcPts val="1600"/>
              </a:spcBef>
              <a:spcAft>
                <a:spcPts val="0"/>
              </a:spcAft>
              <a:buSzPts val="1600"/>
              <a:buNone/>
              <a:defRPr sz="1600"/>
            </a:lvl4pPr>
            <a:lvl5pPr lvl="4" rtl="0" algn="ctr">
              <a:lnSpc>
                <a:spcPct val="100000"/>
              </a:lnSpc>
              <a:spcBef>
                <a:spcPts val="1600"/>
              </a:spcBef>
              <a:spcAft>
                <a:spcPts val="0"/>
              </a:spcAft>
              <a:buSzPts val="1600"/>
              <a:buNone/>
              <a:defRPr sz="1600"/>
            </a:lvl5pPr>
            <a:lvl6pPr lvl="5" rtl="0" algn="ctr">
              <a:lnSpc>
                <a:spcPct val="100000"/>
              </a:lnSpc>
              <a:spcBef>
                <a:spcPts val="1600"/>
              </a:spcBef>
              <a:spcAft>
                <a:spcPts val="0"/>
              </a:spcAft>
              <a:buSzPts val="1600"/>
              <a:buNone/>
              <a:defRPr sz="1600"/>
            </a:lvl6pPr>
            <a:lvl7pPr lvl="6" rtl="0" algn="ctr">
              <a:lnSpc>
                <a:spcPct val="100000"/>
              </a:lnSpc>
              <a:spcBef>
                <a:spcPts val="1600"/>
              </a:spcBef>
              <a:spcAft>
                <a:spcPts val="0"/>
              </a:spcAft>
              <a:buSzPts val="1600"/>
              <a:buNone/>
              <a:defRPr sz="1600"/>
            </a:lvl7pPr>
            <a:lvl8pPr lvl="7" rtl="0" algn="ctr">
              <a:lnSpc>
                <a:spcPct val="100000"/>
              </a:lnSpc>
              <a:spcBef>
                <a:spcPts val="1600"/>
              </a:spcBef>
              <a:spcAft>
                <a:spcPts val="0"/>
              </a:spcAft>
              <a:buSzPts val="1600"/>
              <a:buNone/>
              <a:defRPr sz="1600"/>
            </a:lvl8pPr>
            <a:lvl9pPr lvl="8" rtl="0" algn="ctr">
              <a:lnSpc>
                <a:spcPct val="100000"/>
              </a:lnSpc>
              <a:spcBef>
                <a:spcPts val="1600"/>
              </a:spcBef>
              <a:spcAft>
                <a:spcPts val="1600"/>
              </a:spcAft>
              <a:buSzPts val="1600"/>
              <a:buNone/>
              <a:defRPr sz="1600"/>
            </a:lvl9pPr>
          </a:lstStyle>
          <a:p/>
        </p:txBody>
      </p:sp>
      <p:grpSp>
        <p:nvGrpSpPr>
          <p:cNvPr id="127" name="Google Shape;127;p11"/>
          <p:cNvGrpSpPr/>
          <p:nvPr/>
        </p:nvGrpSpPr>
        <p:grpSpPr>
          <a:xfrm>
            <a:off x="0" y="3631846"/>
            <a:ext cx="9200047" cy="1453095"/>
            <a:chOff x="0" y="3548450"/>
            <a:chExt cx="9200047" cy="1453095"/>
          </a:xfrm>
        </p:grpSpPr>
        <p:sp>
          <p:nvSpPr>
            <p:cNvPr id="128" name="Google Shape;128;p11"/>
            <p:cNvSpPr/>
            <p:nvPr/>
          </p:nvSpPr>
          <p:spPr>
            <a:xfrm>
              <a:off x="0" y="3548450"/>
              <a:ext cx="9200047" cy="956899"/>
            </a:xfrm>
            <a:custGeom>
              <a:rect b="b" l="l" r="r" t="t"/>
              <a:pathLst>
                <a:path extrusionOk="0" h="26953" w="259138">
                  <a:moveTo>
                    <a:pt x="26" y="0"/>
                  </a:moveTo>
                  <a:lnTo>
                    <a:pt x="26" y="0"/>
                  </a:lnTo>
                  <a:cubicBezTo>
                    <a:pt x="0" y="3586"/>
                    <a:pt x="731" y="7180"/>
                    <a:pt x="2167" y="10478"/>
                  </a:cubicBezTo>
                  <a:cubicBezTo>
                    <a:pt x="3594" y="13776"/>
                    <a:pt x="5718" y="16779"/>
                    <a:pt x="8346" y="19242"/>
                  </a:cubicBezTo>
                  <a:cubicBezTo>
                    <a:pt x="10974" y="21704"/>
                    <a:pt x="14133" y="23602"/>
                    <a:pt x="17545" y="24794"/>
                  </a:cubicBezTo>
                  <a:cubicBezTo>
                    <a:pt x="19242" y="25394"/>
                    <a:pt x="21008" y="25812"/>
                    <a:pt x="22801" y="26047"/>
                  </a:cubicBezTo>
                  <a:cubicBezTo>
                    <a:pt x="23027" y="26073"/>
                    <a:pt x="23253" y="26108"/>
                    <a:pt x="23471" y="26134"/>
                  </a:cubicBezTo>
                  <a:lnTo>
                    <a:pt x="24150" y="26186"/>
                  </a:lnTo>
                  <a:cubicBezTo>
                    <a:pt x="24376" y="26204"/>
                    <a:pt x="24602" y="26230"/>
                    <a:pt x="24829" y="26239"/>
                  </a:cubicBezTo>
                  <a:lnTo>
                    <a:pt x="25507" y="26256"/>
                  </a:lnTo>
                  <a:cubicBezTo>
                    <a:pt x="25725" y="26265"/>
                    <a:pt x="25960" y="26273"/>
                    <a:pt x="26178" y="26282"/>
                  </a:cubicBezTo>
                  <a:lnTo>
                    <a:pt x="26856" y="26282"/>
                  </a:lnTo>
                  <a:lnTo>
                    <a:pt x="28197" y="26291"/>
                  </a:lnTo>
                  <a:lnTo>
                    <a:pt x="71257" y="26508"/>
                  </a:lnTo>
                  <a:lnTo>
                    <a:pt x="259138" y="26952"/>
                  </a:lnTo>
                  <a:lnTo>
                    <a:pt x="259138" y="25186"/>
                  </a:lnTo>
                  <a:lnTo>
                    <a:pt x="71257" y="25621"/>
                  </a:lnTo>
                  <a:lnTo>
                    <a:pt x="28197" y="25847"/>
                  </a:lnTo>
                  <a:lnTo>
                    <a:pt x="26856" y="25847"/>
                  </a:lnTo>
                  <a:lnTo>
                    <a:pt x="26178" y="25856"/>
                  </a:lnTo>
                  <a:cubicBezTo>
                    <a:pt x="25960" y="25856"/>
                    <a:pt x="25734" y="25847"/>
                    <a:pt x="25516" y="25847"/>
                  </a:cubicBezTo>
                  <a:lnTo>
                    <a:pt x="24846" y="25830"/>
                  </a:lnTo>
                  <a:cubicBezTo>
                    <a:pt x="24620" y="25821"/>
                    <a:pt x="24402" y="25803"/>
                    <a:pt x="24176" y="25786"/>
                  </a:cubicBezTo>
                  <a:lnTo>
                    <a:pt x="23515" y="25742"/>
                  </a:lnTo>
                  <a:cubicBezTo>
                    <a:pt x="23288" y="25716"/>
                    <a:pt x="23071" y="25690"/>
                    <a:pt x="22853" y="25664"/>
                  </a:cubicBezTo>
                  <a:cubicBezTo>
                    <a:pt x="21087" y="25447"/>
                    <a:pt x="19337" y="25055"/>
                    <a:pt x="17649" y="24481"/>
                  </a:cubicBezTo>
                  <a:cubicBezTo>
                    <a:pt x="14272" y="23341"/>
                    <a:pt x="11131" y="21496"/>
                    <a:pt x="8503" y="19076"/>
                  </a:cubicBezTo>
                  <a:cubicBezTo>
                    <a:pt x="5866" y="16666"/>
                    <a:pt x="3725" y="13707"/>
                    <a:pt x="2271" y="10435"/>
                  </a:cubicBezTo>
                  <a:cubicBezTo>
                    <a:pt x="809" y="7163"/>
                    <a:pt x="44" y="3586"/>
                    <a:pt x="26" y="0"/>
                  </a:cubicBez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1"/>
            <p:cNvSpPr/>
            <p:nvPr/>
          </p:nvSpPr>
          <p:spPr>
            <a:xfrm>
              <a:off x="284" y="3647611"/>
              <a:ext cx="9199763" cy="956899"/>
            </a:xfrm>
            <a:custGeom>
              <a:rect b="b" l="l" r="r" t="t"/>
              <a:pathLst>
                <a:path extrusionOk="0" h="26953" w="259130">
                  <a:moveTo>
                    <a:pt x="18" y="1"/>
                  </a:moveTo>
                  <a:lnTo>
                    <a:pt x="18" y="1"/>
                  </a:lnTo>
                  <a:cubicBezTo>
                    <a:pt x="1" y="3586"/>
                    <a:pt x="723" y="7180"/>
                    <a:pt x="2159" y="10479"/>
                  </a:cubicBezTo>
                  <a:cubicBezTo>
                    <a:pt x="3586" y="13786"/>
                    <a:pt x="5710" y="16779"/>
                    <a:pt x="8338" y="19242"/>
                  </a:cubicBezTo>
                  <a:cubicBezTo>
                    <a:pt x="10966" y="21705"/>
                    <a:pt x="14125" y="23611"/>
                    <a:pt x="17537" y="24803"/>
                  </a:cubicBezTo>
                  <a:cubicBezTo>
                    <a:pt x="19234" y="25395"/>
                    <a:pt x="21000" y="25813"/>
                    <a:pt x="22793" y="26048"/>
                  </a:cubicBezTo>
                  <a:cubicBezTo>
                    <a:pt x="23019" y="26082"/>
                    <a:pt x="23245" y="26109"/>
                    <a:pt x="23472" y="26135"/>
                  </a:cubicBezTo>
                  <a:lnTo>
                    <a:pt x="24142" y="26187"/>
                  </a:lnTo>
                  <a:cubicBezTo>
                    <a:pt x="24368" y="26204"/>
                    <a:pt x="24594" y="26230"/>
                    <a:pt x="24821" y="26239"/>
                  </a:cubicBezTo>
                  <a:lnTo>
                    <a:pt x="25499" y="26265"/>
                  </a:lnTo>
                  <a:cubicBezTo>
                    <a:pt x="25717" y="26265"/>
                    <a:pt x="25952" y="26283"/>
                    <a:pt x="26170" y="26283"/>
                  </a:cubicBezTo>
                  <a:lnTo>
                    <a:pt x="26848" y="26283"/>
                  </a:lnTo>
                  <a:lnTo>
                    <a:pt x="28189" y="26291"/>
                  </a:lnTo>
                  <a:lnTo>
                    <a:pt x="71249" y="26509"/>
                  </a:lnTo>
                  <a:lnTo>
                    <a:pt x="259130" y="26953"/>
                  </a:lnTo>
                  <a:lnTo>
                    <a:pt x="259130" y="25186"/>
                  </a:lnTo>
                  <a:lnTo>
                    <a:pt x="71249" y="25630"/>
                  </a:lnTo>
                  <a:lnTo>
                    <a:pt x="28189" y="25847"/>
                  </a:lnTo>
                  <a:lnTo>
                    <a:pt x="26848" y="25856"/>
                  </a:lnTo>
                  <a:lnTo>
                    <a:pt x="26170" y="25856"/>
                  </a:lnTo>
                  <a:cubicBezTo>
                    <a:pt x="25952" y="25856"/>
                    <a:pt x="25726" y="25847"/>
                    <a:pt x="25508" y="25847"/>
                  </a:cubicBezTo>
                  <a:lnTo>
                    <a:pt x="24838" y="25830"/>
                  </a:lnTo>
                  <a:cubicBezTo>
                    <a:pt x="24620" y="25830"/>
                    <a:pt x="24394" y="25804"/>
                    <a:pt x="24177" y="25787"/>
                  </a:cubicBezTo>
                  <a:lnTo>
                    <a:pt x="23507" y="25743"/>
                  </a:lnTo>
                  <a:cubicBezTo>
                    <a:pt x="23280" y="25726"/>
                    <a:pt x="23063" y="25691"/>
                    <a:pt x="22845" y="25665"/>
                  </a:cubicBezTo>
                  <a:cubicBezTo>
                    <a:pt x="21079" y="25456"/>
                    <a:pt x="19329" y="25056"/>
                    <a:pt x="17641" y="24490"/>
                  </a:cubicBezTo>
                  <a:cubicBezTo>
                    <a:pt x="14264" y="23341"/>
                    <a:pt x="11123" y="21496"/>
                    <a:pt x="8495" y="19077"/>
                  </a:cubicBezTo>
                  <a:cubicBezTo>
                    <a:pt x="5858" y="16666"/>
                    <a:pt x="3717" y="13707"/>
                    <a:pt x="2263" y="10435"/>
                  </a:cubicBezTo>
                  <a:cubicBezTo>
                    <a:pt x="801" y="7172"/>
                    <a:pt x="36" y="3586"/>
                    <a:pt x="18" y="1"/>
                  </a:cubicBez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1"/>
            <p:cNvSpPr/>
            <p:nvPr/>
          </p:nvSpPr>
          <p:spPr>
            <a:xfrm>
              <a:off x="284" y="3746808"/>
              <a:ext cx="9199763" cy="956899"/>
            </a:xfrm>
            <a:custGeom>
              <a:rect b="b" l="l" r="r" t="t"/>
              <a:pathLst>
                <a:path extrusionOk="0" h="26953" w="259130">
                  <a:moveTo>
                    <a:pt x="18" y="0"/>
                  </a:moveTo>
                  <a:lnTo>
                    <a:pt x="18" y="0"/>
                  </a:lnTo>
                  <a:cubicBezTo>
                    <a:pt x="1" y="3586"/>
                    <a:pt x="723" y="7189"/>
                    <a:pt x="2159" y="10487"/>
                  </a:cubicBezTo>
                  <a:cubicBezTo>
                    <a:pt x="3586" y="13785"/>
                    <a:pt x="5710" y="16779"/>
                    <a:pt x="8338" y="19242"/>
                  </a:cubicBezTo>
                  <a:cubicBezTo>
                    <a:pt x="10966" y="21713"/>
                    <a:pt x="14125" y="23610"/>
                    <a:pt x="17537" y="24803"/>
                  </a:cubicBezTo>
                  <a:cubicBezTo>
                    <a:pt x="19234" y="25403"/>
                    <a:pt x="21000" y="25821"/>
                    <a:pt x="22793" y="26056"/>
                  </a:cubicBezTo>
                  <a:cubicBezTo>
                    <a:pt x="23019" y="26082"/>
                    <a:pt x="23245" y="26117"/>
                    <a:pt x="23472" y="26134"/>
                  </a:cubicBezTo>
                  <a:lnTo>
                    <a:pt x="24142" y="26195"/>
                  </a:lnTo>
                  <a:cubicBezTo>
                    <a:pt x="24368" y="26212"/>
                    <a:pt x="24594" y="26230"/>
                    <a:pt x="24821" y="26247"/>
                  </a:cubicBezTo>
                  <a:lnTo>
                    <a:pt x="25499" y="26265"/>
                  </a:lnTo>
                  <a:cubicBezTo>
                    <a:pt x="25717" y="26273"/>
                    <a:pt x="25952" y="26282"/>
                    <a:pt x="26170" y="26282"/>
                  </a:cubicBezTo>
                  <a:lnTo>
                    <a:pt x="26848" y="26291"/>
                  </a:lnTo>
                  <a:lnTo>
                    <a:pt x="28189" y="26291"/>
                  </a:lnTo>
                  <a:lnTo>
                    <a:pt x="71249" y="26517"/>
                  </a:lnTo>
                  <a:lnTo>
                    <a:pt x="259130" y="26952"/>
                  </a:lnTo>
                  <a:lnTo>
                    <a:pt x="259130" y="25186"/>
                  </a:lnTo>
                  <a:lnTo>
                    <a:pt x="71249" y="25629"/>
                  </a:lnTo>
                  <a:lnTo>
                    <a:pt x="28189" y="25847"/>
                  </a:lnTo>
                  <a:lnTo>
                    <a:pt x="26848" y="25856"/>
                  </a:lnTo>
                  <a:lnTo>
                    <a:pt x="26170" y="25856"/>
                  </a:lnTo>
                  <a:cubicBezTo>
                    <a:pt x="25952" y="25856"/>
                    <a:pt x="25726" y="25856"/>
                    <a:pt x="25508" y="25847"/>
                  </a:cubicBezTo>
                  <a:lnTo>
                    <a:pt x="24838" y="25838"/>
                  </a:lnTo>
                  <a:cubicBezTo>
                    <a:pt x="24620" y="25830"/>
                    <a:pt x="24394" y="25803"/>
                    <a:pt x="24177" y="25795"/>
                  </a:cubicBezTo>
                  <a:lnTo>
                    <a:pt x="23507" y="25743"/>
                  </a:lnTo>
                  <a:cubicBezTo>
                    <a:pt x="23280" y="25725"/>
                    <a:pt x="23063" y="25690"/>
                    <a:pt x="22845" y="25664"/>
                  </a:cubicBezTo>
                  <a:cubicBezTo>
                    <a:pt x="21079" y="25455"/>
                    <a:pt x="19329" y="25064"/>
                    <a:pt x="17641" y="24489"/>
                  </a:cubicBezTo>
                  <a:cubicBezTo>
                    <a:pt x="14264" y="23341"/>
                    <a:pt x="11123" y="21496"/>
                    <a:pt x="8495" y="19076"/>
                  </a:cubicBezTo>
                  <a:cubicBezTo>
                    <a:pt x="5858" y="16666"/>
                    <a:pt x="3717" y="13707"/>
                    <a:pt x="2263" y="10435"/>
                  </a:cubicBezTo>
                  <a:cubicBezTo>
                    <a:pt x="801" y="7171"/>
                    <a:pt x="36" y="3586"/>
                    <a:pt x="18" y="0"/>
                  </a:cubicBez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1"/>
            <p:cNvSpPr/>
            <p:nvPr/>
          </p:nvSpPr>
          <p:spPr>
            <a:xfrm>
              <a:off x="284" y="3845969"/>
              <a:ext cx="9199763" cy="957218"/>
            </a:xfrm>
            <a:custGeom>
              <a:rect b="b" l="l" r="r" t="t"/>
              <a:pathLst>
                <a:path extrusionOk="0" h="26962" w="259130">
                  <a:moveTo>
                    <a:pt x="18" y="1"/>
                  </a:moveTo>
                  <a:lnTo>
                    <a:pt x="18" y="1"/>
                  </a:lnTo>
                  <a:cubicBezTo>
                    <a:pt x="1" y="3595"/>
                    <a:pt x="723" y="7189"/>
                    <a:pt x="2159" y="10487"/>
                  </a:cubicBezTo>
                  <a:cubicBezTo>
                    <a:pt x="3586" y="13786"/>
                    <a:pt x="5710" y="16788"/>
                    <a:pt x="8338" y="19242"/>
                  </a:cubicBezTo>
                  <a:cubicBezTo>
                    <a:pt x="10966" y="21714"/>
                    <a:pt x="14125" y="23611"/>
                    <a:pt x="17537" y="24803"/>
                  </a:cubicBezTo>
                  <a:cubicBezTo>
                    <a:pt x="19234" y="25404"/>
                    <a:pt x="21000" y="25821"/>
                    <a:pt x="22793" y="26056"/>
                  </a:cubicBezTo>
                  <a:cubicBezTo>
                    <a:pt x="23019" y="26082"/>
                    <a:pt x="23245" y="26117"/>
                    <a:pt x="23472" y="26143"/>
                  </a:cubicBezTo>
                  <a:lnTo>
                    <a:pt x="24142" y="26196"/>
                  </a:lnTo>
                  <a:cubicBezTo>
                    <a:pt x="24368" y="26213"/>
                    <a:pt x="24594" y="26239"/>
                    <a:pt x="24821" y="26248"/>
                  </a:cubicBezTo>
                  <a:lnTo>
                    <a:pt x="25499" y="26265"/>
                  </a:lnTo>
                  <a:cubicBezTo>
                    <a:pt x="25717" y="26274"/>
                    <a:pt x="25952" y="26283"/>
                    <a:pt x="26170" y="26283"/>
                  </a:cubicBezTo>
                  <a:lnTo>
                    <a:pt x="26848" y="26291"/>
                  </a:lnTo>
                  <a:lnTo>
                    <a:pt x="28189" y="26300"/>
                  </a:lnTo>
                  <a:lnTo>
                    <a:pt x="71249" y="26518"/>
                  </a:lnTo>
                  <a:lnTo>
                    <a:pt x="259130" y="26961"/>
                  </a:lnTo>
                  <a:lnTo>
                    <a:pt x="259130" y="25186"/>
                  </a:lnTo>
                  <a:lnTo>
                    <a:pt x="71249" y="25630"/>
                  </a:lnTo>
                  <a:lnTo>
                    <a:pt x="28189" y="25856"/>
                  </a:lnTo>
                  <a:lnTo>
                    <a:pt x="26848" y="25856"/>
                  </a:lnTo>
                  <a:lnTo>
                    <a:pt x="26170" y="25865"/>
                  </a:lnTo>
                  <a:cubicBezTo>
                    <a:pt x="25952" y="25865"/>
                    <a:pt x="25726" y="25856"/>
                    <a:pt x="25508" y="25847"/>
                  </a:cubicBezTo>
                  <a:lnTo>
                    <a:pt x="24838" y="25839"/>
                  </a:lnTo>
                  <a:cubicBezTo>
                    <a:pt x="24620" y="25830"/>
                    <a:pt x="24394" y="25813"/>
                    <a:pt x="24177" y="25795"/>
                  </a:cubicBezTo>
                  <a:lnTo>
                    <a:pt x="23507" y="25752"/>
                  </a:lnTo>
                  <a:cubicBezTo>
                    <a:pt x="23280" y="25726"/>
                    <a:pt x="23063" y="25700"/>
                    <a:pt x="22845" y="25673"/>
                  </a:cubicBezTo>
                  <a:cubicBezTo>
                    <a:pt x="21079" y="25456"/>
                    <a:pt x="19329" y="25064"/>
                    <a:pt x="17641" y="24490"/>
                  </a:cubicBezTo>
                  <a:cubicBezTo>
                    <a:pt x="14264" y="23350"/>
                    <a:pt x="11123" y="21505"/>
                    <a:pt x="8495" y="19086"/>
                  </a:cubicBezTo>
                  <a:cubicBezTo>
                    <a:pt x="5858" y="16675"/>
                    <a:pt x="3717" y="13716"/>
                    <a:pt x="2263" y="10444"/>
                  </a:cubicBezTo>
                  <a:cubicBezTo>
                    <a:pt x="801" y="7172"/>
                    <a:pt x="36" y="3595"/>
                    <a:pt x="18" y="1"/>
                  </a:cubicBez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1"/>
            <p:cNvSpPr/>
            <p:nvPr/>
          </p:nvSpPr>
          <p:spPr>
            <a:xfrm>
              <a:off x="284" y="3945485"/>
              <a:ext cx="9199763" cy="956863"/>
            </a:xfrm>
            <a:custGeom>
              <a:rect b="b" l="l" r="r" t="t"/>
              <a:pathLst>
                <a:path extrusionOk="0" h="26952" w="259130">
                  <a:moveTo>
                    <a:pt x="18" y="0"/>
                  </a:moveTo>
                  <a:lnTo>
                    <a:pt x="18" y="0"/>
                  </a:lnTo>
                  <a:cubicBezTo>
                    <a:pt x="1" y="3586"/>
                    <a:pt x="723" y="7180"/>
                    <a:pt x="2159" y="10478"/>
                  </a:cubicBezTo>
                  <a:cubicBezTo>
                    <a:pt x="3586" y="13776"/>
                    <a:pt x="5710" y="16779"/>
                    <a:pt x="8338" y="19241"/>
                  </a:cubicBezTo>
                  <a:cubicBezTo>
                    <a:pt x="10966" y="21704"/>
                    <a:pt x="14125" y="23601"/>
                    <a:pt x="17537" y="24802"/>
                  </a:cubicBezTo>
                  <a:cubicBezTo>
                    <a:pt x="19234" y="25394"/>
                    <a:pt x="21000" y="25812"/>
                    <a:pt x="22793" y="26047"/>
                  </a:cubicBezTo>
                  <a:cubicBezTo>
                    <a:pt x="23019" y="26073"/>
                    <a:pt x="23245" y="26108"/>
                    <a:pt x="23472" y="26134"/>
                  </a:cubicBezTo>
                  <a:lnTo>
                    <a:pt x="24142" y="26186"/>
                  </a:lnTo>
                  <a:cubicBezTo>
                    <a:pt x="24368" y="26204"/>
                    <a:pt x="24594" y="26230"/>
                    <a:pt x="24821" y="26238"/>
                  </a:cubicBezTo>
                  <a:lnTo>
                    <a:pt x="25499" y="26264"/>
                  </a:lnTo>
                  <a:cubicBezTo>
                    <a:pt x="25717" y="26264"/>
                    <a:pt x="25952" y="26273"/>
                    <a:pt x="26170" y="26282"/>
                  </a:cubicBezTo>
                  <a:lnTo>
                    <a:pt x="26848" y="26282"/>
                  </a:lnTo>
                  <a:lnTo>
                    <a:pt x="28189" y="26291"/>
                  </a:lnTo>
                  <a:lnTo>
                    <a:pt x="71249" y="26508"/>
                  </a:lnTo>
                  <a:lnTo>
                    <a:pt x="259130" y="26952"/>
                  </a:lnTo>
                  <a:lnTo>
                    <a:pt x="259130" y="25185"/>
                  </a:lnTo>
                  <a:lnTo>
                    <a:pt x="71249" y="25620"/>
                  </a:lnTo>
                  <a:lnTo>
                    <a:pt x="28189" y="25847"/>
                  </a:lnTo>
                  <a:lnTo>
                    <a:pt x="26848" y="25855"/>
                  </a:lnTo>
                  <a:lnTo>
                    <a:pt x="26170" y="25855"/>
                  </a:lnTo>
                  <a:cubicBezTo>
                    <a:pt x="25952" y="25855"/>
                    <a:pt x="25726" y="25847"/>
                    <a:pt x="25508" y="25847"/>
                  </a:cubicBezTo>
                  <a:lnTo>
                    <a:pt x="24838" y="25829"/>
                  </a:lnTo>
                  <a:cubicBezTo>
                    <a:pt x="24620" y="25821"/>
                    <a:pt x="24394" y="25803"/>
                    <a:pt x="24177" y="25786"/>
                  </a:cubicBezTo>
                  <a:lnTo>
                    <a:pt x="23507" y="25742"/>
                  </a:lnTo>
                  <a:cubicBezTo>
                    <a:pt x="23280" y="25716"/>
                    <a:pt x="23063" y="25690"/>
                    <a:pt x="22845" y="25664"/>
                  </a:cubicBezTo>
                  <a:cubicBezTo>
                    <a:pt x="21079" y="25455"/>
                    <a:pt x="19329" y="25055"/>
                    <a:pt x="17641" y="24480"/>
                  </a:cubicBezTo>
                  <a:cubicBezTo>
                    <a:pt x="14264" y="23340"/>
                    <a:pt x="11123" y="21495"/>
                    <a:pt x="8495" y="19076"/>
                  </a:cubicBezTo>
                  <a:cubicBezTo>
                    <a:pt x="5858" y="16666"/>
                    <a:pt x="3717" y="13707"/>
                    <a:pt x="2263" y="10434"/>
                  </a:cubicBezTo>
                  <a:cubicBezTo>
                    <a:pt x="801" y="7162"/>
                    <a:pt x="36" y="3586"/>
                    <a:pt x="18" y="0"/>
                  </a:cubicBez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1"/>
            <p:cNvSpPr/>
            <p:nvPr/>
          </p:nvSpPr>
          <p:spPr>
            <a:xfrm>
              <a:off x="284" y="4044646"/>
              <a:ext cx="9199763" cy="956899"/>
            </a:xfrm>
            <a:custGeom>
              <a:rect b="b" l="l" r="r" t="t"/>
              <a:pathLst>
                <a:path extrusionOk="0" h="26953" w="259130">
                  <a:moveTo>
                    <a:pt x="18" y="1"/>
                  </a:moveTo>
                  <a:lnTo>
                    <a:pt x="18" y="1"/>
                  </a:lnTo>
                  <a:cubicBezTo>
                    <a:pt x="1" y="3586"/>
                    <a:pt x="723" y="7180"/>
                    <a:pt x="2159" y="10479"/>
                  </a:cubicBezTo>
                  <a:cubicBezTo>
                    <a:pt x="3586" y="13785"/>
                    <a:pt x="5710" y="16779"/>
                    <a:pt x="8338" y="19242"/>
                  </a:cubicBezTo>
                  <a:cubicBezTo>
                    <a:pt x="10966" y="21705"/>
                    <a:pt x="14125" y="23611"/>
                    <a:pt x="17537" y="24803"/>
                  </a:cubicBezTo>
                  <a:cubicBezTo>
                    <a:pt x="19234" y="25395"/>
                    <a:pt x="21000" y="25812"/>
                    <a:pt x="22793" y="26047"/>
                  </a:cubicBezTo>
                  <a:cubicBezTo>
                    <a:pt x="23019" y="26082"/>
                    <a:pt x="23245" y="26108"/>
                    <a:pt x="23472" y="26134"/>
                  </a:cubicBezTo>
                  <a:lnTo>
                    <a:pt x="24142" y="26187"/>
                  </a:lnTo>
                  <a:cubicBezTo>
                    <a:pt x="24368" y="26204"/>
                    <a:pt x="24594" y="26230"/>
                    <a:pt x="24821" y="26239"/>
                  </a:cubicBezTo>
                  <a:lnTo>
                    <a:pt x="25499" y="26265"/>
                  </a:lnTo>
                  <a:cubicBezTo>
                    <a:pt x="25717" y="26265"/>
                    <a:pt x="25952" y="26282"/>
                    <a:pt x="26170" y="26282"/>
                  </a:cubicBezTo>
                  <a:lnTo>
                    <a:pt x="26848" y="26282"/>
                  </a:lnTo>
                  <a:lnTo>
                    <a:pt x="28189" y="26291"/>
                  </a:lnTo>
                  <a:lnTo>
                    <a:pt x="71249" y="26509"/>
                  </a:lnTo>
                  <a:lnTo>
                    <a:pt x="259130" y="26952"/>
                  </a:lnTo>
                  <a:lnTo>
                    <a:pt x="259130" y="25186"/>
                  </a:lnTo>
                  <a:lnTo>
                    <a:pt x="71249" y="25630"/>
                  </a:lnTo>
                  <a:lnTo>
                    <a:pt x="28189" y="25847"/>
                  </a:lnTo>
                  <a:lnTo>
                    <a:pt x="26848" y="25856"/>
                  </a:lnTo>
                  <a:lnTo>
                    <a:pt x="26170" y="25856"/>
                  </a:lnTo>
                  <a:cubicBezTo>
                    <a:pt x="25952" y="25856"/>
                    <a:pt x="25726" y="25847"/>
                    <a:pt x="25508" y="25847"/>
                  </a:cubicBezTo>
                  <a:lnTo>
                    <a:pt x="24838" y="25830"/>
                  </a:lnTo>
                  <a:cubicBezTo>
                    <a:pt x="24620" y="25830"/>
                    <a:pt x="24394" y="25804"/>
                    <a:pt x="24177" y="25786"/>
                  </a:cubicBezTo>
                  <a:lnTo>
                    <a:pt x="23507" y="25743"/>
                  </a:lnTo>
                  <a:cubicBezTo>
                    <a:pt x="23280" y="25725"/>
                    <a:pt x="23063" y="25691"/>
                    <a:pt x="22845" y="25664"/>
                  </a:cubicBezTo>
                  <a:cubicBezTo>
                    <a:pt x="21079" y="25456"/>
                    <a:pt x="19329" y="25055"/>
                    <a:pt x="17641" y="24490"/>
                  </a:cubicBezTo>
                  <a:cubicBezTo>
                    <a:pt x="14264" y="23341"/>
                    <a:pt x="11123" y="21496"/>
                    <a:pt x="8495" y="19077"/>
                  </a:cubicBezTo>
                  <a:cubicBezTo>
                    <a:pt x="5858" y="16666"/>
                    <a:pt x="3717" y="13707"/>
                    <a:pt x="2263" y="10435"/>
                  </a:cubicBezTo>
                  <a:cubicBezTo>
                    <a:pt x="801" y="7172"/>
                    <a:pt x="36" y="3586"/>
                    <a:pt x="18" y="1"/>
                  </a:cubicBez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4" name="Google Shape;134;p11"/>
          <p:cNvGrpSpPr/>
          <p:nvPr/>
        </p:nvGrpSpPr>
        <p:grpSpPr>
          <a:xfrm flipH="1" rot="10800000">
            <a:off x="0" y="68316"/>
            <a:ext cx="9200047" cy="1453095"/>
            <a:chOff x="0" y="3548450"/>
            <a:chExt cx="9200047" cy="1453095"/>
          </a:xfrm>
        </p:grpSpPr>
        <p:sp>
          <p:nvSpPr>
            <p:cNvPr id="135" name="Google Shape;135;p11"/>
            <p:cNvSpPr/>
            <p:nvPr/>
          </p:nvSpPr>
          <p:spPr>
            <a:xfrm>
              <a:off x="0" y="3548450"/>
              <a:ext cx="9200047" cy="956899"/>
            </a:xfrm>
            <a:custGeom>
              <a:rect b="b" l="l" r="r" t="t"/>
              <a:pathLst>
                <a:path extrusionOk="0" h="26953" w="259138">
                  <a:moveTo>
                    <a:pt x="26" y="0"/>
                  </a:moveTo>
                  <a:lnTo>
                    <a:pt x="26" y="0"/>
                  </a:lnTo>
                  <a:cubicBezTo>
                    <a:pt x="0" y="3586"/>
                    <a:pt x="731" y="7180"/>
                    <a:pt x="2167" y="10478"/>
                  </a:cubicBezTo>
                  <a:cubicBezTo>
                    <a:pt x="3594" y="13776"/>
                    <a:pt x="5718" y="16779"/>
                    <a:pt x="8346" y="19242"/>
                  </a:cubicBezTo>
                  <a:cubicBezTo>
                    <a:pt x="10974" y="21704"/>
                    <a:pt x="14133" y="23602"/>
                    <a:pt x="17545" y="24794"/>
                  </a:cubicBezTo>
                  <a:cubicBezTo>
                    <a:pt x="19242" y="25394"/>
                    <a:pt x="21008" y="25812"/>
                    <a:pt x="22801" y="26047"/>
                  </a:cubicBezTo>
                  <a:cubicBezTo>
                    <a:pt x="23027" y="26073"/>
                    <a:pt x="23253" y="26108"/>
                    <a:pt x="23471" y="26134"/>
                  </a:cubicBezTo>
                  <a:lnTo>
                    <a:pt x="24150" y="26186"/>
                  </a:lnTo>
                  <a:cubicBezTo>
                    <a:pt x="24376" y="26204"/>
                    <a:pt x="24602" y="26230"/>
                    <a:pt x="24829" y="26239"/>
                  </a:cubicBezTo>
                  <a:lnTo>
                    <a:pt x="25507" y="26256"/>
                  </a:lnTo>
                  <a:cubicBezTo>
                    <a:pt x="25725" y="26265"/>
                    <a:pt x="25960" y="26273"/>
                    <a:pt x="26178" y="26282"/>
                  </a:cubicBezTo>
                  <a:lnTo>
                    <a:pt x="26856" y="26282"/>
                  </a:lnTo>
                  <a:lnTo>
                    <a:pt x="28197" y="26291"/>
                  </a:lnTo>
                  <a:lnTo>
                    <a:pt x="71257" y="26508"/>
                  </a:lnTo>
                  <a:lnTo>
                    <a:pt x="259138" y="26952"/>
                  </a:lnTo>
                  <a:lnTo>
                    <a:pt x="259138" y="25186"/>
                  </a:lnTo>
                  <a:lnTo>
                    <a:pt x="71257" y="25621"/>
                  </a:lnTo>
                  <a:lnTo>
                    <a:pt x="28197" y="25847"/>
                  </a:lnTo>
                  <a:lnTo>
                    <a:pt x="26856" y="25847"/>
                  </a:lnTo>
                  <a:lnTo>
                    <a:pt x="26178" y="25856"/>
                  </a:lnTo>
                  <a:cubicBezTo>
                    <a:pt x="25960" y="25856"/>
                    <a:pt x="25734" y="25847"/>
                    <a:pt x="25516" y="25847"/>
                  </a:cubicBezTo>
                  <a:lnTo>
                    <a:pt x="24846" y="25830"/>
                  </a:lnTo>
                  <a:cubicBezTo>
                    <a:pt x="24620" y="25821"/>
                    <a:pt x="24402" y="25803"/>
                    <a:pt x="24176" y="25786"/>
                  </a:cubicBezTo>
                  <a:lnTo>
                    <a:pt x="23515" y="25742"/>
                  </a:lnTo>
                  <a:cubicBezTo>
                    <a:pt x="23288" y="25716"/>
                    <a:pt x="23071" y="25690"/>
                    <a:pt x="22853" y="25664"/>
                  </a:cubicBezTo>
                  <a:cubicBezTo>
                    <a:pt x="21087" y="25447"/>
                    <a:pt x="19337" y="25055"/>
                    <a:pt x="17649" y="24481"/>
                  </a:cubicBezTo>
                  <a:cubicBezTo>
                    <a:pt x="14272" y="23341"/>
                    <a:pt x="11131" y="21496"/>
                    <a:pt x="8503" y="19076"/>
                  </a:cubicBezTo>
                  <a:cubicBezTo>
                    <a:pt x="5866" y="16666"/>
                    <a:pt x="3725" y="13707"/>
                    <a:pt x="2271" y="10435"/>
                  </a:cubicBezTo>
                  <a:cubicBezTo>
                    <a:pt x="809" y="7163"/>
                    <a:pt x="44" y="3586"/>
                    <a:pt x="26" y="0"/>
                  </a:cubicBezTo>
                  <a:close/>
                </a:path>
              </a:pathLst>
            </a:custGeom>
            <a:gradFill>
              <a:gsLst>
                <a:gs pos="0">
                  <a:schemeClr val="accent3"/>
                </a:gs>
                <a:gs pos="26000">
                  <a:schemeClr val="accent4"/>
                </a:gs>
                <a:gs pos="58000">
                  <a:schemeClr val="dk2"/>
                </a:gs>
                <a:gs pos="100000">
                  <a:schemeClr val="lt2"/>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1"/>
            <p:cNvSpPr/>
            <p:nvPr/>
          </p:nvSpPr>
          <p:spPr>
            <a:xfrm>
              <a:off x="284" y="3647611"/>
              <a:ext cx="9199763" cy="956899"/>
            </a:xfrm>
            <a:custGeom>
              <a:rect b="b" l="l" r="r" t="t"/>
              <a:pathLst>
                <a:path extrusionOk="0" h="26953" w="259130">
                  <a:moveTo>
                    <a:pt x="18" y="1"/>
                  </a:moveTo>
                  <a:lnTo>
                    <a:pt x="18" y="1"/>
                  </a:lnTo>
                  <a:cubicBezTo>
                    <a:pt x="1" y="3586"/>
                    <a:pt x="723" y="7180"/>
                    <a:pt x="2159" y="10479"/>
                  </a:cubicBezTo>
                  <a:cubicBezTo>
                    <a:pt x="3586" y="13786"/>
                    <a:pt x="5710" y="16779"/>
                    <a:pt x="8338" y="19242"/>
                  </a:cubicBezTo>
                  <a:cubicBezTo>
                    <a:pt x="10966" y="21705"/>
                    <a:pt x="14125" y="23611"/>
                    <a:pt x="17537" y="24803"/>
                  </a:cubicBezTo>
                  <a:cubicBezTo>
                    <a:pt x="19234" y="25395"/>
                    <a:pt x="21000" y="25813"/>
                    <a:pt x="22793" y="26048"/>
                  </a:cubicBezTo>
                  <a:cubicBezTo>
                    <a:pt x="23019" y="26082"/>
                    <a:pt x="23245" y="26109"/>
                    <a:pt x="23472" y="26135"/>
                  </a:cubicBezTo>
                  <a:lnTo>
                    <a:pt x="24142" y="26187"/>
                  </a:lnTo>
                  <a:cubicBezTo>
                    <a:pt x="24368" y="26204"/>
                    <a:pt x="24594" y="26230"/>
                    <a:pt x="24821" y="26239"/>
                  </a:cubicBezTo>
                  <a:lnTo>
                    <a:pt x="25499" y="26265"/>
                  </a:lnTo>
                  <a:cubicBezTo>
                    <a:pt x="25717" y="26265"/>
                    <a:pt x="25952" y="26283"/>
                    <a:pt x="26170" y="26283"/>
                  </a:cubicBezTo>
                  <a:lnTo>
                    <a:pt x="26848" y="26283"/>
                  </a:lnTo>
                  <a:lnTo>
                    <a:pt x="28189" y="26291"/>
                  </a:lnTo>
                  <a:lnTo>
                    <a:pt x="71249" y="26509"/>
                  </a:lnTo>
                  <a:lnTo>
                    <a:pt x="259130" y="26953"/>
                  </a:lnTo>
                  <a:lnTo>
                    <a:pt x="259130" y="25186"/>
                  </a:lnTo>
                  <a:lnTo>
                    <a:pt x="71249" y="25630"/>
                  </a:lnTo>
                  <a:lnTo>
                    <a:pt x="28189" y="25847"/>
                  </a:lnTo>
                  <a:lnTo>
                    <a:pt x="26848" y="25856"/>
                  </a:lnTo>
                  <a:lnTo>
                    <a:pt x="26170" y="25856"/>
                  </a:lnTo>
                  <a:cubicBezTo>
                    <a:pt x="25952" y="25856"/>
                    <a:pt x="25726" y="25847"/>
                    <a:pt x="25508" y="25847"/>
                  </a:cubicBezTo>
                  <a:lnTo>
                    <a:pt x="24838" y="25830"/>
                  </a:lnTo>
                  <a:cubicBezTo>
                    <a:pt x="24620" y="25830"/>
                    <a:pt x="24394" y="25804"/>
                    <a:pt x="24177" y="25787"/>
                  </a:cubicBezTo>
                  <a:lnTo>
                    <a:pt x="23507" y="25743"/>
                  </a:lnTo>
                  <a:cubicBezTo>
                    <a:pt x="23280" y="25726"/>
                    <a:pt x="23063" y="25691"/>
                    <a:pt x="22845" y="25665"/>
                  </a:cubicBezTo>
                  <a:cubicBezTo>
                    <a:pt x="21079" y="25456"/>
                    <a:pt x="19329" y="25056"/>
                    <a:pt x="17641" y="24490"/>
                  </a:cubicBezTo>
                  <a:cubicBezTo>
                    <a:pt x="14264" y="23341"/>
                    <a:pt x="11123" y="21496"/>
                    <a:pt x="8495" y="19077"/>
                  </a:cubicBezTo>
                  <a:cubicBezTo>
                    <a:pt x="5858" y="16666"/>
                    <a:pt x="3717" y="13707"/>
                    <a:pt x="2263" y="10435"/>
                  </a:cubicBezTo>
                  <a:cubicBezTo>
                    <a:pt x="801" y="7172"/>
                    <a:pt x="36" y="3586"/>
                    <a:pt x="18" y="1"/>
                  </a:cubicBezTo>
                  <a:close/>
                </a:path>
              </a:pathLst>
            </a:custGeom>
            <a:gradFill>
              <a:gsLst>
                <a:gs pos="0">
                  <a:schemeClr val="accent3"/>
                </a:gs>
                <a:gs pos="26000">
                  <a:schemeClr val="accent4"/>
                </a:gs>
                <a:gs pos="58000">
                  <a:schemeClr val="dk2"/>
                </a:gs>
                <a:gs pos="100000">
                  <a:schemeClr val="lt2"/>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1"/>
            <p:cNvSpPr/>
            <p:nvPr/>
          </p:nvSpPr>
          <p:spPr>
            <a:xfrm>
              <a:off x="284" y="3746808"/>
              <a:ext cx="9199763" cy="956899"/>
            </a:xfrm>
            <a:custGeom>
              <a:rect b="b" l="l" r="r" t="t"/>
              <a:pathLst>
                <a:path extrusionOk="0" h="26953" w="259130">
                  <a:moveTo>
                    <a:pt x="18" y="0"/>
                  </a:moveTo>
                  <a:lnTo>
                    <a:pt x="18" y="0"/>
                  </a:lnTo>
                  <a:cubicBezTo>
                    <a:pt x="1" y="3586"/>
                    <a:pt x="723" y="7189"/>
                    <a:pt x="2159" y="10487"/>
                  </a:cubicBezTo>
                  <a:cubicBezTo>
                    <a:pt x="3586" y="13785"/>
                    <a:pt x="5710" y="16779"/>
                    <a:pt x="8338" y="19242"/>
                  </a:cubicBezTo>
                  <a:cubicBezTo>
                    <a:pt x="10966" y="21713"/>
                    <a:pt x="14125" y="23610"/>
                    <a:pt x="17537" y="24803"/>
                  </a:cubicBezTo>
                  <a:cubicBezTo>
                    <a:pt x="19234" y="25403"/>
                    <a:pt x="21000" y="25821"/>
                    <a:pt x="22793" y="26056"/>
                  </a:cubicBezTo>
                  <a:cubicBezTo>
                    <a:pt x="23019" y="26082"/>
                    <a:pt x="23245" y="26117"/>
                    <a:pt x="23472" y="26134"/>
                  </a:cubicBezTo>
                  <a:lnTo>
                    <a:pt x="24142" y="26195"/>
                  </a:lnTo>
                  <a:cubicBezTo>
                    <a:pt x="24368" y="26212"/>
                    <a:pt x="24594" y="26230"/>
                    <a:pt x="24821" y="26247"/>
                  </a:cubicBezTo>
                  <a:lnTo>
                    <a:pt x="25499" y="26265"/>
                  </a:lnTo>
                  <a:cubicBezTo>
                    <a:pt x="25717" y="26273"/>
                    <a:pt x="25952" y="26282"/>
                    <a:pt x="26170" y="26282"/>
                  </a:cubicBezTo>
                  <a:lnTo>
                    <a:pt x="26848" y="26291"/>
                  </a:lnTo>
                  <a:lnTo>
                    <a:pt x="28189" y="26291"/>
                  </a:lnTo>
                  <a:lnTo>
                    <a:pt x="71249" y="26517"/>
                  </a:lnTo>
                  <a:lnTo>
                    <a:pt x="259130" y="26952"/>
                  </a:lnTo>
                  <a:lnTo>
                    <a:pt x="259130" y="25186"/>
                  </a:lnTo>
                  <a:lnTo>
                    <a:pt x="71249" y="25629"/>
                  </a:lnTo>
                  <a:lnTo>
                    <a:pt x="28189" y="25847"/>
                  </a:lnTo>
                  <a:lnTo>
                    <a:pt x="26848" y="25856"/>
                  </a:lnTo>
                  <a:lnTo>
                    <a:pt x="26170" y="25856"/>
                  </a:lnTo>
                  <a:cubicBezTo>
                    <a:pt x="25952" y="25856"/>
                    <a:pt x="25726" y="25856"/>
                    <a:pt x="25508" y="25847"/>
                  </a:cubicBezTo>
                  <a:lnTo>
                    <a:pt x="24838" y="25838"/>
                  </a:lnTo>
                  <a:cubicBezTo>
                    <a:pt x="24620" y="25830"/>
                    <a:pt x="24394" y="25803"/>
                    <a:pt x="24177" y="25795"/>
                  </a:cubicBezTo>
                  <a:lnTo>
                    <a:pt x="23507" y="25743"/>
                  </a:lnTo>
                  <a:cubicBezTo>
                    <a:pt x="23280" y="25725"/>
                    <a:pt x="23063" y="25690"/>
                    <a:pt x="22845" y="25664"/>
                  </a:cubicBezTo>
                  <a:cubicBezTo>
                    <a:pt x="21079" y="25455"/>
                    <a:pt x="19329" y="25064"/>
                    <a:pt x="17641" y="24489"/>
                  </a:cubicBezTo>
                  <a:cubicBezTo>
                    <a:pt x="14264" y="23341"/>
                    <a:pt x="11123" y="21496"/>
                    <a:pt x="8495" y="19076"/>
                  </a:cubicBezTo>
                  <a:cubicBezTo>
                    <a:pt x="5858" y="16666"/>
                    <a:pt x="3717" y="13707"/>
                    <a:pt x="2263" y="10435"/>
                  </a:cubicBezTo>
                  <a:cubicBezTo>
                    <a:pt x="801" y="7171"/>
                    <a:pt x="36" y="3586"/>
                    <a:pt x="18" y="0"/>
                  </a:cubicBezTo>
                  <a:close/>
                </a:path>
              </a:pathLst>
            </a:custGeom>
            <a:gradFill>
              <a:gsLst>
                <a:gs pos="0">
                  <a:schemeClr val="accent3"/>
                </a:gs>
                <a:gs pos="26000">
                  <a:schemeClr val="accent4"/>
                </a:gs>
                <a:gs pos="58000">
                  <a:schemeClr val="dk2"/>
                </a:gs>
                <a:gs pos="100000">
                  <a:schemeClr val="lt2"/>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1"/>
            <p:cNvSpPr/>
            <p:nvPr/>
          </p:nvSpPr>
          <p:spPr>
            <a:xfrm>
              <a:off x="284" y="3845969"/>
              <a:ext cx="9199763" cy="957218"/>
            </a:xfrm>
            <a:custGeom>
              <a:rect b="b" l="l" r="r" t="t"/>
              <a:pathLst>
                <a:path extrusionOk="0" h="26962" w="259130">
                  <a:moveTo>
                    <a:pt x="18" y="1"/>
                  </a:moveTo>
                  <a:lnTo>
                    <a:pt x="18" y="1"/>
                  </a:lnTo>
                  <a:cubicBezTo>
                    <a:pt x="1" y="3595"/>
                    <a:pt x="723" y="7189"/>
                    <a:pt x="2159" y="10487"/>
                  </a:cubicBezTo>
                  <a:cubicBezTo>
                    <a:pt x="3586" y="13786"/>
                    <a:pt x="5710" y="16788"/>
                    <a:pt x="8338" y="19242"/>
                  </a:cubicBezTo>
                  <a:cubicBezTo>
                    <a:pt x="10966" y="21714"/>
                    <a:pt x="14125" y="23611"/>
                    <a:pt x="17537" y="24803"/>
                  </a:cubicBezTo>
                  <a:cubicBezTo>
                    <a:pt x="19234" y="25404"/>
                    <a:pt x="21000" y="25821"/>
                    <a:pt x="22793" y="26056"/>
                  </a:cubicBezTo>
                  <a:cubicBezTo>
                    <a:pt x="23019" y="26082"/>
                    <a:pt x="23245" y="26117"/>
                    <a:pt x="23472" y="26143"/>
                  </a:cubicBezTo>
                  <a:lnTo>
                    <a:pt x="24142" y="26196"/>
                  </a:lnTo>
                  <a:cubicBezTo>
                    <a:pt x="24368" y="26213"/>
                    <a:pt x="24594" y="26239"/>
                    <a:pt x="24821" y="26248"/>
                  </a:cubicBezTo>
                  <a:lnTo>
                    <a:pt x="25499" y="26265"/>
                  </a:lnTo>
                  <a:cubicBezTo>
                    <a:pt x="25717" y="26274"/>
                    <a:pt x="25952" y="26283"/>
                    <a:pt x="26170" y="26283"/>
                  </a:cubicBezTo>
                  <a:lnTo>
                    <a:pt x="26848" y="26291"/>
                  </a:lnTo>
                  <a:lnTo>
                    <a:pt x="28189" y="26300"/>
                  </a:lnTo>
                  <a:lnTo>
                    <a:pt x="71249" y="26518"/>
                  </a:lnTo>
                  <a:lnTo>
                    <a:pt x="259130" y="26961"/>
                  </a:lnTo>
                  <a:lnTo>
                    <a:pt x="259130" y="25186"/>
                  </a:lnTo>
                  <a:lnTo>
                    <a:pt x="71249" y="25630"/>
                  </a:lnTo>
                  <a:lnTo>
                    <a:pt x="28189" y="25856"/>
                  </a:lnTo>
                  <a:lnTo>
                    <a:pt x="26848" y="25856"/>
                  </a:lnTo>
                  <a:lnTo>
                    <a:pt x="26170" y="25865"/>
                  </a:lnTo>
                  <a:cubicBezTo>
                    <a:pt x="25952" y="25865"/>
                    <a:pt x="25726" y="25856"/>
                    <a:pt x="25508" y="25847"/>
                  </a:cubicBezTo>
                  <a:lnTo>
                    <a:pt x="24838" y="25839"/>
                  </a:lnTo>
                  <a:cubicBezTo>
                    <a:pt x="24620" y="25830"/>
                    <a:pt x="24394" y="25813"/>
                    <a:pt x="24177" y="25795"/>
                  </a:cubicBezTo>
                  <a:lnTo>
                    <a:pt x="23507" y="25752"/>
                  </a:lnTo>
                  <a:cubicBezTo>
                    <a:pt x="23280" y="25726"/>
                    <a:pt x="23063" y="25700"/>
                    <a:pt x="22845" y="25673"/>
                  </a:cubicBezTo>
                  <a:cubicBezTo>
                    <a:pt x="21079" y="25456"/>
                    <a:pt x="19329" y="25064"/>
                    <a:pt x="17641" y="24490"/>
                  </a:cubicBezTo>
                  <a:cubicBezTo>
                    <a:pt x="14264" y="23350"/>
                    <a:pt x="11123" y="21505"/>
                    <a:pt x="8495" y="19086"/>
                  </a:cubicBezTo>
                  <a:cubicBezTo>
                    <a:pt x="5858" y="16675"/>
                    <a:pt x="3717" y="13716"/>
                    <a:pt x="2263" y="10444"/>
                  </a:cubicBezTo>
                  <a:cubicBezTo>
                    <a:pt x="801" y="7172"/>
                    <a:pt x="36" y="3595"/>
                    <a:pt x="18" y="1"/>
                  </a:cubicBezTo>
                  <a:close/>
                </a:path>
              </a:pathLst>
            </a:custGeom>
            <a:gradFill>
              <a:gsLst>
                <a:gs pos="0">
                  <a:schemeClr val="accent3"/>
                </a:gs>
                <a:gs pos="26000">
                  <a:schemeClr val="accent4"/>
                </a:gs>
                <a:gs pos="58000">
                  <a:schemeClr val="dk2"/>
                </a:gs>
                <a:gs pos="100000">
                  <a:schemeClr val="lt2"/>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1"/>
            <p:cNvSpPr/>
            <p:nvPr/>
          </p:nvSpPr>
          <p:spPr>
            <a:xfrm>
              <a:off x="284" y="3945485"/>
              <a:ext cx="9199763" cy="956863"/>
            </a:xfrm>
            <a:custGeom>
              <a:rect b="b" l="l" r="r" t="t"/>
              <a:pathLst>
                <a:path extrusionOk="0" h="26952" w="259130">
                  <a:moveTo>
                    <a:pt x="18" y="0"/>
                  </a:moveTo>
                  <a:lnTo>
                    <a:pt x="18" y="0"/>
                  </a:lnTo>
                  <a:cubicBezTo>
                    <a:pt x="1" y="3586"/>
                    <a:pt x="723" y="7180"/>
                    <a:pt x="2159" y="10478"/>
                  </a:cubicBezTo>
                  <a:cubicBezTo>
                    <a:pt x="3586" y="13776"/>
                    <a:pt x="5710" y="16779"/>
                    <a:pt x="8338" y="19241"/>
                  </a:cubicBezTo>
                  <a:cubicBezTo>
                    <a:pt x="10966" y="21704"/>
                    <a:pt x="14125" y="23601"/>
                    <a:pt x="17537" y="24802"/>
                  </a:cubicBezTo>
                  <a:cubicBezTo>
                    <a:pt x="19234" y="25394"/>
                    <a:pt x="21000" y="25812"/>
                    <a:pt x="22793" y="26047"/>
                  </a:cubicBezTo>
                  <a:cubicBezTo>
                    <a:pt x="23019" y="26073"/>
                    <a:pt x="23245" y="26108"/>
                    <a:pt x="23472" y="26134"/>
                  </a:cubicBezTo>
                  <a:lnTo>
                    <a:pt x="24142" y="26186"/>
                  </a:lnTo>
                  <a:cubicBezTo>
                    <a:pt x="24368" y="26204"/>
                    <a:pt x="24594" y="26230"/>
                    <a:pt x="24821" y="26238"/>
                  </a:cubicBezTo>
                  <a:lnTo>
                    <a:pt x="25499" y="26264"/>
                  </a:lnTo>
                  <a:cubicBezTo>
                    <a:pt x="25717" y="26264"/>
                    <a:pt x="25952" y="26273"/>
                    <a:pt x="26170" y="26282"/>
                  </a:cubicBezTo>
                  <a:lnTo>
                    <a:pt x="26848" y="26282"/>
                  </a:lnTo>
                  <a:lnTo>
                    <a:pt x="28189" y="26291"/>
                  </a:lnTo>
                  <a:lnTo>
                    <a:pt x="71249" y="26508"/>
                  </a:lnTo>
                  <a:lnTo>
                    <a:pt x="259130" y="26952"/>
                  </a:lnTo>
                  <a:lnTo>
                    <a:pt x="259130" y="25185"/>
                  </a:lnTo>
                  <a:lnTo>
                    <a:pt x="71249" y="25620"/>
                  </a:lnTo>
                  <a:lnTo>
                    <a:pt x="28189" y="25847"/>
                  </a:lnTo>
                  <a:lnTo>
                    <a:pt x="26848" y="25855"/>
                  </a:lnTo>
                  <a:lnTo>
                    <a:pt x="26170" y="25855"/>
                  </a:lnTo>
                  <a:cubicBezTo>
                    <a:pt x="25952" y="25855"/>
                    <a:pt x="25726" y="25847"/>
                    <a:pt x="25508" y="25847"/>
                  </a:cubicBezTo>
                  <a:lnTo>
                    <a:pt x="24838" y="25829"/>
                  </a:lnTo>
                  <a:cubicBezTo>
                    <a:pt x="24620" y="25821"/>
                    <a:pt x="24394" y="25803"/>
                    <a:pt x="24177" y="25786"/>
                  </a:cubicBezTo>
                  <a:lnTo>
                    <a:pt x="23507" y="25742"/>
                  </a:lnTo>
                  <a:cubicBezTo>
                    <a:pt x="23280" y="25716"/>
                    <a:pt x="23063" y="25690"/>
                    <a:pt x="22845" y="25664"/>
                  </a:cubicBezTo>
                  <a:cubicBezTo>
                    <a:pt x="21079" y="25455"/>
                    <a:pt x="19329" y="25055"/>
                    <a:pt x="17641" y="24480"/>
                  </a:cubicBezTo>
                  <a:cubicBezTo>
                    <a:pt x="14264" y="23340"/>
                    <a:pt x="11123" y="21495"/>
                    <a:pt x="8495" y="19076"/>
                  </a:cubicBezTo>
                  <a:cubicBezTo>
                    <a:pt x="5858" y="16666"/>
                    <a:pt x="3717" y="13707"/>
                    <a:pt x="2263" y="10434"/>
                  </a:cubicBezTo>
                  <a:cubicBezTo>
                    <a:pt x="801" y="7162"/>
                    <a:pt x="36" y="3586"/>
                    <a:pt x="18" y="0"/>
                  </a:cubicBezTo>
                  <a:close/>
                </a:path>
              </a:pathLst>
            </a:custGeom>
            <a:gradFill>
              <a:gsLst>
                <a:gs pos="0">
                  <a:schemeClr val="accent3"/>
                </a:gs>
                <a:gs pos="26000">
                  <a:schemeClr val="accent4"/>
                </a:gs>
                <a:gs pos="58000">
                  <a:schemeClr val="dk2"/>
                </a:gs>
                <a:gs pos="100000">
                  <a:schemeClr val="lt2"/>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1"/>
            <p:cNvSpPr/>
            <p:nvPr/>
          </p:nvSpPr>
          <p:spPr>
            <a:xfrm>
              <a:off x="284" y="4044646"/>
              <a:ext cx="9199763" cy="956899"/>
            </a:xfrm>
            <a:custGeom>
              <a:rect b="b" l="l" r="r" t="t"/>
              <a:pathLst>
                <a:path extrusionOk="0" h="26953" w="259130">
                  <a:moveTo>
                    <a:pt x="18" y="1"/>
                  </a:moveTo>
                  <a:lnTo>
                    <a:pt x="18" y="1"/>
                  </a:lnTo>
                  <a:cubicBezTo>
                    <a:pt x="1" y="3586"/>
                    <a:pt x="723" y="7180"/>
                    <a:pt x="2159" y="10479"/>
                  </a:cubicBezTo>
                  <a:cubicBezTo>
                    <a:pt x="3586" y="13785"/>
                    <a:pt x="5710" y="16779"/>
                    <a:pt x="8338" y="19242"/>
                  </a:cubicBezTo>
                  <a:cubicBezTo>
                    <a:pt x="10966" y="21705"/>
                    <a:pt x="14125" y="23611"/>
                    <a:pt x="17537" y="24803"/>
                  </a:cubicBezTo>
                  <a:cubicBezTo>
                    <a:pt x="19234" y="25395"/>
                    <a:pt x="21000" y="25812"/>
                    <a:pt x="22793" y="26047"/>
                  </a:cubicBezTo>
                  <a:cubicBezTo>
                    <a:pt x="23019" y="26082"/>
                    <a:pt x="23245" y="26108"/>
                    <a:pt x="23472" y="26134"/>
                  </a:cubicBezTo>
                  <a:lnTo>
                    <a:pt x="24142" y="26187"/>
                  </a:lnTo>
                  <a:cubicBezTo>
                    <a:pt x="24368" y="26204"/>
                    <a:pt x="24594" y="26230"/>
                    <a:pt x="24821" y="26239"/>
                  </a:cubicBezTo>
                  <a:lnTo>
                    <a:pt x="25499" y="26265"/>
                  </a:lnTo>
                  <a:cubicBezTo>
                    <a:pt x="25717" y="26265"/>
                    <a:pt x="25952" y="26282"/>
                    <a:pt x="26170" y="26282"/>
                  </a:cubicBezTo>
                  <a:lnTo>
                    <a:pt x="26848" y="26282"/>
                  </a:lnTo>
                  <a:lnTo>
                    <a:pt x="28189" y="26291"/>
                  </a:lnTo>
                  <a:lnTo>
                    <a:pt x="71249" y="26509"/>
                  </a:lnTo>
                  <a:lnTo>
                    <a:pt x="259130" y="26952"/>
                  </a:lnTo>
                  <a:lnTo>
                    <a:pt x="259130" y="25186"/>
                  </a:lnTo>
                  <a:lnTo>
                    <a:pt x="71249" y="25630"/>
                  </a:lnTo>
                  <a:lnTo>
                    <a:pt x="28189" y="25847"/>
                  </a:lnTo>
                  <a:lnTo>
                    <a:pt x="26848" y="25856"/>
                  </a:lnTo>
                  <a:lnTo>
                    <a:pt x="26170" y="25856"/>
                  </a:lnTo>
                  <a:cubicBezTo>
                    <a:pt x="25952" y="25856"/>
                    <a:pt x="25726" y="25847"/>
                    <a:pt x="25508" y="25847"/>
                  </a:cubicBezTo>
                  <a:lnTo>
                    <a:pt x="24838" y="25830"/>
                  </a:lnTo>
                  <a:cubicBezTo>
                    <a:pt x="24620" y="25830"/>
                    <a:pt x="24394" y="25804"/>
                    <a:pt x="24177" y="25786"/>
                  </a:cubicBezTo>
                  <a:lnTo>
                    <a:pt x="23507" y="25743"/>
                  </a:lnTo>
                  <a:cubicBezTo>
                    <a:pt x="23280" y="25725"/>
                    <a:pt x="23063" y="25691"/>
                    <a:pt x="22845" y="25664"/>
                  </a:cubicBezTo>
                  <a:cubicBezTo>
                    <a:pt x="21079" y="25456"/>
                    <a:pt x="19329" y="25055"/>
                    <a:pt x="17641" y="24490"/>
                  </a:cubicBezTo>
                  <a:cubicBezTo>
                    <a:pt x="14264" y="23341"/>
                    <a:pt x="11123" y="21496"/>
                    <a:pt x="8495" y="19077"/>
                  </a:cubicBezTo>
                  <a:cubicBezTo>
                    <a:pt x="5858" y="16666"/>
                    <a:pt x="3717" y="13707"/>
                    <a:pt x="2263" y="10435"/>
                  </a:cubicBezTo>
                  <a:cubicBezTo>
                    <a:pt x="801" y="7172"/>
                    <a:pt x="36" y="3586"/>
                    <a:pt x="18" y="1"/>
                  </a:cubicBezTo>
                  <a:close/>
                </a:path>
              </a:pathLst>
            </a:custGeom>
            <a:gradFill>
              <a:gsLst>
                <a:gs pos="0">
                  <a:schemeClr val="accent3"/>
                </a:gs>
                <a:gs pos="26000">
                  <a:schemeClr val="accent4"/>
                </a:gs>
                <a:gs pos="58000">
                  <a:schemeClr val="dk2"/>
                </a:gs>
                <a:gs pos="100000">
                  <a:schemeClr val="lt2"/>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6"/>
        </a:solidFill>
      </p:bgPr>
    </p:bg>
    <p:spTree>
      <p:nvGrpSpPr>
        <p:cNvPr id="141" name="Shape 141"/>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42" name="Shape 142"/>
        <p:cNvGrpSpPr/>
        <p:nvPr/>
      </p:nvGrpSpPr>
      <p:grpSpPr>
        <a:xfrm>
          <a:off x="0" y="0"/>
          <a:ext cx="0" cy="0"/>
          <a:chOff x="0" y="0"/>
          <a:chExt cx="0" cy="0"/>
        </a:xfrm>
      </p:grpSpPr>
      <p:pic>
        <p:nvPicPr>
          <p:cNvPr id="143" name="Google Shape;143;p13"/>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144" name="Google Shape;144;p13"/>
          <p:cNvSpPr txBox="1"/>
          <p:nvPr>
            <p:ph hasCustomPrompt="1" type="title"/>
          </p:nvPr>
        </p:nvSpPr>
        <p:spPr>
          <a:xfrm>
            <a:off x="1636775" y="1737082"/>
            <a:ext cx="1557900" cy="6159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3000"/>
              <a:buNone/>
              <a:defRPr sz="39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45" name="Google Shape;145;p13"/>
          <p:cNvSpPr txBox="1"/>
          <p:nvPr>
            <p:ph idx="1" type="subTitle"/>
          </p:nvPr>
        </p:nvSpPr>
        <p:spPr>
          <a:xfrm>
            <a:off x="1636775" y="2352957"/>
            <a:ext cx="1557900" cy="408600"/>
          </a:xfrm>
          <a:prstGeom prst="rect">
            <a:avLst/>
          </a:prstGeom>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lgn="ctr">
              <a:lnSpc>
                <a:spcPct val="100000"/>
              </a:lnSpc>
              <a:spcBef>
                <a:spcPts val="0"/>
              </a:spcBef>
              <a:spcAft>
                <a:spcPts val="0"/>
              </a:spcAft>
              <a:buSzPts val="2400"/>
              <a:buFont typeface="Bebas Neue"/>
              <a:buNone/>
              <a:defRPr sz="2400">
                <a:latin typeface="Fira Sans Condensed SemiBold"/>
                <a:ea typeface="Fira Sans Condensed SemiBold"/>
                <a:cs typeface="Fira Sans Condensed SemiBold"/>
                <a:sym typeface="Fira Sans Condensed SemiBold"/>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46" name="Google Shape;146;p13"/>
          <p:cNvSpPr txBox="1"/>
          <p:nvPr>
            <p:ph idx="2" type="title"/>
          </p:nvPr>
        </p:nvSpPr>
        <p:spPr>
          <a:xfrm>
            <a:off x="713225" y="555000"/>
            <a:ext cx="77106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1pPr>
            <a:lvl2pPr lvl="1"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2pPr>
            <a:lvl3pPr lvl="2"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3pPr>
            <a:lvl4pPr lvl="3"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4pPr>
            <a:lvl5pPr lvl="4"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5pPr>
            <a:lvl6pPr lvl="5"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6pPr>
            <a:lvl7pPr lvl="6"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7pPr>
            <a:lvl8pPr lvl="7"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8pPr>
            <a:lvl9pPr lvl="8"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9pPr>
          </a:lstStyle>
          <a:p/>
        </p:txBody>
      </p:sp>
      <p:sp>
        <p:nvSpPr>
          <p:cNvPr id="147" name="Google Shape;147;p13"/>
          <p:cNvSpPr txBox="1"/>
          <p:nvPr>
            <p:ph hasCustomPrompt="1" idx="3" type="title"/>
          </p:nvPr>
        </p:nvSpPr>
        <p:spPr>
          <a:xfrm>
            <a:off x="1636775" y="3317963"/>
            <a:ext cx="1557900" cy="6159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3000"/>
              <a:buNone/>
              <a:defRPr sz="39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48" name="Google Shape;148;p13"/>
          <p:cNvSpPr txBox="1"/>
          <p:nvPr>
            <p:ph idx="4" type="subTitle"/>
          </p:nvPr>
        </p:nvSpPr>
        <p:spPr>
          <a:xfrm>
            <a:off x="1636775" y="3933838"/>
            <a:ext cx="1557900" cy="408600"/>
          </a:xfrm>
          <a:prstGeom prst="rect">
            <a:avLst/>
          </a:prstGeom>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lgn="ctr">
              <a:lnSpc>
                <a:spcPct val="100000"/>
              </a:lnSpc>
              <a:spcBef>
                <a:spcPts val="0"/>
              </a:spcBef>
              <a:spcAft>
                <a:spcPts val="0"/>
              </a:spcAft>
              <a:buSzPts val="2400"/>
              <a:buFont typeface="Bebas Neue"/>
              <a:buNone/>
              <a:defRPr sz="2400">
                <a:latin typeface="Fira Sans Condensed SemiBold"/>
                <a:ea typeface="Fira Sans Condensed SemiBold"/>
                <a:cs typeface="Fira Sans Condensed SemiBold"/>
                <a:sym typeface="Fira Sans Condensed SemiBold"/>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49" name="Google Shape;149;p13"/>
          <p:cNvSpPr txBox="1"/>
          <p:nvPr>
            <p:ph hasCustomPrompt="1" idx="5" type="title"/>
          </p:nvPr>
        </p:nvSpPr>
        <p:spPr>
          <a:xfrm>
            <a:off x="3793038" y="1737082"/>
            <a:ext cx="1557900" cy="6159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3000"/>
              <a:buNone/>
              <a:defRPr sz="39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50" name="Google Shape;150;p13"/>
          <p:cNvSpPr txBox="1"/>
          <p:nvPr>
            <p:ph idx="6" type="subTitle"/>
          </p:nvPr>
        </p:nvSpPr>
        <p:spPr>
          <a:xfrm>
            <a:off x="3793038" y="2352957"/>
            <a:ext cx="1557900" cy="408600"/>
          </a:xfrm>
          <a:prstGeom prst="rect">
            <a:avLst/>
          </a:prstGeom>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lgn="ctr">
              <a:lnSpc>
                <a:spcPct val="100000"/>
              </a:lnSpc>
              <a:spcBef>
                <a:spcPts val="0"/>
              </a:spcBef>
              <a:spcAft>
                <a:spcPts val="0"/>
              </a:spcAft>
              <a:buSzPts val="2400"/>
              <a:buFont typeface="Bebas Neue"/>
              <a:buNone/>
              <a:defRPr sz="2400">
                <a:latin typeface="Fira Sans Condensed SemiBold"/>
                <a:ea typeface="Fira Sans Condensed SemiBold"/>
                <a:cs typeface="Fira Sans Condensed SemiBold"/>
                <a:sym typeface="Fira Sans Condensed SemiBold"/>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51" name="Google Shape;151;p13"/>
          <p:cNvSpPr txBox="1"/>
          <p:nvPr>
            <p:ph hasCustomPrompt="1" idx="7" type="title"/>
          </p:nvPr>
        </p:nvSpPr>
        <p:spPr>
          <a:xfrm>
            <a:off x="3793038" y="3317963"/>
            <a:ext cx="1557900" cy="6159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3000"/>
              <a:buNone/>
              <a:defRPr sz="39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52" name="Google Shape;152;p13"/>
          <p:cNvSpPr txBox="1"/>
          <p:nvPr>
            <p:ph idx="8" type="subTitle"/>
          </p:nvPr>
        </p:nvSpPr>
        <p:spPr>
          <a:xfrm>
            <a:off x="3793038" y="3933838"/>
            <a:ext cx="1557900" cy="408600"/>
          </a:xfrm>
          <a:prstGeom prst="rect">
            <a:avLst/>
          </a:prstGeom>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lgn="ctr">
              <a:lnSpc>
                <a:spcPct val="100000"/>
              </a:lnSpc>
              <a:spcBef>
                <a:spcPts val="0"/>
              </a:spcBef>
              <a:spcAft>
                <a:spcPts val="0"/>
              </a:spcAft>
              <a:buSzPts val="2400"/>
              <a:buFont typeface="Bebas Neue"/>
              <a:buNone/>
              <a:defRPr sz="2400">
                <a:latin typeface="Fira Sans Condensed SemiBold"/>
                <a:ea typeface="Fira Sans Condensed SemiBold"/>
                <a:cs typeface="Fira Sans Condensed SemiBold"/>
                <a:sym typeface="Fira Sans Condensed SemiBold"/>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53" name="Google Shape;153;p13"/>
          <p:cNvSpPr txBox="1"/>
          <p:nvPr>
            <p:ph hasCustomPrompt="1" idx="9" type="title"/>
          </p:nvPr>
        </p:nvSpPr>
        <p:spPr>
          <a:xfrm>
            <a:off x="5949325" y="1737082"/>
            <a:ext cx="1557900" cy="6159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3000"/>
              <a:buNone/>
              <a:defRPr sz="39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54" name="Google Shape;154;p13"/>
          <p:cNvSpPr txBox="1"/>
          <p:nvPr>
            <p:ph idx="13" type="subTitle"/>
          </p:nvPr>
        </p:nvSpPr>
        <p:spPr>
          <a:xfrm>
            <a:off x="5949325" y="2352957"/>
            <a:ext cx="1557900" cy="408600"/>
          </a:xfrm>
          <a:prstGeom prst="rect">
            <a:avLst/>
          </a:prstGeom>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lgn="ctr">
              <a:lnSpc>
                <a:spcPct val="100000"/>
              </a:lnSpc>
              <a:spcBef>
                <a:spcPts val="0"/>
              </a:spcBef>
              <a:spcAft>
                <a:spcPts val="0"/>
              </a:spcAft>
              <a:buSzPts val="2400"/>
              <a:buFont typeface="Bebas Neue"/>
              <a:buNone/>
              <a:defRPr sz="2400">
                <a:latin typeface="Fira Sans Condensed SemiBold"/>
                <a:ea typeface="Fira Sans Condensed SemiBold"/>
                <a:cs typeface="Fira Sans Condensed SemiBold"/>
                <a:sym typeface="Fira Sans Condensed SemiBold"/>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55" name="Google Shape;155;p13"/>
          <p:cNvSpPr txBox="1"/>
          <p:nvPr>
            <p:ph hasCustomPrompt="1" idx="14" type="title"/>
          </p:nvPr>
        </p:nvSpPr>
        <p:spPr>
          <a:xfrm>
            <a:off x="5949325" y="3317963"/>
            <a:ext cx="1557900" cy="6159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3000"/>
              <a:buNone/>
              <a:defRPr sz="39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56" name="Google Shape;156;p13"/>
          <p:cNvSpPr txBox="1"/>
          <p:nvPr>
            <p:ph idx="15" type="subTitle"/>
          </p:nvPr>
        </p:nvSpPr>
        <p:spPr>
          <a:xfrm>
            <a:off x="5949325" y="3933838"/>
            <a:ext cx="1557900" cy="408600"/>
          </a:xfrm>
          <a:prstGeom prst="rect">
            <a:avLst/>
          </a:prstGeom>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lgn="ctr">
              <a:lnSpc>
                <a:spcPct val="100000"/>
              </a:lnSpc>
              <a:spcBef>
                <a:spcPts val="0"/>
              </a:spcBef>
              <a:spcAft>
                <a:spcPts val="0"/>
              </a:spcAft>
              <a:buSzPts val="2400"/>
              <a:buFont typeface="Bebas Neue"/>
              <a:buNone/>
              <a:defRPr sz="2400">
                <a:latin typeface="Fira Sans Condensed SemiBold"/>
                <a:ea typeface="Fira Sans Condensed SemiBold"/>
                <a:cs typeface="Fira Sans Condensed SemiBold"/>
                <a:sym typeface="Fira Sans Condensed SemiBold"/>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157" name="Google Shape;157;p13"/>
          <p:cNvGrpSpPr/>
          <p:nvPr/>
        </p:nvGrpSpPr>
        <p:grpSpPr>
          <a:xfrm rot="-5400000">
            <a:off x="3732503" y="-187050"/>
            <a:ext cx="9200047" cy="1453095"/>
            <a:chOff x="0" y="3548450"/>
            <a:chExt cx="9200047" cy="1453095"/>
          </a:xfrm>
        </p:grpSpPr>
        <p:sp>
          <p:nvSpPr>
            <p:cNvPr id="158" name="Google Shape;158;p13"/>
            <p:cNvSpPr/>
            <p:nvPr/>
          </p:nvSpPr>
          <p:spPr>
            <a:xfrm>
              <a:off x="0" y="3548450"/>
              <a:ext cx="9200047" cy="956899"/>
            </a:xfrm>
            <a:custGeom>
              <a:rect b="b" l="l" r="r" t="t"/>
              <a:pathLst>
                <a:path extrusionOk="0" h="26953" w="259138">
                  <a:moveTo>
                    <a:pt x="26" y="0"/>
                  </a:moveTo>
                  <a:lnTo>
                    <a:pt x="26" y="0"/>
                  </a:lnTo>
                  <a:cubicBezTo>
                    <a:pt x="0" y="3586"/>
                    <a:pt x="731" y="7180"/>
                    <a:pt x="2167" y="10478"/>
                  </a:cubicBezTo>
                  <a:cubicBezTo>
                    <a:pt x="3594" y="13776"/>
                    <a:pt x="5718" y="16779"/>
                    <a:pt x="8346" y="19242"/>
                  </a:cubicBezTo>
                  <a:cubicBezTo>
                    <a:pt x="10974" y="21704"/>
                    <a:pt x="14133" y="23602"/>
                    <a:pt x="17545" y="24794"/>
                  </a:cubicBezTo>
                  <a:cubicBezTo>
                    <a:pt x="19242" y="25394"/>
                    <a:pt x="21008" y="25812"/>
                    <a:pt x="22801" y="26047"/>
                  </a:cubicBezTo>
                  <a:cubicBezTo>
                    <a:pt x="23027" y="26073"/>
                    <a:pt x="23253" y="26108"/>
                    <a:pt x="23471" y="26134"/>
                  </a:cubicBezTo>
                  <a:lnTo>
                    <a:pt x="24150" y="26186"/>
                  </a:lnTo>
                  <a:cubicBezTo>
                    <a:pt x="24376" y="26204"/>
                    <a:pt x="24602" y="26230"/>
                    <a:pt x="24829" y="26239"/>
                  </a:cubicBezTo>
                  <a:lnTo>
                    <a:pt x="25507" y="26256"/>
                  </a:lnTo>
                  <a:cubicBezTo>
                    <a:pt x="25725" y="26265"/>
                    <a:pt x="25960" y="26273"/>
                    <a:pt x="26178" y="26282"/>
                  </a:cubicBezTo>
                  <a:lnTo>
                    <a:pt x="26856" y="26282"/>
                  </a:lnTo>
                  <a:lnTo>
                    <a:pt x="28197" y="26291"/>
                  </a:lnTo>
                  <a:lnTo>
                    <a:pt x="71257" y="26508"/>
                  </a:lnTo>
                  <a:lnTo>
                    <a:pt x="259138" y="26952"/>
                  </a:lnTo>
                  <a:lnTo>
                    <a:pt x="259138" y="25186"/>
                  </a:lnTo>
                  <a:lnTo>
                    <a:pt x="71257" y="25621"/>
                  </a:lnTo>
                  <a:lnTo>
                    <a:pt x="28197" y="25847"/>
                  </a:lnTo>
                  <a:lnTo>
                    <a:pt x="26856" y="25847"/>
                  </a:lnTo>
                  <a:lnTo>
                    <a:pt x="26178" y="25856"/>
                  </a:lnTo>
                  <a:cubicBezTo>
                    <a:pt x="25960" y="25856"/>
                    <a:pt x="25734" y="25847"/>
                    <a:pt x="25516" y="25847"/>
                  </a:cubicBezTo>
                  <a:lnTo>
                    <a:pt x="24846" y="25830"/>
                  </a:lnTo>
                  <a:cubicBezTo>
                    <a:pt x="24620" y="25821"/>
                    <a:pt x="24402" y="25803"/>
                    <a:pt x="24176" y="25786"/>
                  </a:cubicBezTo>
                  <a:lnTo>
                    <a:pt x="23515" y="25742"/>
                  </a:lnTo>
                  <a:cubicBezTo>
                    <a:pt x="23288" y="25716"/>
                    <a:pt x="23071" y="25690"/>
                    <a:pt x="22853" y="25664"/>
                  </a:cubicBezTo>
                  <a:cubicBezTo>
                    <a:pt x="21087" y="25447"/>
                    <a:pt x="19337" y="25055"/>
                    <a:pt x="17649" y="24481"/>
                  </a:cubicBezTo>
                  <a:cubicBezTo>
                    <a:pt x="14272" y="23341"/>
                    <a:pt x="11131" y="21496"/>
                    <a:pt x="8503" y="19076"/>
                  </a:cubicBezTo>
                  <a:cubicBezTo>
                    <a:pt x="5866" y="16666"/>
                    <a:pt x="3725" y="13707"/>
                    <a:pt x="2271" y="10435"/>
                  </a:cubicBezTo>
                  <a:cubicBezTo>
                    <a:pt x="809" y="7163"/>
                    <a:pt x="44" y="3586"/>
                    <a:pt x="26" y="0"/>
                  </a:cubicBezTo>
                  <a:close/>
                </a:path>
              </a:pathLst>
            </a:custGeom>
            <a:gradFill>
              <a:gsLst>
                <a:gs pos="0">
                  <a:schemeClr val="accent1"/>
                </a:gs>
                <a:gs pos="26000">
                  <a:schemeClr val="accent2"/>
                </a:gs>
                <a:gs pos="58000">
                  <a:schemeClr val="accent4"/>
                </a:gs>
                <a:gs pos="100000">
                  <a:schemeClr val="accent5"/>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3"/>
            <p:cNvSpPr/>
            <p:nvPr/>
          </p:nvSpPr>
          <p:spPr>
            <a:xfrm>
              <a:off x="284" y="3647611"/>
              <a:ext cx="9199763" cy="956899"/>
            </a:xfrm>
            <a:custGeom>
              <a:rect b="b" l="l" r="r" t="t"/>
              <a:pathLst>
                <a:path extrusionOk="0" h="26953" w="259130">
                  <a:moveTo>
                    <a:pt x="18" y="1"/>
                  </a:moveTo>
                  <a:lnTo>
                    <a:pt x="18" y="1"/>
                  </a:lnTo>
                  <a:cubicBezTo>
                    <a:pt x="1" y="3586"/>
                    <a:pt x="723" y="7180"/>
                    <a:pt x="2159" y="10479"/>
                  </a:cubicBezTo>
                  <a:cubicBezTo>
                    <a:pt x="3586" y="13786"/>
                    <a:pt x="5710" y="16779"/>
                    <a:pt x="8338" y="19242"/>
                  </a:cubicBezTo>
                  <a:cubicBezTo>
                    <a:pt x="10966" y="21705"/>
                    <a:pt x="14125" y="23611"/>
                    <a:pt x="17537" y="24803"/>
                  </a:cubicBezTo>
                  <a:cubicBezTo>
                    <a:pt x="19234" y="25395"/>
                    <a:pt x="21000" y="25813"/>
                    <a:pt x="22793" y="26048"/>
                  </a:cubicBezTo>
                  <a:cubicBezTo>
                    <a:pt x="23019" y="26082"/>
                    <a:pt x="23245" y="26109"/>
                    <a:pt x="23472" y="26135"/>
                  </a:cubicBezTo>
                  <a:lnTo>
                    <a:pt x="24142" y="26187"/>
                  </a:lnTo>
                  <a:cubicBezTo>
                    <a:pt x="24368" y="26204"/>
                    <a:pt x="24594" y="26230"/>
                    <a:pt x="24821" y="26239"/>
                  </a:cubicBezTo>
                  <a:lnTo>
                    <a:pt x="25499" y="26265"/>
                  </a:lnTo>
                  <a:cubicBezTo>
                    <a:pt x="25717" y="26265"/>
                    <a:pt x="25952" y="26283"/>
                    <a:pt x="26170" y="26283"/>
                  </a:cubicBezTo>
                  <a:lnTo>
                    <a:pt x="26848" y="26283"/>
                  </a:lnTo>
                  <a:lnTo>
                    <a:pt x="28189" y="26291"/>
                  </a:lnTo>
                  <a:lnTo>
                    <a:pt x="71249" y="26509"/>
                  </a:lnTo>
                  <a:lnTo>
                    <a:pt x="259130" y="26953"/>
                  </a:lnTo>
                  <a:lnTo>
                    <a:pt x="259130" y="25186"/>
                  </a:lnTo>
                  <a:lnTo>
                    <a:pt x="71249" y="25630"/>
                  </a:lnTo>
                  <a:lnTo>
                    <a:pt x="28189" y="25847"/>
                  </a:lnTo>
                  <a:lnTo>
                    <a:pt x="26848" y="25856"/>
                  </a:lnTo>
                  <a:lnTo>
                    <a:pt x="26170" y="25856"/>
                  </a:lnTo>
                  <a:cubicBezTo>
                    <a:pt x="25952" y="25856"/>
                    <a:pt x="25726" y="25847"/>
                    <a:pt x="25508" y="25847"/>
                  </a:cubicBezTo>
                  <a:lnTo>
                    <a:pt x="24838" y="25830"/>
                  </a:lnTo>
                  <a:cubicBezTo>
                    <a:pt x="24620" y="25830"/>
                    <a:pt x="24394" y="25804"/>
                    <a:pt x="24177" y="25787"/>
                  </a:cubicBezTo>
                  <a:lnTo>
                    <a:pt x="23507" y="25743"/>
                  </a:lnTo>
                  <a:cubicBezTo>
                    <a:pt x="23280" y="25726"/>
                    <a:pt x="23063" y="25691"/>
                    <a:pt x="22845" y="25665"/>
                  </a:cubicBezTo>
                  <a:cubicBezTo>
                    <a:pt x="21079" y="25456"/>
                    <a:pt x="19329" y="25056"/>
                    <a:pt x="17641" y="24490"/>
                  </a:cubicBezTo>
                  <a:cubicBezTo>
                    <a:pt x="14264" y="23341"/>
                    <a:pt x="11123" y="21496"/>
                    <a:pt x="8495" y="19077"/>
                  </a:cubicBezTo>
                  <a:cubicBezTo>
                    <a:pt x="5858" y="16666"/>
                    <a:pt x="3717" y="13707"/>
                    <a:pt x="2263" y="10435"/>
                  </a:cubicBezTo>
                  <a:cubicBezTo>
                    <a:pt x="801" y="7172"/>
                    <a:pt x="36" y="3586"/>
                    <a:pt x="18" y="1"/>
                  </a:cubicBezTo>
                  <a:close/>
                </a:path>
              </a:pathLst>
            </a:custGeom>
            <a:gradFill>
              <a:gsLst>
                <a:gs pos="0">
                  <a:schemeClr val="accent1"/>
                </a:gs>
                <a:gs pos="26000">
                  <a:schemeClr val="accent2"/>
                </a:gs>
                <a:gs pos="58000">
                  <a:schemeClr val="accent4"/>
                </a:gs>
                <a:gs pos="100000">
                  <a:schemeClr val="accent5"/>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3"/>
            <p:cNvSpPr/>
            <p:nvPr/>
          </p:nvSpPr>
          <p:spPr>
            <a:xfrm>
              <a:off x="284" y="3746808"/>
              <a:ext cx="9199763" cy="956899"/>
            </a:xfrm>
            <a:custGeom>
              <a:rect b="b" l="l" r="r" t="t"/>
              <a:pathLst>
                <a:path extrusionOk="0" h="26953" w="259130">
                  <a:moveTo>
                    <a:pt x="18" y="0"/>
                  </a:moveTo>
                  <a:lnTo>
                    <a:pt x="18" y="0"/>
                  </a:lnTo>
                  <a:cubicBezTo>
                    <a:pt x="1" y="3586"/>
                    <a:pt x="723" y="7189"/>
                    <a:pt x="2159" y="10487"/>
                  </a:cubicBezTo>
                  <a:cubicBezTo>
                    <a:pt x="3586" y="13785"/>
                    <a:pt x="5710" y="16779"/>
                    <a:pt x="8338" y="19242"/>
                  </a:cubicBezTo>
                  <a:cubicBezTo>
                    <a:pt x="10966" y="21713"/>
                    <a:pt x="14125" y="23610"/>
                    <a:pt x="17537" y="24803"/>
                  </a:cubicBezTo>
                  <a:cubicBezTo>
                    <a:pt x="19234" y="25403"/>
                    <a:pt x="21000" y="25821"/>
                    <a:pt x="22793" y="26056"/>
                  </a:cubicBezTo>
                  <a:cubicBezTo>
                    <a:pt x="23019" y="26082"/>
                    <a:pt x="23245" y="26117"/>
                    <a:pt x="23472" y="26134"/>
                  </a:cubicBezTo>
                  <a:lnTo>
                    <a:pt x="24142" y="26195"/>
                  </a:lnTo>
                  <a:cubicBezTo>
                    <a:pt x="24368" y="26212"/>
                    <a:pt x="24594" y="26230"/>
                    <a:pt x="24821" y="26247"/>
                  </a:cubicBezTo>
                  <a:lnTo>
                    <a:pt x="25499" y="26265"/>
                  </a:lnTo>
                  <a:cubicBezTo>
                    <a:pt x="25717" y="26273"/>
                    <a:pt x="25952" y="26282"/>
                    <a:pt x="26170" y="26282"/>
                  </a:cubicBezTo>
                  <a:lnTo>
                    <a:pt x="26848" y="26291"/>
                  </a:lnTo>
                  <a:lnTo>
                    <a:pt x="28189" y="26291"/>
                  </a:lnTo>
                  <a:lnTo>
                    <a:pt x="71249" y="26517"/>
                  </a:lnTo>
                  <a:lnTo>
                    <a:pt x="259130" y="26952"/>
                  </a:lnTo>
                  <a:lnTo>
                    <a:pt x="259130" y="25186"/>
                  </a:lnTo>
                  <a:lnTo>
                    <a:pt x="71249" y="25629"/>
                  </a:lnTo>
                  <a:lnTo>
                    <a:pt x="28189" y="25847"/>
                  </a:lnTo>
                  <a:lnTo>
                    <a:pt x="26848" y="25856"/>
                  </a:lnTo>
                  <a:lnTo>
                    <a:pt x="26170" y="25856"/>
                  </a:lnTo>
                  <a:cubicBezTo>
                    <a:pt x="25952" y="25856"/>
                    <a:pt x="25726" y="25856"/>
                    <a:pt x="25508" y="25847"/>
                  </a:cubicBezTo>
                  <a:lnTo>
                    <a:pt x="24838" y="25838"/>
                  </a:lnTo>
                  <a:cubicBezTo>
                    <a:pt x="24620" y="25830"/>
                    <a:pt x="24394" y="25803"/>
                    <a:pt x="24177" y="25795"/>
                  </a:cubicBezTo>
                  <a:lnTo>
                    <a:pt x="23507" y="25743"/>
                  </a:lnTo>
                  <a:cubicBezTo>
                    <a:pt x="23280" y="25725"/>
                    <a:pt x="23063" y="25690"/>
                    <a:pt x="22845" y="25664"/>
                  </a:cubicBezTo>
                  <a:cubicBezTo>
                    <a:pt x="21079" y="25455"/>
                    <a:pt x="19329" y="25064"/>
                    <a:pt x="17641" y="24489"/>
                  </a:cubicBezTo>
                  <a:cubicBezTo>
                    <a:pt x="14264" y="23341"/>
                    <a:pt x="11123" y="21496"/>
                    <a:pt x="8495" y="19076"/>
                  </a:cubicBezTo>
                  <a:cubicBezTo>
                    <a:pt x="5858" y="16666"/>
                    <a:pt x="3717" y="13707"/>
                    <a:pt x="2263" y="10435"/>
                  </a:cubicBezTo>
                  <a:cubicBezTo>
                    <a:pt x="801" y="7171"/>
                    <a:pt x="36" y="3586"/>
                    <a:pt x="18" y="0"/>
                  </a:cubicBezTo>
                  <a:close/>
                </a:path>
              </a:pathLst>
            </a:custGeom>
            <a:gradFill>
              <a:gsLst>
                <a:gs pos="0">
                  <a:schemeClr val="accent1"/>
                </a:gs>
                <a:gs pos="26000">
                  <a:schemeClr val="accent2"/>
                </a:gs>
                <a:gs pos="58000">
                  <a:schemeClr val="accent4"/>
                </a:gs>
                <a:gs pos="100000">
                  <a:schemeClr val="accent5"/>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3"/>
            <p:cNvSpPr/>
            <p:nvPr/>
          </p:nvSpPr>
          <p:spPr>
            <a:xfrm>
              <a:off x="284" y="3845969"/>
              <a:ext cx="9199763" cy="957218"/>
            </a:xfrm>
            <a:custGeom>
              <a:rect b="b" l="l" r="r" t="t"/>
              <a:pathLst>
                <a:path extrusionOk="0" h="26962" w="259130">
                  <a:moveTo>
                    <a:pt x="18" y="1"/>
                  </a:moveTo>
                  <a:lnTo>
                    <a:pt x="18" y="1"/>
                  </a:lnTo>
                  <a:cubicBezTo>
                    <a:pt x="1" y="3595"/>
                    <a:pt x="723" y="7189"/>
                    <a:pt x="2159" y="10487"/>
                  </a:cubicBezTo>
                  <a:cubicBezTo>
                    <a:pt x="3586" y="13786"/>
                    <a:pt x="5710" y="16788"/>
                    <a:pt x="8338" y="19242"/>
                  </a:cubicBezTo>
                  <a:cubicBezTo>
                    <a:pt x="10966" y="21714"/>
                    <a:pt x="14125" y="23611"/>
                    <a:pt x="17537" y="24803"/>
                  </a:cubicBezTo>
                  <a:cubicBezTo>
                    <a:pt x="19234" y="25404"/>
                    <a:pt x="21000" y="25821"/>
                    <a:pt x="22793" y="26056"/>
                  </a:cubicBezTo>
                  <a:cubicBezTo>
                    <a:pt x="23019" y="26082"/>
                    <a:pt x="23245" y="26117"/>
                    <a:pt x="23472" y="26143"/>
                  </a:cubicBezTo>
                  <a:lnTo>
                    <a:pt x="24142" y="26196"/>
                  </a:lnTo>
                  <a:cubicBezTo>
                    <a:pt x="24368" y="26213"/>
                    <a:pt x="24594" y="26239"/>
                    <a:pt x="24821" y="26248"/>
                  </a:cubicBezTo>
                  <a:lnTo>
                    <a:pt x="25499" y="26265"/>
                  </a:lnTo>
                  <a:cubicBezTo>
                    <a:pt x="25717" y="26274"/>
                    <a:pt x="25952" y="26283"/>
                    <a:pt x="26170" y="26283"/>
                  </a:cubicBezTo>
                  <a:lnTo>
                    <a:pt x="26848" y="26291"/>
                  </a:lnTo>
                  <a:lnTo>
                    <a:pt x="28189" y="26300"/>
                  </a:lnTo>
                  <a:lnTo>
                    <a:pt x="71249" y="26518"/>
                  </a:lnTo>
                  <a:lnTo>
                    <a:pt x="259130" y="26961"/>
                  </a:lnTo>
                  <a:lnTo>
                    <a:pt x="259130" y="25186"/>
                  </a:lnTo>
                  <a:lnTo>
                    <a:pt x="71249" y="25630"/>
                  </a:lnTo>
                  <a:lnTo>
                    <a:pt x="28189" y="25856"/>
                  </a:lnTo>
                  <a:lnTo>
                    <a:pt x="26848" y="25856"/>
                  </a:lnTo>
                  <a:lnTo>
                    <a:pt x="26170" y="25865"/>
                  </a:lnTo>
                  <a:cubicBezTo>
                    <a:pt x="25952" y="25865"/>
                    <a:pt x="25726" y="25856"/>
                    <a:pt x="25508" y="25847"/>
                  </a:cubicBezTo>
                  <a:lnTo>
                    <a:pt x="24838" y="25839"/>
                  </a:lnTo>
                  <a:cubicBezTo>
                    <a:pt x="24620" y="25830"/>
                    <a:pt x="24394" y="25813"/>
                    <a:pt x="24177" y="25795"/>
                  </a:cubicBezTo>
                  <a:lnTo>
                    <a:pt x="23507" y="25752"/>
                  </a:lnTo>
                  <a:cubicBezTo>
                    <a:pt x="23280" y="25726"/>
                    <a:pt x="23063" y="25700"/>
                    <a:pt x="22845" y="25673"/>
                  </a:cubicBezTo>
                  <a:cubicBezTo>
                    <a:pt x="21079" y="25456"/>
                    <a:pt x="19329" y="25064"/>
                    <a:pt x="17641" y="24490"/>
                  </a:cubicBezTo>
                  <a:cubicBezTo>
                    <a:pt x="14264" y="23350"/>
                    <a:pt x="11123" y="21505"/>
                    <a:pt x="8495" y="19086"/>
                  </a:cubicBezTo>
                  <a:cubicBezTo>
                    <a:pt x="5858" y="16675"/>
                    <a:pt x="3717" y="13716"/>
                    <a:pt x="2263" y="10444"/>
                  </a:cubicBezTo>
                  <a:cubicBezTo>
                    <a:pt x="801" y="7172"/>
                    <a:pt x="36" y="3595"/>
                    <a:pt x="18" y="1"/>
                  </a:cubicBezTo>
                  <a:close/>
                </a:path>
              </a:pathLst>
            </a:custGeom>
            <a:gradFill>
              <a:gsLst>
                <a:gs pos="0">
                  <a:schemeClr val="accent1"/>
                </a:gs>
                <a:gs pos="26000">
                  <a:schemeClr val="accent2"/>
                </a:gs>
                <a:gs pos="58000">
                  <a:schemeClr val="accent4"/>
                </a:gs>
                <a:gs pos="100000">
                  <a:schemeClr val="accent5"/>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3"/>
            <p:cNvSpPr/>
            <p:nvPr/>
          </p:nvSpPr>
          <p:spPr>
            <a:xfrm>
              <a:off x="284" y="3945485"/>
              <a:ext cx="9199763" cy="956863"/>
            </a:xfrm>
            <a:custGeom>
              <a:rect b="b" l="l" r="r" t="t"/>
              <a:pathLst>
                <a:path extrusionOk="0" h="26952" w="259130">
                  <a:moveTo>
                    <a:pt x="18" y="0"/>
                  </a:moveTo>
                  <a:lnTo>
                    <a:pt x="18" y="0"/>
                  </a:lnTo>
                  <a:cubicBezTo>
                    <a:pt x="1" y="3586"/>
                    <a:pt x="723" y="7180"/>
                    <a:pt x="2159" y="10478"/>
                  </a:cubicBezTo>
                  <a:cubicBezTo>
                    <a:pt x="3586" y="13776"/>
                    <a:pt x="5710" y="16779"/>
                    <a:pt x="8338" y="19241"/>
                  </a:cubicBezTo>
                  <a:cubicBezTo>
                    <a:pt x="10966" y="21704"/>
                    <a:pt x="14125" y="23601"/>
                    <a:pt x="17537" y="24802"/>
                  </a:cubicBezTo>
                  <a:cubicBezTo>
                    <a:pt x="19234" y="25394"/>
                    <a:pt x="21000" y="25812"/>
                    <a:pt x="22793" y="26047"/>
                  </a:cubicBezTo>
                  <a:cubicBezTo>
                    <a:pt x="23019" y="26073"/>
                    <a:pt x="23245" y="26108"/>
                    <a:pt x="23472" y="26134"/>
                  </a:cubicBezTo>
                  <a:lnTo>
                    <a:pt x="24142" y="26186"/>
                  </a:lnTo>
                  <a:cubicBezTo>
                    <a:pt x="24368" y="26204"/>
                    <a:pt x="24594" y="26230"/>
                    <a:pt x="24821" y="26238"/>
                  </a:cubicBezTo>
                  <a:lnTo>
                    <a:pt x="25499" y="26264"/>
                  </a:lnTo>
                  <a:cubicBezTo>
                    <a:pt x="25717" y="26264"/>
                    <a:pt x="25952" y="26273"/>
                    <a:pt x="26170" y="26282"/>
                  </a:cubicBezTo>
                  <a:lnTo>
                    <a:pt x="26848" y="26282"/>
                  </a:lnTo>
                  <a:lnTo>
                    <a:pt x="28189" y="26291"/>
                  </a:lnTo>
                  <a:lnTo>
                    <a:pt x="71249" y="26508"/>
                  </a:lnTo>
                  <a:lnTo>
                    <a:pt x="259130" y="26952"/>
                  </a:lnTo>
                  <a:lnTo>
                    <a:pt x="259130" y="25185"/>
                  </a:lnTo>
                  <a:lnTo>
                    <a:pt x="71249" y="25620"/>
                  </a:lnTo>
                  <a:lnTo>
                    <a:pt x="28189" y="25847"/>
                  </a:lnTo>
                  <a:lnTo>
                    <a:pt x="26848" y="25855"/>
                  </a:lnTo>
                  <a:lnTo>
                    <a:pt x="26170" y="25855"/>
                  </a:lnTo>
                  <a:cubicBezTo>
                    <a:pt x="25952" y="25855"/>
                    <a:pt x="25726" y="25847"/>
                    <a:pt x="25508" y="25847"/>
                  </a:cubicBezTo>
                  <a:lnTo>
                    <a:pt x="24838" y="25829"/>
                  </a:lnTo>
                  <a:cubicBezTo>
                    <a:pt x="24620" y="25821"/>
                    <a:pt x="24394" y="25803"/>
                    <a:pt x="24177" y="25786"/>
                  </a:cubicBezTo>
                  <a:lnTo>
                    <a:pt x="23507" y="25742"/>
                  </a:lnTo>
                  <a:cubicBezTo>
                    <a:pt x="23280" y="25716"/>
                    <a:pt x="23063" y="25690"/>
                    <a:pt x="22845" y="25664"/>
                  </a:cubicBezTo>
                  <a:cubicBezTo>
                    <a:pt x="21079" y="25455"/>
                    <a:pt x="19329" y="25055"/>
                    <a:pt x="17641" y="24480"/>
                  </a:cubicBezTo>
                  <a:cubicBezTo>
                    <a:pt x="14264" y="23340"/>
                    <a:pt x="11123" y="21495"/>
                    <a:pt x="8495" y="19076"/>
                  </a:cubicBezTo>
                  <a:cubicBezTo>
                    <a:pt x="5858" y="16666"/>
                    <a:pt x="3717" y="13707"/>
                    <a:pt x="2263" y="10434"/>
                  </a:cubicBezTo>
                  <a:cubicBezTo>
                    <a:pt x="801" y="7162"/>
                    <a:pt x="36" y="3586"/>
                    <a:pt x="18" y="0"/>
                  </a:cubicBezTo>
                  <a:close/>
                </a:path>
              </a:pathLst>
            </a:custGeom>
            <a:gradFill>
              <a:gsLst>
                <a:gs pos="0">
                  <a:schemeClr val="accent1"/>
                </a:gs>
                <a:gs pos="26000">
                  <a:schemeClr val="accent2"/>
                </a:gs>
                <a:gs pos="58000">
                  <a:schemeClr val="accent4"/>
                </a:gs>
                <a:gs pos="100000">
                  <a:schemeClr val="accent5"/>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3"/>
            <p:cNvSpPr/>
            <p:nvPr/>
          </p:nvSpPr>
          <p:spPr>
            <a:xfrm>
              <a:off x="284" y="4044646"/>
              <a:ext cx="9199763" cy="956899"/>
            </a:xfrm>
            <a:custGeom>
              <a:rect b="b" l="l" r="r" t="t"/>
              <a:pathLst>
                <a:path extrusionOk="0" h="26953" w="259130">
                  <a:moveTo>
                    <a:pt x="18" y="1"/>
                  </a:moveTo>
                  <a:lnTo>
                    <a:pt x="18" y="1"/>
                  </a:lnTo>
                  <a:cubicBezTo>
                    <a:pt x="1" y="3586"/>
                    <a:pt x="723" y="7180"/>
                    <a:pt x="2159" y="10479"/>
                  </a:cubicBezTo>
                  <a:cubicBezTo>
                    <a:pt x="3586" y="13785"/>
                    <a:pt x="5710" y="16779"/>
                    <a:pt x="8338" y="19242"/>
                  </a:cubicBezTo>
                  <a:cubicBezTo>
                    <a:pt x="10966" y="21705"/>
                    <a:pt x="14125" y="23611"/>
                    <a:pt x="17537" y="24803"/>
                  </a:cubicBezTo>
                  <a:cubicBezTo>
                    <a:pt x="19234" y="25395"/>
                    <a:pt x="21000" y="25812"/>
                    <a:pt x="22793" y="26047"/>
                  </a:cubicBezTo>
                  <a:cubicBezTo>
                    <a:pt x="23019" y="26082"/>
                    <a:pt x="23245" y="26108"/>
                    <a:pt x="23472" y="26134"/>
                  </a:cubicBezTo>
                  <a:lnTo>
                    <a:pt x="24142" y="26187"/>
                  </a:lnTo>
                  <a:cubicBezTo>
                    <a:pt x="24368" y="26204"/>
                    <a:pt x="24594" y="26230"/>
                    <a:pt x="24821" y="26239"/>
                  </a:cubicBezTo>
                  <a:lnTo>
                    <a:pt x="25499" y="26265"/>
                  </a:lnTo>
                  <a:cubicBezTo>
                    <a:pt x="25717" y="26265"/>
                    <a:pt x="25952" y="26282"/>
                    <a:pt x="26170" y="26282"/>
                  </a:cubicBezTo>
                  <a:lnTo>
                    <a:pt x="26848" y="26282"/>
                  </a:lnTo>
                  <a:lnTo>
                    <a:pt x="28189" y="26291"/>
                  </a:lnTo>
                  <a:lnTo>
                    <a:pt x="71249" y="26509"/>
                  </a:lnTo>
                  <a:lnTo>
                    <a:pt x="259130" y="26952"/>
                  </a:lnTo>
                  <a:lnTo>
                    <a:pt x="259130" y="25186"/>
                  </a:lnTo>
                  <a:lnTo>
                    <a:pt x="71249" y="25630"/>
                  </a:lnTo>
                  <a:lnTo>
                    <a:pt x="28189" y="25847"/>
                  </a:lnTo>
                  <a:lnTo>
                    <a:pt x="26848" y="25856"/>
                  </a:lnTo>
                  <a:lnTo>
                    <a:pt x="26170" y="25856"/>
                  </a:lnTo>
                  <a:cubicBezTo>
                    <a:pt x="25952" y="25856"/>
                    <a:pt x="25726" y="25847"/>
                    <a:pt x="25508" y="25847"/>
                  </a:cubicBezTo>
                  <a:lnTo>
                    <a:pt x="24838" y="25830"/>
                  </a:lnTo>
                  <a:cubicBezTo>
                    <a:pt x="24620" y="25830"/>
                    <a:pt x="24394" y="25804"/>
                    <a:pt x="24177" y="25786"/>
                  </a:cubicBezTo>
                  <a:lnTo>
                    <a:pt x="23507" y="25743"/>
                  </a:lnTo>
                  <a:cubicBezTo>
                    <a:pt x="23280" y="25725"/>
                    <a:pt x="23063" y="25691"/>
                    <a:pt x="22845" y="25664"/>
                  </a:cubicBezTo>
                  <a:cubicBezTo>
                    <a:pt x="21079" y="25456"/>
                    <a:pt x="19329" y="25055"/>
                    <a:pt x="17641" y="24490"/>
                  </a:cubicBezTo>
                  <a:cubicBezTo>
                    <a:pt x="14264" y="23341"/>
                    <a:pt x="11123" y="21496"/>
                    <a:pt x="8495" y="19077"/>
                  </a:cubicBezTo>
                  <a:cubicBezTo>
                    <a:pt x="5858" y="16666"/>
                    <a:pt x="3717" y="13707"/>
                    <a:pt x="2263" y="10435"/>
                  </a:cubicBezTo>
                  <a:cubicBezTo>
                    <a:pt x="801" y="7172"/>
                    <a:pt x="36" y="3586"/>
                    <a:pt x="18" y="1"/>
                  </a:cubicBezTo>
                  <a:close/>
                </a:path>
              </a:pathLst>
            </a:custGeom>
            <a:gradFill>
              <a:gsLst>
                <a:gs pos="0">
                  <a:schemeClr val="accent1"/>
                </a:gs>
                <a:gs pos="26000">
                  <a:schemeClr val="accent2"/>
                </a:gs>
                <a:gs pos="58000">
                  <a:schemeClr val="accent4"/>
                </a:gs>
                <a:gs pos="100000">
                  <a:schemeClr val="accent5"/>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4" name="Google Shape;164;p13"/>
          <p:cNvGrpSpPr/>
          <p:nvPr/>
        </p:nvGrpSpPr>
        <p:grpSpPr>
          <a:xfrm flipH="1" rot="5400000">
            <a:off x="-3776872" y="-187050"/>
            <a:ext cx="9200047" cy="1453095"/>
            <a:chOff x="0" y="3548450"/>
            <a:chExt cx="9200047" cy="1453095"/>
          </a:xfrm>
        </p:grpSpPr>
        <p:sp>
          <p:nvSpPr>
            <p:cNvPr id="165" name="Google Shape;165;p13"/>
            <p:cNvSpPr/>
            <p:nvPr/>
          </p:nvSpPr>
          <p:spPr>
            <a:xfrm>
              <a:off x="0" y="3548450"/>
              <a:ext cx="9200047" cy="956899"/>
            </a:xfrm>
            <a:custGeom>
              <a:rect b="b" l="l" r="r" t="t"/>
              <a:pathLst>
                <a:path extrusionOk="0" h="26953" w="259138">
                  <a:moveTo>
                    <a:pt x="26" y="0"/>
                  </a:moveTo>
                  <a:lnTo>
                    <a:pt x="26" y="0"/>
                  </a:lnTo>
                  <a:cubicBezTo>
                    <a:pt x="0" y="3586"/>
                    <a:pt x="731" y="7180"/>
                    <a:pt x="2167" y="10478"/>
                  </a:cubicBezTo>
                  <a:cubicBezTo>
                    <a:pt x="3594" y="13776"/>
                    <a:pt x="5718" y="16779"/>
                    <a:pt x="8346" y="19242"/>
                  </a:cubicBezTo>
                  <a:cubicBezTo>
                    <a:pt x="10974" y="21704"/>
                    <a:pt x="14133" y="23602"/>
                    <a:pt x="17545" y="24794"/>
                  </a:cubicBezTo>
                  <a:cubicBezTo>
                    <a:pt x="19242" y="25394"/>
                    <a:pt x="21008" y="25812"/>
                    <a:pt x="22801" y="26047"/>
                  </a:cubicBezTo>
                  <a:cubicBezTo>
                    <a:pt x="23027" y="26073"/>
                    <a:pt x="23253" y="26108"/>
                    <a:pt x="23471" y="26134"/>
                  </a:cubicBezTo>
                  <a:lnTo>
                    <a:pt x="24150" y="26186"/>
                  </a:lnTo>
                  <a:cubicBezTo>
                    <a:pt x="24376" y="26204"/>
                    <a:pt x="24602" y="26230"/>
                    <a:pt x="24829" y="26239"/>
                  </a:cubicBezTo>
                  <a:lnTo>
                    <a:pt x="25507" y="26256"/>
                  </a:lnTo>
                  <a:cubicBezTo>
                    <a:pt x="25725" y="26265"/>
                    <a:pt x="25960" y="26273"/>
                    <a:pt x="26178" y="26282"/>
                  </a:cubicBezTo>
                  <a:lnTo>
                    <a:pt x="26856" y="26282"/>
                  </a:lnTo>
                  <a:lnTo>
                    <a:pt x="28197" y="26291"/>
                  </a:lnTo>
                  <a:lnTo>
                    <a:pt x="71257" y="26508"/>
                  </a:lnTo>
                  <a:lnTo>
                    <a:pt x="259138" y="26952"/>
                  </a:lnTo>
                  <a:lnTo>
                    <a:pt x="259138" y="25186"/>
                  </a:lnTo>
                  <a:lnTo>
                    <a:pt x="71257" y="25621"/>
                  </a:lnTo>
                  <a:lnTo>
                    <a:pt x="28197" y="25847"/>
                  </a:lnTo>
                  <a:lnTo>
                    <a:pt x="26856" y="25847"/>
                  </a:lnTo>
                  <a:lnTo>
                    <a:pt x="26178" y="25856"/>
                  </a:lnTo>
                  <a:cubicBezTo>
                    <a:pt x="25960" y="25856"/>
                    <a:pt x="25734" y="25847"/>
                    <a:pt x="25516" y="25847"/>
                  </a:cubicBezTo>
                  <a:lnTo>
                    <a:pt x="24846" y="25830"/>
                  </a:lnTo>
                  <a:cubicBezTo>
                    <a:pt x="24620" y="25821"/>
                    <a:pt x="24402" y="25803"/>
                    <a:pt x="24176" y="25786"/>
                  </a:cubicBezTo>
                  <a:lnTo>
                    <a:pt x="23515" y="25742"/>
                  </a:lnTo>
                  <a:cubicBezTo>
                    <a:pt x="23288" y="25716"/>
                    <a:pt x="23071" y="25690"/>
                    <a:pt x="22853" y="25664"/>
                  </a:cubicBezTo>
                  <a:cubicBezTo>
                    <a:pt x="21087" y="25447"/>
                    <a:pt x="19337" y="25055"/>
                    <a:pt x="17649" y="24481"/>
                  </a:cubicBezTo>
                  <a:cubicBezTo>
                    <a:pt x="14272" y="23341"/>
                    <a:pt x="11131" y="21496"/>
                    <a:pt x="8503" y="19076"/>
                  </a:cubicBezTo>
                  <a:cubicBezTo>
                    <a:pt x="5866" y="16666"/>
                    <a:pt x="3725" y="13707"/>
                    <a:pt x="2271" y="10435"/>
                  </a:cubicBezTo>
                  <a:cubicBezTo>
                    <a:pt x="809" y="7163"/>
                    <a:pt x="44" y="3586"/>
                    <a:pt x="26" y="0"/>
                  </a:cubicBezTo>
                  <a:close/>
                </a:path>
              </a:pathLst>
            </a:custGeom>
            <a:gradFill>
              <a:gsLst>
                <a:gs pos="0">
                  <a:schemeClr val="accent1"/>
                </a:gs>
                <a:gs pos="26000">
                  <a:schemeClr val="accent2"/>
                </a:gs>
                <a:gs pos="58000">
                  <a:schemeClr val="accent4"/>
                </a:gs>
                <a:gs pos="100000">
                  <a:schemeClr val="accent5"/>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3"/>
            <p:cNvSpPr/>
            <p:nvPr/>
          </p:nvSpPr>
          <p:spPr>
            <a:xfrm>
              <a:off x="284" y="3647611"/>
              <a:ext cx="9199763" cy="956899"/>
            </a:xfrm>
            <a:custGeom>
              <a:rect b="b" l="l" r="r" t="t"/>
              <a:pathLst>
                <a:path extrusionOk="0" h="26953" w="259130">
                  <a:moveTo>
                    <a:pt x="18" y="1"/>
                  </a:moveTo>
                  <a:lnTo>
                    <a:pt x="18" y="1"/>
                  </a:lnTo>
                  <a:cubicBezTo>
                    <a:pt x="1" y="3586"/>
                    <a:pt x="723" y="7180"/>
                    <a:pt x="2159" y="10479"/>
                  </a:cubicBezTo>
                  <a:cubicBezTo>
                    <a:pt x="3586" y="13786"/>
                    <a:pt x="5710" y="16779"/>
                    <a:pt x="8338" y="19242"/>
                  </a:cubicBezTo>
                  <a:cubicBezTo>
                    <a:pt x="10966" y="21705"/>
                    <a:pt x="14125" y="23611"/>
                    <a:pt x="17537" y="24803"/>
                  </a:cubicBezTo>
                  <a:cubicBezTo>
                    <a:pt x="19234" y="25395"/>
                    <a:pt x="21000" y="25813"/>
                    <a:pt x="22793" y="26048"/>
                  </a:cubicBezTo>
                  <a:cubicBezTo>
                    <a:pt x="23019" y="26082"/>
                    <a:pt x="23245" y="26109"/>
                    <a:pt x="23472" y="26135"/>
                  </a:cubicBezTo>
                  <a:lnTo>
                    <a:pt x="24142" y="26187"/>
                  </a:lnTo>
                  <a:cubicBezTo>
                    <a:pt x="24368" y="26204"/>
                    <a:pt x="24594" y="26230"/>
                    <a:pt x="24821" y="26239"/>
                  </a:cubicBezTo>
                  <a:lnTo>
                    <a:pt x="25499" y="26265"/>
                  </a:lnTo>
                  <a:cubicBezTo>
                    <a:pt x="25717" y="26265"/>
                    <a:pt x="25952" y="26283"/>
                    <a:pt x="26170" y="26283"/>
                  </a:cubicBezTo>
                  <a:lnTo>
                    <a:pt x="26848" y="26283"/>
                  </a:lnTo>
                  <a:lnTo>
                    <a:pt x="28189" y="26291"/>
                  </a:lnTo>
                  <a:lnTo>
                    <a:pt x="71249" y="26509"/>
                  </a:lnTo>
                  <a:lnTo>
                    <a:pt x="259130" y="26953"/>
                  </a:lnTo>
                  <a:lnTo>
                    <a:pt x="259130" y="25186"/>
                  </a:lnTo>
                  <a:lnTo>
                    <a:pt x="71249" y="25630"/>
                  </a:lnTo>
                  <a:lnTo>
                    <a:pt x="28189" y="25847"/>
                  </a:lnTo>
                  <a:lnTo>
                    <a:pt x="26848" y="25856"/>
                  </a:lnTo>
                  <a:lnTo>
                    <a:pt x="26170" y="25856"/>
                  </a:lnTo>
                  <a:cubicBezTo>
                    <a:pt x="25952" y="25856"/>
                    <a:pt x="25726" y="25847"/>
                    <a:pt x="25508" y="25847"/>
                  </a:cubicBezTo>
                  <a:lnTo>
                    <a:pt x="24838" y="25830"/>
                  </a:lnTo>
                  <a:cubicBezTo>
                    <a:pt x="24620" y="25830"/>
                    <a:pt x="24394" y="25804"/>
                    <a:pt x="24177" y="25787"/>
                  </a:cubicBezTo>
                  <a:lnTo>
                    <a:pt x="23507" y="25743"/>
                  </a:lnTo>
                  <a:cubicBezTo>
                    <a:pt x="23280" y="25726"/>
                    <a:pt x="23063" y="25691"/>
                    <a:pt x="22845" y="25665"/>
                  </a:cubicBezTo>
                  <a:cubicBezTo>
                    <a:pt x="21079" y="25456"/>
                    <a:pt x="19329" y="25056"/>
                    <a:pt x="17641" y="24490"/>
                  </a:cubicBezTo>
                  <a:cubicBezTo>
                    <a:pt x="14264" y="23341"/>
                    <a:pt x="11123" y="21496"/>
                    <a:pt x="8495" y="19077"/>
                  </a:cubicBezTo>
                  <a:cubicBezTo>
                    <a:pt x="5858" y="16666"/>
                    <a:pt x="3717" y="13707"/>
                    <a:pt x="2263" y="10435"/>
                  </a:cubicBezTo>
                  <a:cubicBezTo>
                    <a:pt x="801" y="7172"/>
                    <a:pt x="36" y="3586"/>
                    <a:pt x="18" y="1"/>
                  </a:cubicBezTo>
                  <a:close/>
                </a:path>
              </a:pathLst>
            </a:custGeom>
            <a:gradFill>
              <a:gsLst>
                <a:gs pos="0">
                  <a:schemeClr val="accent1"/>
                </a:gs>
                <a:gs pos="26000">
                  <a:schemeClr val="accent2"/>
                </a:gs>
                <a:gs pos="58000">
                  <a:schemeClr val="accent4"/>
                </a:gs>
                <a:gs pos="100000">
                  <a:schemeClr val="accent5"/>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3"/>
            <p:cNvSpPr/>
            <p:nvPr/>
          </p:nvSpPr>
          <p:spPr>
            <a:xfrm>
              <a:off x="284" y="3746808"/>
              <a:ext cx="9199763" cy="956899"/>
            </a:xfrm>
            <a:custGeom>
              <a:rect b="b" l="l" r="r" t="t"/>
              <a:pathLst>
                <a:path extrusionOk="0" h="26953" w="259130">
                  <a:moveTo>
                    <a:pt x="18" y="0"/>
                  </a:moveTo>
                  <a:lnTo>
                    <a:pt x="18" y="0"/>
                  </a:lnTo>
                  <a:cubicBezTo>
                    <a:pt x="1" y="3586"/>
                    <a:pt x="723" y="7189"/>
                    <a:pt x="2159" y="10487"/>
                  </a:cubicBezTo>
                  <a:cubicBezTo>
                    <a:pt x="3586" y="13785"/>
                    <a:pt x="5710" y="16779"/>
                    <a:pt x="8338" y="19242"/>
                  </a:cubicBezTo>
                  <a:cubicBezTo>
                    <a:pt x="10966" y="21713"/>
                    <a:pt x="14125" y="23610"/>
                    <a:pt x="17537" y="24803"/>
                  </a:cubicBezTo>
                  <a:cubicBezTo>
                    <a:pt x="19234" y="25403"/>
                    <a:pt x="21000" y="25821"/>
                    <a:pt x="22793" y="26056"/>
                  </a:cubicBezTo>
                  <a:cubicBezTo>
                    <a:pt x="23019" y="26082"/>
                    <a:pt x="23245" y="26117"/>
                    <a:pt x="23472" y="26134"/>
                  </a:cubicBezTo>
                  <a:lnTo>
                    <a:pt x="24142" y="26195"/>
                  </a:lnTo>
                  <a:cubicBezTo>
                    <a:pt x="24368" y="26212"/>
                    <a:pt x="24594" y="26230"/>
                    <a:pt x="24821" y="26247"/>
                  </a:cubicBezTo>
                  <a:lnTo>
                    <a:pt x="25499" y="26265"/>
                  </a:lnTo>
                  <a:cubicBezTo>
                    <a:pt x="25717" y="26273"/>
                    <a:pt x="25952" y="26282"/>
                    <a:pt x="26170" y="26282"/>
                  </a:cubicBezTo>
                  <a:lnTo>
                    <a:pt x="26848" y="26291"/>
                  </a:lnTo>
                  <a:lnTo>
                    <a:pt x="28189" y="26291"/>
                  </a:lnTo>
                  <a:lnTo>
                    <a:pt x="71249" y="26517"/>
                  </a:lnTo>
                  <a:lnTo>
                    <a:pt x="259130" y="26952"/>
                  </a:lnTo>
                  <a:lnTo>
                    <a:pt x="259130" y="25186"/>
                  </a:lnTo>
                  <a:lnTo>
                    <a:pt x="71249" y="25629"/>
                  </a:lnTo>
                  <a:lnTo>
                    <a:pt x="28189" y="25847"/>
                  </a:lnTo>
                  <a:lnTo>
                    <a:pt x="26848" y="25856"/>
                  </a:lnTo>
                  <a:lnTo>
                    <a:pt x="26170" y="25856"/>
                  </a:lnTo>
                  <a:cubicBezTo>
                    <a:pt x="25952" y="25856"/>
                    <a:pt x="25726" y="25856"/>
                    <a:pt x="25508" y="25847"/>
                  </a:cubicBezTo>
                  <a:lnTo>
                    <a:pt x="24838" y="25838"/>
                  </a:lnTo>
                  <a:cubicBezTo>
                    <a:pt x="24620" y="25830"/>
                    <a:pt x="24394" y="25803"/>
                    <a:pt x="24177" y="25795"/>
                  </a:cubicBezTo>
                  <a:lnTo>
                    <a:pt x="23507" y="25743"/>
                  </a:lnTo>
                  <a:cubicBezTo>
                    <a:pt x="23280" y="25725"/>
                    <a:pt x="23063" y="25690"/>
                    <a:pt x="22845" y="25664"/>
                  </a:cubicBezTo>
                  <a:cubicBezTo>
                    <a:pt x="21079" y="25455"/>
                    <a:pt x="19329" y="25064"/>
                    <a:pt x="17641" y="24489"/>
                  </a:cubicBezTo>
                  <a:cubicBezTo>
                    <a:pt x="14264" y="23341"/>
                    <a:pt x="11123" y="21496"/>
                    <a:pt x="8495" y="19076"/>
                  </a:cubicBezTo>
                  <a:cubicBezTo>
                    <a:pt x="5858" y="16666"/>
                    <a:pt x="3717" y="13707"/>
                    <a:pt x="2263" y="10435"/>
                  </a:cubicBezTo>
                  <a:cubicBezTo>
                    <a:pt x="801" y="7171"/>
                    <a:pt x="36" y="3586"/>
                    <a:pt x="18" y="0"/>
                  </a:cubicBezTo>
                  <a:close/>
                </a:path>
              </a:pathLst>
            </a:custGeom>
            <a:gradFill>
              <a:gsLst>
                <a:gs pos="0">
                  <a:schemeClr val="accent1"/>
                </a:gs>
                <a:gs pos="26000">
                  <a:schemeClr val="accent2"/>
                </a:gs>
                <a:gs pos="58000">
                  <a:schemeClr val="accent4"/>
                </a:gs>
                <a:gs pos="100000">
                  <a:schemeClr val="accent5"/>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3"/>
            <p:cNvSpPr/>
            <p:nvPr/>
          </p:nvSpPr>
          <p:spPr>
            <a:xfrm>
              <a:off x="284" y="3845969"/>
              <a:ext cx="9199763" cy="957218"/>
            </a:xfrm>
            <a:custGeom>
              <a:rect b="b" l="l" r="r" t="t"/>
              <a:pathLst>
                <a:path extrusionOk="0" h="26962" w="259130">
                  <a:moveTo>
                    <a:pt x="18" y="1"/>
                  </a:moveTo>
                  <a:lnTo>
                    <a:pt x="18" y="1"/>
                  </a:lnTo>
                  <a:cubicBezTo>
                    <a:pt x="1" y="3595"/>
                    <a:pt x="723" y="7189"/>
                    <a:pt x="2159" y="10487"/>
                  </a:cubicBezTo>
                  <a:cubicBezTo>
                    <a:pt x="3586" y="13786"/>
                    <a:pt x="5710" y="16788"/>
                    <a:pt x="8338" y="19242"/>
                  </a:cubicBezTo>
                  <a:cubicBezTo>
                    <a:pt x="10966" y="21714"/>
                    <a:pt x="14125" y="23611"/>
                    <a:pt x="17537" y="24803"/>
                  </a:cubicBezTo>
                  <a:cubicBezTo>
                    <a:pt x="19234" y="25404"/>
                    <a:pt x="21000" y="25821"/>
                    <a:pt x="22793" y="26056"/>
                  </a:cubicBezTo>
                  <a:cubicBezTo>
                    <a:pt x="23019" y="26082"/>
                    <a:pt x="23245" y="26117"/>
                    <a:pt x="23472" y="26143"/>
                  </a:cubicBezTo>
                  <a:lnTo>
                    <a:pt x="24142" y="26196"/>
                  </a:lnTo>
                  <a:cubicBezTo>
                    <a:pt x="24368" y="26213"/>
                    <a:pt x="24594" y="26239"/>
                    <a:pt x="24821" y="26248"/>
                  </a:cubicBezTo>
                  <a:lnTo>
                    <a:pt x="25499" y="26265"/>
                  </a:lnTo>
                  <a:cubicBezTo>
                    <a:pt x="25717" y="26274"/>
                    <a:pt x="25952" y="26283"/>
                    <a:pt x="26170" y="26283"/>
                  </a:cubicBezTo>
                  <a:lnTo>
                    <a:pt x="26848" y="26291"/>
                  </a:lnTo>
                  <a:lnTo>
                    <a:pt x="28189" y="26300"/>
                  </a:lnTo>
                  <a:lnTo>
                    <a:pt x="71249" y="26518"/>
                  </a:lnTo>
                  <a:lnTo>
                    <a:pt x="259130" y="26961"/>
                  </a:lnTo>
                  <a:lnTo>
                    <a:pt x="259130" y="25186"/>
                  </a:lnTo>
                  <a:lnTo>
                    <a:pt x="71249" y="25630"/>
                  </a:lnTo>
                  <a:lnTo>
                    <a:pt x="28189" y="25856"/>
                  </a:lnTo>
                  <a:lnTo>
                    <a:pt x="26848" y="25856"/>
                  </a:lnTo>
                  <a:lnTo>
                    <a:pt x="26170" y="25865"/>
                  </a:lnTo>
                  <a:cubicBezTo>
                    <a:pt x="25952" y="25865"/>
                    <a:pt x="25726" y="25856"/>
                    <a:pt x="25508" y="25847"/>
                  </a:cubicBezTo>
                  <a:lnTo>
                    <a:pt x="24838" y="25839"/>
                  </a:lnTo>
                  <a:cubicBezTo>
                    <a:pt x="24620" y="25830"/>
                    <a:pt x="24394" y="25813"/>
                    <a:pt x="24177" y="25795"/>
                  </a:cubicBezTo>
                  <a:lnTo>
                    <a:pt x="23507" y="25752"/>
                  </a:lnTo>
                  <a:cubicBezTo>
                    <a:pt x="23280" y="25726"/>
                    <a:pt x="23063" y="25700"/>
                    <a:pt x="22845" y="25673"/>
                  </a:cubicBezTo>
                  <a:cubicBezTo>
                    <a:pt x="21079" y="25456"/>
                    <a:pt x="19329" y="25064"/>
                    <a:pt x="17641" y="24490"/>
                  </a:cubicBezTo>
                  <a:cubicBezTo>
                    <a:pt x="14264" y="23350"/>
                    <a:pt x="11123" y="21505"/>
                    <a:pt x="8495" y="19086"/>
                  </a:cubicBezTo>
                  <a:cubicBezTo>
                    <a:pt x="5858" y="16675"/>
                    <a:pt x="3717" y="13716"/>
                    <a:pt x="2263" y="10444"/>
                  </a:cubicBezTo>
                  <a:cubicBezTo>
                    <a:pt x="801" y="7172"/>
                    <a:pt x="36" y="3595"/>
                    <a:pt x="18" y="1"/>
                  </a:cubicBezTo>
                  <a:close/>
                </a:path>
              </a:pathLst>
            </a:custGeom>
            <a:gradFill>
              <a:gsLst>
                <a:gs pos="0">
                  <a:schemeClr val="accent1"/>
                </a:gs>
                <a:gs pos="26000">
                  <a:schemeClr val="accent2"/>
                </a:gs>
                <a:gs pos="58000">
                  <a:schemeClr val="accent4"/>
                </a:gs>
                <a:gs pos="100000">
                  <a:schemeClr val="accent5"/>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3"/>
            <p:cNvSpPr/>
            <p:nvPr/>
          </p:nvSpPr>
          <p:spPr>
            <a:xfrm>
              <a:off x="284" y="3945485"/>
              <a:ext cx="9199763" cy="956863"/>
            </a:xfrm>
            <a:custGeom>
              <a:rect b="b" l="l" r="r" t="t"/>
              <a:pathLst>
                <a:path extrusionOk="0" h="26952" w="259130">
                  <a:moveTo>
                    <a:pt x="18" y="0"/>
                  </a:moveTo>
                  <a:lnTo>
                    <a:pt x="18" y="0"/>
                  </a:lnTo>
                  <a:cubicBezTo>
                    <a:pt x="1" y="3586"/>
                    <a:pt x="723" y="7180"/>
                    <a:pt x="2159" y="10478"/>
                  </a:cubicBezTo>
                  <a:cubicBezTo>
                    <a:pt x="3586" y="13776"/>
                    <a:pt x="5710" y="16779"/>
                    <a:pt x="8338" y="19241"/>
                  </a:cubicBezTo>
                  <a:cubicBezTo>
                    <a:pt x="10966" y="21704"/>
                    <a:pt x="14125" y="23601"/>
                    <a:pt x="17537" y="24802"/>
                  </a:cubicBezTo>
                  <a:cubicBezTo>
                    <a:pt x="19234" y="25394"/>
                    <a:pt x="21000" y="25812"/>
                    <a:pt x="22793" y="26047"/>
                  </a:cubicBezTo>
                  <a:cubicBezTo>
                    <a:pt x="23019" y="26073"/>
                    <a:pt x="23245" y="26108"/>
                    <a:pt x="23472" y="26134"/>
                  </a:cubicBezTo>
                  <a:lnTo>
                    <a:pt x="24142" y="26186"/>
                  </a:lnTo>
                  <a:cubicBezTo>
                    <a:pt x="24368" y="26204"/>
                    <a:pt x="24594" y="26230"/>
                    <a:pt x="24821" y="26238"/>
                  </a:cubicBezTo>
                  <a:lnTo>
                    <a:pt x="25499" y="26264"/>
                  </a:lnTo>
                  <a:cubicBezTo>
                    <a:pt x="25717" y="26264"/>
                    <a:pt x="25952" y="26273"/>
                    <a:pt x="26170" y="26282"/>
                  </a:cubicBezTo>
                  <a:lnTo>
                    <a:pt x="26848" y="26282"/>
                  </a:lnTo>
                  <a:lnTo>
                    <a:pt x="28189" y="26291"/>
                  </a:lnTo>
                  <a:lnTo>
                    <a:pt x="71249" y="26508"/>
                  </a:lnTo>
                  <a:lnTo>
                    <a:pt x="259130" y="26952"/>
                  </a:lnTo>
                  <a:lnTo>
                    <a:pt x="259130" y="25185"/>
                  </a:lnTo>
                  <a:lnTo>
                    <a:pt x="71249" y="25620"/>
                  </a:lnTo>
                  <a:lnTo>
                    <a:pt x="28189" y="25847"/>
                  </a:lnTo>
                  <a:lnTo>
                    <a:pt x="26848" y="25855"/>
                  </a:lnTo>
                  <a:lnTo>
                    <a:pt x="26170" y="25855"/>
                  </a:lnTo>
                  <a:cubicBezTo>
                    <a:pt x="25952" y="25855"/>
                    <a:pt x="25726" y="25847"/>
                    <a:pt x="25508" y="25847"/>
                  </a:cubicBezTo>
                  <a:lnTo>
                    <a:pt x="24838" y="25829"/>
                  </a:lnTo>
                  <a:cubicBezTo>
                    <a:pt x="24620" y="25821"/>
                    <a:pt x="24394" y="25803"/>
                    <a:pt x="24177" y="25786"/>
                  </a:cubicBezTo>
                  <a:lnTo>
                    <a:pt x="23507" y="25742"/>
                  </a:lnTo>
                  <a:cubicBezTo>
                    <a:pt x="23280" y="25716"/>
                    <a:pt x="23063" y="25690"/>
                    <a:pt x="22845" y="25664"/>
                  </a:cubicBezTo>
                  <a:cubicBezTo>
                    <a:pt x="21079" y="25455"/>
                    <a:pt x="19329" y="25055"/>
                    <a:pt x="17641" y="24480"/>
                  </a:cubicBezTo>
                  <a:cubicBezTo>
                    <a:pt x="14264" y="23340"/>
                    <a:pt x="11123" y="21495"/>
                    <a:pt x="8495" y="19076"/>
                  </a:cubicBezTo>
                  <a:cubicBezTo>
                    <a:pt x="5858" y="16666"/>
                    <a:pt x="3717" y="13707"/>
                    <a:pt x="2263" y="10434"/>
                  </a:cubicBezTo>
                  <a:cubicBezTo>
                    <a:pt x="801" y="7162"/>
                    <a:pt x="36" y="3586"/>
                    <a:pt x="18" y="0"/>
                  </a:cubicBezTo>
                  <a:close/>
                </a:path>
              </a:pathLst>
            </a:custGeom>
            <a:gradFill>
              <a:gsLst>
                <a:gs pos="0">
                  <a:schemeClr val="accent1"/>
                </a:gs>
                <a:gs pos="26000">
                  <a:schemeClr val="accent2"/>
                </a:gs>
                <a:gs pos="58000">
                  <a:schemeClr val="accent4"/>
                </a:gs>
                <a:gs pos="100000">
                  <a:schemeClr val="accent5"/>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3"/>
            <p:cNvSpPr/>
            <p:nvPr/>
          </p:nvSpPr>
          <p:spPr>
            <a:xfrm>
              <a:off x="284" y="4044646"/>
              <a:ext cx="9199763" cy="956899"/>
            </a:xfrm>
            <a:custGeom>
              <a:rect b="b" l="l" r="r" t="t"/>
              <a:pathLst>
                <a:path extrusionOk="0" h="26953" w="259130">
                  <a:moveTo>
                    <a:pt x="18" y="1"/>
                  </a:moveTo>
                  <a:lnTo>
                    <a:pt x="18" y="1"/>
                  </a:lnTo>
                  <a:cubicBezTo>
                    <a:pt x="1" y="3586"/>
                    <a:pt x="723" y="7180"/>
                    <a:pt x="2159" y="10479"/>
                  </a:cubicBezTo>
                  <a:cubicBezTo>
                    <a:pt x="3586" y="13785"/>
                    <a:pt x="5710" y="16779"/>
                    <a:pt x="8338" y="19242"/>
                  </a:cubicBezTo>
                  <a:cubicBezTo>
                    <a:pt x="10966" y="21705"/>
                    <a:pt x="14125" y="23611"/>
                    <a:pt x="17537" y="24803"/>
                  </a:cubicBezTo>
                  <a:cubicBezTo>
                    <a:pt x="19234" y="25395"/>
                    <a:pt x="21000" y="25812"/>
                    <a:pt x="22793" y="26047"/>
                  </a:cubicBezTo>
                  <a:cubicBezTo>
                    <a:pt x="23019" y="26082"/>
                    <a:pt x="23245" y="26108"/>
                    <a:pt x="23472" y="26134"/>
                  </a:cubicBezTo>
                  <a:lnTo>
                    <a:pt x="24142" y="26187"/>
                  </a:lnTo>
                  <a:cubicBezTo>
                    <a:pt x="24368" y="26204"/>
                    <a:pt x="24594" y="26230"/>
                    <a:pt x="24821" y="26239"/>
                  </a:cubicBezTo>
                  <a:lnTo>
                    <a:pt x="25499" y="26265"/>
                  </a:lnTo>
                  <a:cubicBezTo>
                    <a:pt x="25717" y="26265"/>
                    <a:pt x="25952" y="26282"/>
                    <a:pt x="26170" y="26282"/>
                  </a:cubicBezTo>
                  <a:lnTo>
                    <a:pt x="26848" y="26282"/>
                  </a:lnTo>
                  <a:lnTo>
                    <a:pt x="28189" y="26291"/>
                  </a:lnTo>
                  <a:lnTo>
                    <a:pt x="71249" y="26509"/>
                  </a:lnTo>
                  <a:lnTo>
                    <a:pt x="259130" y="26952"/>
                  </a:lnTo>
                  <a:lnTo>
                    <a:pt x="259130" y="25186"/>
                  </a:lnTo>
                  <a:lnTo>
                    <a:pt x="71249" y="25630"/>
                  </a:lnTo>
                  <a:lnTo>
                    <a:pt x="28189" y="25847"/>
                  </a:lnTo>
                  <a:lnTo>
                    <a:pt x="26848" y="25856"/>
                  </a:lnTo>
                  <a:lnTo>
                    <a:pt x="26170" y="25856"/>
                  </a:lnTo>
                  <a:cubicBezTo>
                    <a:pt x="25952" y="25856"/>
                    <a:pt x="25726" y="25847"/>
                    <a:pt x="25508" y="25847"/>
                  </a:cubicBezTo>
                  <a:lnTo>
                    <a:pt x="24838" y="25830"/>
                  </a:lnTo>
                  <a:cubicBezTo>
                    <a:pt x="24620" y="25830"/>
                    <a:pt x="24394" y="25804"/>
                    <a:pt x="24177" y="25786"/>
                  </a:cubicBezTo>
                  <a:lnTo>
                    <a:pt x="23507" y="25743"/>
                  </a:lnTo>
                  <a:cubicBezTo>
                    <a:pt x="23280" y="25725"/>
                    <a:pt x="23063" y="25691"/>
                    <a:pt x="22845" y="25664"/>
                  </a:cubicBezTo>
                  <a:cubicBezTo>
                    <a:pt x="21079" y="25456"/>
                    <a:pt x="19329" y="25055"/>
                    <a:pt x="17641" y="24490"/>
                  </a:cubicBezTo>
                  <a:cubicBezTo>
                    <a:pt x="14264" y="23341"/>
                    <a:pt x="11123" y="21496"/>
                    <a:pt x="8495" y="19077"/>
                  </a:cubicBezTo>
                  <a:cubicBezTo>
                    <a:pt x="5858" y="16666"/>
                    <a:pt x="3717" y="13707"/>
                    <a:pt x="2263" y="10435"/>
                  </a:cubicBezTo>
                  <a:cubicBezTo>
                    <a:pt x="801" y="7172"/>
                    <a:pt x="36" y="3586"/>
                    <a:pt x="18" y="1"/>
                  </a:cubicBezTo>
                  <a:close/>
                </a:path>
              </a:pathLst>
            </a:custGeom>
            <a:gradFill>
              <a:gsLst>
                <a:gs pos="0">
                  <a:schemeClr val="accent1"/>
                </a:gs>
                <a:gs pos="26000">
                  <a:schemeClr val="accent2"/>
                </a:gs>
                <a:gs pos="58000">
                  <a:schemeClr val="accent4"/>
                </a:gs>
                <a:gs pos="100000">
                  <a:schemeClr val="accent5"/>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0">
    <p:spTree>
      <p:nvGrpSpPr>
        <p:cNvPr id="171" name="Shape 171"/>
        <p:cNvGrpSpPr/>
        <p:nvPr/>
      </p:nvGrpSpPr>
      <p:grpSpPr>
        <a:xfrm>
          <a:off x="0" y="0"/>
          <a:ext cx="0" cy="0"/>
          <a:chOff x="0" y="0"/>
          <a:chExt cx="0" cy="0"/>
        </a:xfrm>
      </p:grpSpPr>
      <p:pic>
        <p:nvPicPr>
          <p:cNvPr id="172" name="Google Shape;172;p14"/>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173" name="Google Shape;173;p14"/>
          <p:cNvSpPr txBox="1"/>
          <p:nvPr>
            <p:ph type="title"/>
          </p:nvPr>
        </p:nvSpPr>
        <p:spPr>
          <a:xfrm>
            <a:off x="713225" y="554992"/>
            <a:ext cx="7717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1pPr>
            <a:lvl2pPr lvl="1"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2pPr>
            <a:lvl3pPr lvl="2"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3pPr>
            <a:lvl4pPr lvl="3"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4pPr>
            <a:lvl5pPr lvl="4"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5pPr>
            <a:lvl6pPr lvl="5"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6pPr>
            <a:lvl7pPr lvl="6"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7pPr>
            <a:lvl8pPr lvl="7"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8pPr>
            <a:lvl9pPr lvl="8"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9pPr>
          </a:lstStyle>
          <a:p/>
        </p:txBody>
      </p:sp>
      <p:sp>
        <p:nvSpPr>
          <p:cNvPr id="174" name="Google Shape;174;p14"/>
          <p:cNvSpPr/>
          <p:nvPr/>
        </p:nvSpPr>
        <p:spPr>
          <a:xfrm rot="10800000">
            <a:off x="0" y="395768"/>
            <a:ext cx="9200047" cy="956899"/>
          </a:xfrm>
          <a:custGeom>
            <a:rect b="b" l="l" r="r" t="t"/>
            <a:pathLst>
              <a:path extrusionOk="0" h="26953" w="259138">
                <a:moveTo>
                  <a:pt x="26" y="0"/>
                </a:moveTo>
                <a:lnTo>
                  <a:pt x="26" y="0"/>
                </a:lnTo>
                <a:cubicBezTo>
                  <a:pt x="0" y="3586"/>
                  <a:pt x="731" y="7180"/>
                  <a:pt x="2167" y="10478"/>
                </a:cubicBezTo>
                <a:cubicBezTo>
                  <a:pt x="3594" y="13776"/>
                  <a:pt x="5718" y="16779"/>
                  <a:pt x="8346" y="19242"/>
                </a:cubicBezTo>
                <a:cubicBezTo>
                  <a:pt x="10974" y="21704"/>
                  <a:pt x="14133" y="23602"/>
                  <a:pt x="17545" y="24794"/>
                </a:cubicBezTo>
                <a:cubicBezTo>
                  <a:pt x="19242" y="25394"/>
                  <a:pt x="21008" y="25812"/>
                  <a:pt x="22801" y="26047"/>
                </a:cubicBezTo>
                <a:cubicBezTo>
                  <a:pt x="23027" y="26073"/>
                  <a:pt x="23253" y="26108"/>
                  <a:pt x="23471" y="26134"/>
                </a:cubicBezTo>
                <a:lnTo>
                  <a:pt x="24150" y="26186"/>
                </a:lnTo>
                <a:cubicBezTo>
                  <a:pt x="24376" y="26204"/>
                  <a:pt x="24602" y="26230"/>
                  <a:pt x="24829" y="26239"/>
                </a:cubicBezTo>
                <a:lnTo>
                  <a:pt x="25507" y="26256"/>
                </a:lnTo>
                <a:cubicBezTo>
                  <a:pt x="25725" y="26265"/>
                  <a:pt x="25960" y="26273"/>
                  <a:pt x="26178" y="26282"/>
                </a:cubicBezTo>
                <a:lnTo>
                  <a:pt x="26856" y="26282"/>
                </a:lnTo>
                <a:lnTo>
                  <a:pt x="28197" y="26291"/>
                </a:lnTo>
                <a:lnTo>
                  <a:pt x="71257" y="26508"/>
                </a:lnTo>
                <a:lnTo>
                  <a:pt x="259138" y="26952"/>
                </a:lnTo>
                <a:lnTo>
                  <a:pt x="259138" y="25186"/>
                </a:lnTo>
                <a:lnTo>
                  <a:pt x="71257" y="25621"/>
                </a:lnTo>
                <a:lnTo>
                  <a:pt x="28197" y="25847"/>
                </a:lnTo>
                <a:lnTo>
                  <a:pt x="26856" y="25847"/>
                </a:lnTo>
                <a:lnTo>
                  <a:pt x="26178" y="25856"/>
                </a:lnTo>
                <a:cubicBezTo>
                  <a:pt x="25960" y="25856"/>
                  <a:pt x="25734" y="25847"/>
                  <a:pt x="25516" y="25847"/>
                </a:cubicBezTo>
                <a:lnTo>
                  <a:pt x="24846" y="25830"/>
                </a:lnTo>
                <a:cubicBezTo>
                  <a:pt x="24620" y="25821"/>
                  <a:pt x="24402" y="25803"/>
                  <a:pt x="24176" y="25786"/>
                </a:cubicBezTo>
                <a:lnTo>
                  <a:pt x="23515" y="25742"/>
                </a:lnTo>
                <a:cubicBezTo>
                  <a:pt x="23288" y="25716"/>
                  <a:pt x="23071" y="25690"/>
                  <a:pt x="22853" y="25664"/>
                </a:cubicBezTo>
                <a:cubicBezTo>
                  <a:pt x="21087" y="25447"/>
                  <a:pt x="19337" y="25055"/>
                  <a:pt x="17649" y="24481"/>
                </a:cubicBezTo>
                <a:cubicBezTo>
                  <a:pt x="14272" y="23341"/>
                  <a:pt x="11131" y="21496"/>
                  <a:pt x="8503" y="19076"/>
                </a:cubicBezTo>
                <a:cubicBezTo>
                  <a:pt x="5866" y="16666"/>
                  <a:pt x="3725" y="13707"/>
                  <a:pt x="2271" y="10435"/>
                </a:cubicBezTo>
                <a:cubicBezTo>
                  <a:pt x="809" y="7163"/>
                  <a:pt x="44" y="3586"/>
                  <a:pt x="26" y="0"/>
                </a:cubicBezTo>
                <a:close/>
              </a:path>
            </a:pathLst>
          </a:custGeom>
          <a:gradFill>
            <a:gsLst>
              <a:gs pos="0">
                <a:schemeClr val="accent1"/>
              </a:gs>
              <a:gs pos="26000">
                <a:schemeClr val="accent2"/>
              </a:gs>
              <a:gs pos="58000">
                <a:schemeClr val="accent4"/>
              </a:gs>
              <a:gs pos="100000">
                <a:schemeClr val="accent5"/>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4"/>
          <p:cNvSpPr/>
          <p:nvPr/>
        </p:nvSpPr>
        <p:spPr>
          <a:xfrm rot="10800000">
            <a:off x="0" y="296606"/>
            <a:ext cx="9199763" cy="956899"/>
          </a:xfrm>
          <a:custGeom>
            <a:rect b="b" l="l" r="r" t="t"/>
            <a:pathLst>
              <a:path extrusionOk="0" h="26953" w="259130">
                <a:moveTo>
                  <a:pt x="18" y="1"/>
                </a:moveTo>
                <a:lnTo>
                  <a:pt x="18" y="1"/>
                </a:lnTo>
                <a:cubicBezTo>
                  <a:pt x="1" y="3586"/>
                  <a:pt x="723" y="7180"/>
                  <a:pt x="2159" y="10479"/>
                </a:cubicBezTo>
                <a:cubicBezTo>
                  <a:pt x="3586" y="13786"/>
                  <a:pt x="5710" y="16779"/>
                  <a:pt x="8338" y="19242"/>
                </a:cubicBezTo>
                <a:cubicBezTo>
                  <a:pt x="10966" y="21705"/>
                  <a:pt x="14125" y="23611"/>
                  <a:pt x="17537" y="24803"/>
                </a:cubicBezTo>
                <a:cubicBezTo>
                  <a:pt x="19234" y="25395"/>
                  <a:pt x="21000" y="25813"/>
                  <a:pt x="22793" y="26048"/>
                </a:cubicBezTo>
                <a:cubicBezTo>
                  <a:pt x="23019" y="26082"/>
                  <a:pt x="23245" y="26109"/>
                  <a:pt x="23472" y="26135"/>
                </a:cubicBezTo>
                <a:lnTo>
                  <a:pt x="24142" y="26187"/>
                </a:lnTo>
                <a:cubicBezTo>
                  <a:pt x="24368" y="26204"/>
                  <a:pt x="24594" y="26230"/>
                  <a:pt x="24821" y="26239"/>
                </a:cubicBezTo>
                <a:lnTo>
                  <a:pt x="25499" y="26265"/>
                </a:lnTo>
                <a:cubicBezTo>
                  <a:pt x="25717" y="26265"/>
                  <a:pt x="25952" y="26283"/>
                  <a:pt x="26170" y="26283"/>
                </a:cubicBezTo>
                <a:lnTo>
                  <a:pt x="26848" y="26283"/>
                </a:lnTo>
                <a:lnTo>
                  <a:pt x="28189" y="26291"/>
                </a:lnTo>
                <a:lnTo>
                  <a:pt x="71249" y="26509"/>
                </a:lnTo>
                <a:lnTo>
                  <a:pt x="259130" y="26953"/>
                </a:lnTo>
                <a:lnTo>
                  <a:pt x="259130" y="25186"/>
                </a:lnTo>
                <a:lnTo>
                  <a:pt x="71249" y="25630"/>
                </a:lnTo>
                <a:lnTo>
                  <a:pt x="28189" y="25847"/>
                </a:lnTo>
                <a:lnTo>
                  <a:pt x="26848" y="25856"/>
                </a:lnTo>
                <a:lnTo>
                  <a:pt x="26170" y="25856"/>
                </a:lnTo>
                <a:cubicBezTo>
                  <a:pt x="25952" y="25856"/>
                  <a:pt x="25726" y="25847"/>
                  <a:pt x="25508" y="25847"/>
                </a:cubicBezTo>
                <a:lnTo>
                  <a:pt x="24838" y="25830"/>
                </a:lnTo>
                <a:cubicBezTo>
                  <a:pt x="24620" y="25830"/>
                  <a:pt x="24394" y="25804"/>
                  <a:pt x="24177" y="25787"/>
                </a:cubicBezTo>
                <a:lnTo>
                  <a:pt x="23507" y="25743"/>
                </a:lnTo>
                <a:cubicBezTo>
                  <a:pt x="23280" y="25726"/>
                  <a:pt x="23063" y="25691"/>
                  <a:pt x="22845" y="25665"/>
                </a:cubicBezTo>
                <a:cubicBezTo>
                  <a:pt x="21079" y="25456"/>
                  <a:pt x="19329" y="25056"/>
                  <a:pt x="17641" y="24490"/>
                </a:cubicBezTo>
                <a:cubicBezTo>
                  <a:pt x="14264" y="23341"/>
                  <a:pt x="11123" y="21496"/>
                  <a:pt x="8495" y="19077"/>
                </a:cubicBezTo>
                <a:cubicBezTo>
                  <a:pt x="5858" y="16666"/>
                  <a:pt x="3717" y="13707"/>
                  <a:pt x="2263" y="10435"/>
                </a:cubicBezTo>
                <a:cubicBezTo>
                  <a:pt x="801" y="7172"/>
                  <a:pt x="36" y="3586"/>
                  <a:pt x="18" y="1"/>
                </a:cubicBezTo>
                <a:close/>
              </a:path>
            </a:pathLst>
          </a:custGeom>
          <a:gradFill>
            <a:gsLst>
              <a:gs pos="0">
                <a:schemeClr val="accent1"/>
              </a:gs>
              <a:gs pos="26000">
                <a:schemeClr val="accent2"/>
              </a:gs>
              <a:gs pos="58000">
                <a:schemeClr val="accent4"/>
              </a:gs>
              <a:gs pos="100000">
                <a:schemeClr val="accent5"/>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4"/>
          <p:cNvSpPr/>
          <p:nvPr/>
        </p:nvSpPr>
        <p:spPr>
          <a:xfrm rot="10800000">
            <a:off x="0" y="197410"/>
            <a:ext cx="9199763" cy="956899"/>
          </a:xfrm>
          <a:custGeom>
            <a:rect b="b" l="l" r="r" t="t"/>
            <a:pathLst>
              <a:path extrusionOk="0" h="26953" w="259130">
                <a:moveTo>
                  <a:pt x="18" y="0"/>
                </a:moveTo>
                <a:lnTo>
                  <a:pt x="18" y="0"/>
                </a:lnTo>
                <a:cubicBezTo>
                  <a:pt x="1" y="3586"/>
                  <a:pt x="723" y="7189"/>
                  <a:pt x="2159" y="10487"/>
                </a:cubicBezTo>
                <a:cubicBezTo>
                  <a:pt x="3586" y="13785"/>
                  <a:pt x="5710" y="16779"/>
                  <a:pt x="8338" y="19242"/>
                </a:cubicBezTo>
                <a:cubicBezTo>
                  <a:pt x="10966" y="21713"/>
                  <a:pt x="14125" y="23610"/>
                  <a:pt x="17537" y="24803"/>
                </a:cubicBezTo>
                <a:cubicBezTo>
                  <a:pt x="19234" y="25403"/>
                  <a:pt x="21000" y="25821"/>
                  <a:pt x="22793" y="26056"/>
                </a:cubicBezTo>
                <a:cubicBezTo>
                  <a:pt x="23019" y="26082"/>
                  <a:pt x="23245" y="26117"/>
                  <a:pt x="23472" y="26134"/>
                </a:cubicBezTo>
                <a:lnTo>
                  <a:pt x="24142" y="26195"/>
                </a:lnTo>
                <a:cubicBezTo>
                  <a:pt x="24368" y="26212"/>
                  <a:pt x="24594" y="26230"/>
                  <a:pt x="24821" y="26247"/>
                </a:cubicBezTo>
                <a:lnTo>
                  <a:pt x="25499" y="26265"/>
                </a:lnTo>
                <a:cubicBezTo>
                  <a:pt x="25717" y="26273"/>
                  <a:pt x="25952" y="26282"/>
                  <a:pt x="26170" y="26282"/>
                </a:cubicBezTo>
                <a:lnTo>
                  <a:pt x="26848" y="26291"/>
                </a:lnTo>
                <a:lnTo>
                  <a:pt x="28189" y="26291"/>
                </a:lnTo>
                <a:lnTo>
                  <a:pt x="71249" y="26517"/>
                </a:lnTo>
                <a:lnTo>
                  <a:pt x="259130" y="26952"/>
                </a:lnTo>
                <a:lnTo>
                  <a:pt x="259130" y="25186"/>
                </a:lnTo>
                <a:lnTo>
                  <a:pt x="71249" y="25629"/>
                </a:lnTo>
                <a:lnTo>
                  <a:pt x="28189" y="25847"/>
                </a:lnTo>
                <a:lnTo>
                  <a:pt x="26848" y="25856"/>
                </a:lnTo>
                <a:lnTo>
                  <a:pt x="26170" y="25856"/>
                </a:lnTo>
                <a:cubicBezTo>
                  <a:pt x="25952" y="25856"/>
                  <a:pt x="25726" y="25856"/>
                  <a:pt x="25508" y="25847"/>
                </a:cubicBezTo>
                <a:lnTo>
                  <a:pt x="24838" y="25838"/>
                </a:lnTo>
                <a:cubicBezTo>
                  <a:pt x="24620" y="25830"/>
                  <a:pt x="24394" y="25803"/>
                  <a:pt x="24177" y="25795"/>
                </a:cubicBezTo>
                <a:lnTo>
                  <a:pt x="23507" y="25743"/>
                </a:lnTo>
                <a:cubicBezTo>
                  <a:pt x="23280" y="25725"/>
                  <a:pt x="23063" y="25690"/>
                  <a:pt x="22845" y="25664"/>
                </a:cubicBezTo>
                <a:cubicBezTo>
                  <a:pt x="21079" y="25455"/>
                  <a:pt x="19329" y="25064"/>
                  <a:pt x="17641" y="24489"/>
                </a:cubicBezTo>
                <a:cubicBezTo>
                  <a:pt x="14264" y="23341"/>
                  <a:pt x="11123" y="21496"/>
                  <a:pt x="8495" y="19076"/>
                </a:cubicBezTo>
                <a:cubicBezTo>
                  <a:pt x="5858" y="16666"/>
                  <a:pt x="3717" y="13707"/>
                  <a:pt x="2263" y="10435"/>
                </a:cubicBezTo>
                <a:cubicBezTo>
                  <a:pt x="801" y="7171"/>
                  <a:pt x="36" y="3586"/>
                  <a:pt x="18" y="0"/>
                </a:cubicBezTo>
                <a:close/>
              </a:path>
            </a:pathLst>
          </a:custGeom>
          <a:gradFill>
            <a:gsLst>
              <a:gs pos="0">
                <a:schemeClr val="accent1"/>
              </a:gs>
              <a:gs pos="26000">
                <a:schemeClr val="accent2"/>
              </a:gs>
              <a:gs pos="58000">
                <a:schemeClr val="accent4"/>
              </a:gs>
              <a:gs pos="100000">
                <a:schemeClr val="accent5"/>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4"/>
          <p:cNvSpPr/>
          <p:nvPr/>
        </p:nvSpPr>
        <p:spPr>
          <a:xfrm rot="10800000">
            <a:off x="0" y="97929"/>
            <a:ext cx="9199763" cy="957218"/>
          </a:xfrm>
          <a:custGeom>
            <a:rect b="b" l="l" r="r" t="t"/>
            <a:pathLst>
              <a:path extrusionOk="0" h="26962" w="259130">
                <a:moveTo>
                  <a:pt x="18" y="1"/>
                </a:moveTo>
                <a:lnTo>
                  <a:pt x="18" y="1"/>
                </a:lnTo>
                <a:cubicBezTo>
                  <a:pt x="1" y="3595"/>
                  <a:pt x="723" y="7189"/>
                  <a:pt x="2159" y="10487"/>
                </a:cubicBezTo>
                <a:cubicBezTo>
                  <a:pt x="3586" y="13786"/>
                  <a:pt x="5710" y="16788"/>
                  <a:pt x="8338" y="19242"/>
                </a:cubicBezTo>
                <a:cubicBezTo>
                  <a:pt x="10966" y="21714"/>
                  <a:pt x="14125" y="23611"/>
                  <a:pt x="17537" y="24803"/>
                </a:cubicBezTo>
                <a:cubicBezTo>
                  <a:pt x="19234" y="25404"/>
                  <a:pt x="21000" y="25821"/>
                  <a:pt x="22793" y="26056"/>
                </a:cubicBezTo>
                <a:cubicBezTo>
                  <a:pt x="23019" y="26082"/>
                  <a:pt x="23245" y="26117"/>
                  <a:pt x="23472" y="26143"/>
                </a:cubicBezTo>
                <a:lnTo>
                  <a:pt x="24142" y="26196"/>
                </a:lnTo>
                <a:cubicBezTo>
                  <a:pt x="24368" y="26213"/>
                  <a:pt x="24594" y="26239"/>
                  <a:pt x="24821" y="26248"/>
                </a:cubicBezTo>
                <a:lnTo>
                  <a:pt x="25499" y="26265"/>
                </a:lnTo>
                <a:cubicBezTo>
                  <a:pt x="25717" y="26274"/>
                  <a:pt x="25952" y="26283"/>
                  <a:pt x="26170" y="26283"/>
                </a:cubicBezTo>
                <a:lnTo>
                  <a:pt x="26848" y="26291"/>
                </a:lnTo>
                <a:lnTo>
                  <a:pt x="28189" y="26300"/>
                </a:lnTo>
                <a:lnTo>
                  <a:pt x="71249" y="26518"/>
                </a:lnTo>
                <a:lnTo>
                  <a:pt x="259130" y="26961"/>
                </a:lnTo>
                <a:lnTo>
                  <a:pt x="259130" y="25186"/>
                </a:lnTo>
                <a:lnTo>
                  <a:pt x="71249" y="25630"/>
                </a:lnTo>
                <a:lnTo>
                  <a:pt x="28189" y="25856"/>
                </a:lnTo>
                <a:lnTo>
                  <a:pt x="26848" y="25856"/>
                </a:lnTo>
                <a:lnTo>
                  <a:pt x="26170" y="25865"/>
                </a:lnTo>
                <a:cubicBezTo>
                  <a:pt x="25952" y="25865"/>
                  <a:pt x="25726" y="25856"/>
                  <a:pt x="25508" y="25847"/>
                </a:cubicBezTo>
                <a:lnTo>
                  <a:pt x="24838" y="25839"/>
                </a:lnTo>
                <a:cubicBezTo>
                  <a:pt x="24620" y="25830"/>
                  <a:pt x="24394" y="25813"/>
                  <a:pt x="24177" y="25795"/>
                </a:cubicBezTo>
                <a:lnTo>
                  <a:pt x="23507" y="25752"/>
                </a:lnTo>
                <a:cubicBezTo>
                  <a:pt x="23280" y="25726"/>
                  <a:pt x="23063" y="25700"/>
                  <a:pt x="22845" y="25673"/>
                </a:cubicBezTo>
                <a:cubicBezTo>
                  <a:pt x="21079" y="25456"/>
                  <a:pt x="19329" y="25064"/>
                  <a:pt x="17641" y="24490"/>
                </a:cubicBezTo>
                <a:cubicBezTo>
                  <a:pt x="14264" y="23350"/>
                  <a:pt x="11123" y="21505"/>
                  <a:pt x="8495" y="19086"/>
                </a:cubicBezTo>
                <a:cubicBezTo>
                  <a:pt x="5858" y="16675"/>
                  <a:pt x="3717" y="13716"/>
                  <a:pt x="2263" y="10444"/>
                </a:cubicBezTo>
                <a:cubicBezTo>
                  <a:pt x="801" y="7172"/>
                  <a:pt x="36" y="3595"/>
                  <a:pt x="18" y="1"/>
                </a:cubicBezTo>
                <a:close/>
              </a:path>
            </a:pathLst>
          </a:custGeom>
          <a:gradFill>
            <a:gsLst>
              <a:gs pos="0">
                <a:schemeClr val="accent1"/>
              </a:gs>
              <a:gs pos="26000">
                <a:schemeClr val="accent2"/>
              </a:gs>
              <a:gs pos="58000">
                <a:schemeClr val="accent4"/>
              </a:gs>
              <a:gs pos="100000">
                <a:schemeClr val="accent5"/>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4"/>
          <p:cNvSpPr/>
          <p:nvPr/>
        </p:nvSpPr>
        <p:spPr>
          <a:xfrm flipH="1" rot="10800000">
            <a:off x="0" y="4703168"/>
            <a:ext cx="9200047" cy="956899"/>
          </a:xfrm>
          <a:custGeom>
            <a:rect b="b" l="l" r="r" t="t"/>
            <a:pathLst>
              <a:path extrusionOk="0" h="26953" w="259138">
                <a:moveTo>
                  <a:pt x="26" y="0"/>
                </a:moveTo>
                <a:lnTo>
                  <a:pt x="26" y="0"/>
                </a:lnTo>
                <a:cubicBezTo>
                  <a:pt x="0" y="3586"/>
                  <a:pt x="731" y="7180"/>
                  <a:pt x="2167" y="10478"/>
                </a:cubicBezTo>
                <a:cubicBezTo>
                  <a:pt x="3594" y="13776"/>
                  <a:pt x="5718" y="16779"/>
                  <a:pt x="8346" y="19242"/>
                </a:cubicBezTo>
                <a:cubicBezTo>
                  <a:pt x="10974" y="21704"/>
                  <a:pt x="14133" y="23602"/>
                  <a:pt x="17545" y="24794"/>
                </a:cubicBezTo>
                <a:cubicBezTo>
                  <a:pt x="19242" y="25394"/>
                  <a:pt x="21008" y="25812"/>
                  <a:pt x="22801" y="26047"/>
                </a:cubicBezTo>
                <a:cubicBezTo>
                  <a:pt x="23027" y="26073"/>
                  <a:pt x="23253" y="26108"/>
                  <a:pt x="23471" y="26134"/>
                </a:cubicBezTo>
                <a:lnTo>
                  <a:pt x="24150" y="26186"/>
                </a:lnTo>
                <a:cubicBezTo>
                  <a:pt x="24376" y="26204"/>
                  <a:pt x="24602" y="26230"/>
                  <a:pt x="24829" y="26239"/>
                </a:cubicBezTo>
                <a:lnTo>
                  <a:pt x="25507" y="26256"/>
                </a:lnTo>
                <a:cubicBezTo>
                  <a:pt x="25725" y="26265"/>
                  <a:pt x="25960" y="26273"/>
                  <a:pt x="26178" y="26282"/>
                </a:cubicBezTo>
                <a:lnTo>
                  <a:pt x="26856" y="26282"/>
                </a:lnTo>
                <a:lnTo>
                  <a:pt x="28197" y="26291"/>
                </a:lnTo>
                <a:lnTo>
                  <a:pt x="71257" y="26508"/>
                </a:lnTo>
                <a:lnTo>
                  <a:pt x="259138" y="26952"/>
                </a:lnTo>
                <a:lnTo>
                  <a:pt x="259138" y="25186"/>
                </a:lnTo>
                <a:lnTo>
                  <a:pt x="71257" y="25621"/>
                </a:lnTo>
                <a:lnTo>
                  <a:pt x="28197" y="25847"/>
                </a:lnTo>
                <a:lnTo>
                  <a:pt x="26856" y="25847"/>
                </a:lnTo>
                <a:lnTo>
                  <a:pt x="26178" y="25856"/>
                </a:lnTo>
                <a:cubicBezTo>
                  <a:pt x="25960" y="25856"/>
                  <a:pt x="25734" y="25847"/>
                  <a:pt x="25516" y="25847"/>
                </a:cubicBezTo>
                <a:lnTo>
                  <a:pt x="24846" y="25830"/>
                </a:lnTo>
                <a:cubicBezTo>
                  <a:pt x="24620" y="25821"/>
                  <a:pt x="24402" y="25803"/>
                  <a:pt x="24176" y="25786"/>
                </a:cubicBezTo>
                <a:lnTo>
                  <a:pt x="23515" y="25742"/>
                </a:lnTo>
                <a:cubicBezTo>
                  <a:pt x="23288" y="25716"/>
                  <a:pt x="23071" y="25690"/>
                  <a:pt x="22853" y="25664"/>
                </a:cubicBezTo>
                <a:cubicBezTo>
                  <a:pt x="21087" y="25447"/>
                  <a:pt x="19337" y="25055"/>
                  <a:pt x="17649" y="24481"/>
                </a:cubicBezTo>
                <a:cubicBezTo>
                  <a:pt x="14272" y="23341"/>
                  <a:pt x="11131" y="21496"/>
                  <a:pt x="8503" y="19076"/>
                </a:cubicBezTo>
                <a:cubicBezTo>
                  <a:pt x="5866" y="16666"/>
                  <a:pt x="3725" y="13707"/>
                  <a:pt x="2271" y="10435"/>
                </a:cubicBezTo>
                <a:cubicBezTo>
                  <a:pt x="809" y="7163"/>
                  <a:pt x="44" y="3586"/>
                  <a:pt x="26" y="0"/>
                </a:cubicBezTo>
                <a:close/>
              </a:path>
            </a:pathLst>
          </a:custGeom>
          <a:gradFill>
            <a:gsLst>
              <a:gs pos="0">
                <a:schemeClr val="accent1"/>
              </a:gs>
              <a:gs pos="26000">
                <a:schemeClr val="accent2"/>
              </a:gs>
              <a:gs pos="58000">
                <a:schemeClr val="accent4"/>
              </a:gs>
              <a:gs pos="100000">
                <a:schemeClr val="accent5"/>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4"/>
          <p:cNvSpPr/>
          <p:nvPr/>
        </p:nvSpPr>
        <p:spPr>
          <a:xfrm flipH="1" rot="10800000">
            <a:off x="284" y="4604006"/>
            <a:ext cx="9199763" cy="956899"/>
          </a:xfrm>
          <a:custGeom>
            <a:rect b="b" l="l" r="r" t="t"/>
            <a:pathLst>
              <a:path extrusionOk="0" h="26953" w="259130">
                <a:moveTo>
                  <a:pt x="18" y="1"/>
                </a:moveTo>
                <a:lnTo>
                  <a:pt x="18" y="1"/>
                </a:lnTo>
                <a:cubicBezTo>
                  <a:pt x="1" y="3586"/>
                  <a:pt x="723" y="7180"/>
                  <a:pt x="2159" y="10479"/>
                </a:cubicBezTo>
                <a:cubicBezTo>
                  <a:pt x="3586" y="13786"/>
                  <a:pt x="5710" y="16779"/>
                  <a:pt x="8338" y="19242"/>
                </a:cubicBezTo>
                <a:cubicBezTo>
                  <a:pt x="10966" y="21705"/>
                  <a:pt x="14125" y="23611"/>
                  <a:pt x="17537" y="24803"/>
                </a:cubicBezTo>
                <a:cubicBezTo>
                  <a:pt x="19234" y="25395"/>
                  <a:pt x="21000" y="25813"/>
                  <a:pt x="22793" y="26048"/>
                </a:cubicBezTo>
                <a:cubicBezTo>
                  <a:pt x="23019" y="26082"/>
                  <a:pt x="23245" y="26109"/>
                  <a:pt x="23472" y="26135"/>
                </a:cubicBezTo>
                <a:lnTo>
                  <a:pt x="24142" y="26187"/>
                </a:lnTo>
                <a:cubicBezTo>
                  <a:pt x="24368" y="26204"/>
                  <a:pt x="24594" y="26230"/>
                  <a:pt x="24821" y="26239"/>
                </a:cubicBezTo>
                <a:lnTo>
                  <a:pt x="25499" y="26265"/>
                </a:lnTo>
                <a:cubicBezTo>
                  <a:pt x="25717" y="26265"/>
                  <a:pt x="25952" y="26283"/>
                  <a:pt x="26170" y="26283"/>
                </a:cubicBezTo>
                <a:lnTo>
                  <a:pt x="26848" y="26283"/>
                </a:lnTo>
                <a:lnTo>
                  <a:pt x="28189" y="26291"/>
                </a:lnTo>
                <a:lnTo>
                  <a:pt x="71249" y="26509"/>
                </a:lnTo>
                <a:lnTo>
                  <a:pt x="259130" y="26953"/>
                </a:lnTo>
                <a:lnTo>
                  <a:pt x="259130" y="25186"/>
                </a:lnTo>
                <a:lnTo>
                  <a:pt x="71249" y="25630"/>
                </a:lnTo>
                <a:lnTo>
                  <a:pt x="28189" y="25847"/>
                </a:lnTo>
                <a:lnTo>
                  <a:pt x="26848" y="25856"/>
                </a:lnTo>
                <a:lnTo>
                  <a:pt x="26170" y="25856"/>
                </a:lnTo>
                <a:cubicBezTo>
                  <a:pt x="25952" y="25856"/>
                  <a:pt x="25726" y="25847"/>
                  <a:pt x="25508" y="25847"/>
                </a:cubicBezTo>
                <a:lnTo>
                  <a:pt x="24838" y="25830"/>
                </a:lnTo>
                <a:cubicBezTo>
                  <a:pt x="24620" y="25830"/>
                  <a:pt x="24394" y="25804"/>
                  <a:pt x="24177" y="25787"/>
                </a:cubicBezTo>
                <a:lnTo>
                  <a:pt x="23507" y="25743"/>
                </a:lnTo>
                <a:cubicBezTo>
                  <a:pt x="23280" y="25726"/>
                  <a:pt x="23063" y="25691"/>
                  <a:pt x="22845" y="25665"/>
                </a:cubicBezTo>
                <a:cubicBezTo>
                  <a:pt x="21079" y="25456"/>
                  <a:pt x="19329" y="25056"/>
                  <a:pt x="17641" y="24490"/>
                </a:cubicBezTo>
                <a:cubicBezTo>
                  <a:pt x="14264" y="23341"/>
                  <a:pt x="11123" y="21496"/>
                  <a:pt x="8495" y="19077"/>
                </a:cubicBezTo>
                <a:cubicBezTo>
                  <a:pt x="5858" y="16666"/>
                  <a:pt x="3717" y="13707"/>
                  <a:pt x="2263" y="10435"/>
                </a:cubicBezTo>
                <a:cubicBezTo>
                  <a:pt x="801" y="7172"/>
                  <a:pt x="36" y="3586"/>
                  <a:pt x="18" y="1"/>
                </a:cubicBezTo>
                <a:close/>
              </a:path>
            </a:pathLst>
          </a:custGeom>
          <a:gradFill>
            <a:gsLst>
              <a:gs pos="0">
                <a:schemeClr val="accent1"/>
              </a:gs>
              <a:gs pos="26000">
                <a:schemeClr val="accent2"/>
              </a:gs>
              <a:gs pos="58000">
                <a:schemeClr val="accent4"/>
              </a:gs>
              <a:gs pos="100000">
                <a:schemeClr val="accent5"/>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1">
    <p:spTree>
      <p:nvGrpSpPr>
        <p:cNvPr id="180" name="Shape 180"/>
        <p:cNvGrpSpPr/>
        <p:nvPr/>
      </p:nvGrpSpPr>
      <p:grpSpPr>
        <a:xfrm>
          <a:off x="0" y="0"/>
          <a:ext cx="0" cy="0"/>
          <a:chOff x="0" y="0"/>
          <a:chExt cx="0" cy="0"/>
        </a:xfrm>
      </p:grpSpPr>
      <p:pic>
        <p:nvPicPr>
          <p:cNvPr id="181" name="Google Shape;181;p15"/>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182" name="Google Shape;182;p15"/>
          <p:cNvSpPr txBox="1"/>
          <p:nvPr>
            <p:ph type="title"/>
          </p:nvPr>
        </p:nvSpPr>
        <p:spPr>
          <a:xfrm>
            <a:off x="713225" y="554992"/>
            <a:ext cx="7717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1pPr>
            <a:lvl2pPr lvl="1"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2pPr>
            <a:lvl3pPr lvl="2"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3pPr>
            <a:lvl4pPr lvl="3"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4pPr>
            <a:lvl5pPr lvl="4"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5pPr>
            <a:lvl6pPr lvl="5"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6pPr>
            <a:lvl7pPr lvl="6"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7pPr>
            <a:lvl8pPr lvl="7"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8pPr>
            <a:lvl9pPr lvl="8"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9pPr>
          </a:lstStyle>
          <a:p/>
        </p:txBody>
      </p:sp>
      <p:grpSp>
        <p:nvGrpSpPr>
          <p:cNvPr id="183" name="Google Shape;183;p15"/>
          <p:cNvGrpSpPr/>
          <p:nvPr/>
        </p:nvGrpSpPr>
        <p:grpSpPr>
          <a:xfrm flipH="1" rot="10800000">
            <a:off x="-55754" y="72450"/>
            <a:ext cx="9199763" cy="1254737"/>
            <a:chOff x="284" y="3746808"/>
            <a:chExt cx="9199763" cy="1254737"/>
          </a:xfrm>
        </p:grpSpPr>
        <p:sp>
          <p:nvSpPr>
            <p:cNvPr id="184" name="Google Shape;184;p15"/>
            <p:cNvSpPr/>
            <p:nvPr/>
          </p:nvSpPr>
          <p:spPr>
            <a:xfrm>
              <a:off x="284" y="3746808"/>
              <a:ext cx="9199763" cy="956899"/>
            </a:xfrm>
            <a:custGeom>
              <a:rect b="b" l="l" r="r" t="t"/>
              <a:pathLst>
                <a:path extrusionOk="0" h="26953" w="259130">
                  <a:moveTo>
                    <a:pt x="18" y="0"/>
                  </a:moveTo>
                  <a:lnTo>
                    <a:pt x="18" y="0"/>
                  </a:lnTo>
                  <a:cubicBezTo>
                    <a:pt x="1" y="3586"/>
                    <a:pt x="723" y="7189"/>
                    <a:pt x="2159" y="10487"/>
                  </a:cubicBezTo>
                  <a:cubicBezTo>
                    <a:pt x="3586" y="13785"/>
                    <a:pt x="5710" y="16779"/>
                    <a:pt x="8338" y="19242"/>
                  </a:cubicBezTo>
                  <a:cubicBezTo>
                    <a:pt x="10966" y="21713"/>
                    <a:pt x="14125" y="23610"/>
                    <a:pt x="17537" y="24803"/>
                  </a:cubicBezTo>
                  <a:cubicBezTo>
                    <a:pt x="19234" y="25403"/>
                    <a:pt x="21000" y="25821"/>
                    <a:pt x="22793" y="26056"/>
                  </a:cubicBezTo>
                  <a:cubicBezTo>
                    <a:pt x="23019" y="26082"/>
                    <a:pt x="23245" y="26117"/>
                    <a:pt x="23472" y="26134"/>
                  </a:cubicBezTo>
                  <a:lnTo>
                    <a:pt x="24142" y="26195"/>
                  </a:lnTo>
                  <a:cubicBezTo>
                    <a:pt x="24368" y="26212"/>
                    <a:pt x="24594" y="26230"/>
                    <a:pt x="24821" y="26247"/>
                  </a:cubicBezTo>
                  <a:lnTo>
                    <a:pt x="25499" y="26265"/>
                  </a:lnTo>
                  <a:cubicBezTo>
                    <a:pt x="25717" y="26273"/>
                    <a:pt x="25952" y="26282"/>
                    <a:pt x="26170" y="26282"/>
                  </a:cubicBezTo>
                  <a:lnTo>
                    <a:pt x="26848" y="26291"/>
                  </a:lnTo>
                  <a:lnTo>
                    <a:pt x="28189" y="26291"/>
                  </a:lnTo>
                  <a:lnTo>
                    <a:pt x="71249" y="26517"/>
                  </a:lnTo>
                  <a:lnTo>
                    <a:pt x="259130" y="26952"/>
                  </a:lnTo>
                  <a:lnTo>
                    <a:pt x="259130" y="25186"/>
                  </a:lnTo>
                  <a:lnTo>
                    <a:pt x="71249" y="25629"/>
                  </a:lnTo>
                  <a:lnTo>
                    <a:pt x="28189" y="25847"/>
                  </a:lnTo>
                  <a:lnTo>
                    <a:pt x="26848" y="25856"/>
                  </a:lnTo>
                  <a:lnTo>
                    <a:pt x="26170" y="25856"/>
                  </a:lnTo>
                  <a:cubicBezTo>
                    <a:pt x="25952" y="25856"/>
                    <a:pt x="25726" y="25856"/>
                    <a:pt x="25508" y="25847"/>
                  </a:cubicBezTo>
                  <a:lnTo>
                    <a:pt x="24838" y="25838"/>
                  </a:lnTo>
                  <a:cubicBezTo>
                    <a:pt x="24620" y="25830"/>
                    <a:pt x="24394" y="25803"/>
                    <a:pt x="24177" y="25795"/>
                  </a:cubicBezTo>
                  <a:lnTo>
                    <a:pt x="23507" y="25743"/>
                  </a:lnTo>
                  <a:cubicBezTo>
                    <a:pt x="23280" y="25725"/>
                    <a:pt x="23063" y="25690"/>
                    <a:pt x="22845" y="25664"/>
                  </a:cubicBezTo>
                  <a:cubicBezTo>
                    <a:pt x="21079" y="25455"/>
                    <a:pt x="19329" y="25064"/>
                    <a:pt x="17641" y="24489"/>
                  </a:cubicBezTo>
                  <a:cubicBezTo>
                    <a:pt x="14264" y="23341"/>
                    <a:pt x="11123" y="21496"/>
                    <a:pt x="8495" y="19076"/>
                  </a:cubicBezTo>
                  <a:cubicBezTo>
                    <a:pt x="5858" y="16666"/>
                    <a:pt x="3717" y="13707"/>
                    <a:pt x="2263" y="10435"/>
                  </a:cubicBezTo>
                  <a:cubicBezTo>
                    <a:pt x="801" y="7171"/>
                    <a:pt x="36" y="3586"/>
                    <a:pt x="18" y="0"/>
                  </a:cubicBez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5"/>
            <p:cNvSpPr/>
            <p:nvPr/>
          </p:nvSpPr>
          <p:spPr>
            <a:xfrm>
              <a:off x="284" y="3845969"/>
              <a:ext cx="9199763" cy="957218"/>
            </a:xfrm>
            <a:custGeom>
              <a:rect b="b" l="l" r="r" t="t"/>
              <a:pathLst>
                <a:path extrusionOk="0" h="26962" w="259130">
                  <a:moveTo>
                    <a:pt x="18" y="1"/>
                  </a:moveTo>
                  <a:lnTo>
                    <a:pt x="18" y="1"/>
                  </a:lnTo>
                  <a:cubicBezTo>
                    <a:pt x="1" y="3595"/>
                    <a:pt x="723" y="7189"/>
                    <a:pt x="2159" y="10487"/>
                  </a:cubicBezTo>
                  <a:cubicBezTo>
                    <a:pt x="3586" y="13786"/>
                    <a:pt x="5710" y="16788"/>
                    <a:pt x="8338" y="19242"/>
                  </a:cubicBezTo>
                  <a:cubicBezTo>
                    <a:pt x="10966" y="21714"/>
                    <a:pt x="14125" y="23611"/>
                    <a:pt x="17537" y="24803"/>
                  </a:cubicBezTo>
                  <a:cubicBezTo>
                    <a:pt x="19234" y="25404"/>
                    <a:pt x="21000" y="25821"/>
                    <a:pt x="22793" y="26056"/>
                  </a:cubicBezTo>
                  <a:cubicBezTo>
                    <a:pt x="23019" y="26082"/>
                    <a:pt x="23245" y="26117"/>
                    <a:pt x="23472" y="26143"/>
                  </a:cubicBezTo>
                  <a:lnTo>
                    <a:pt x="24142" y="26196"/>
                  </a:lnTo>
                  <a:cubicBezTo>
                    <a:pt x="24368" y="26213"/>
                    <a:pt x="24594" y="26239"/>
                    <a:pt x="24821" y="26248"/>
                  </a:cubicBezTo>
                  <a:lnTo>
                    <a:pt x="25499" y="26265"/>
                  </a:lnTo>
                  <a:cubicBezTo>
                    <a:pt x="25717" y="26274"/>
                    <a:pt x="25952" y="26283"/>
                    <a:pt x="26170" y="26283"/>
                  </a:cubicBezTo>
                  <a:lnTo>
                    <a:pt x="26848" y="26291"/>
                  </a:lnTo>
                  <a:lnTo>
                    <a:pt x="28189" y="26300"/>
                  </a:lnTo>
                  <a:lnTo>
                    <a:pt x="71249" y="26518"/>
                  </a:lnTo>
                  <a:lnTo>
                    <a:pt x="259130" y="26961"/>
                  </a:lnTo>
                  <a:lnTo>
                    <a:pt x="259130" y="25186"/>
                  </a:lnTo>
                  <a:lnTo>
                    <a:pt x="71249" y="25630"/>
                  </a:lnTo>
                  <a:lnTo>
                    <a:pt x="28189" y="25856"/>
                  </a:lnTo>
                  <a:lnTo>
                    <a:pt x="26848" y="25856"/>
                  </a:lnTo>
                  <a:lnTo>
                    <a:pt x="26170" y="25865"/>
                  </a:lnTo>
                  <a:cubicBezTo>
                    <a:pt x="25952" y="25865"/>
                    <a:pt x="25726" y="25856"/>
                    <a:pt x="25508" y="25847"/>
                  </a:cubicBezTo>
                  <a:lnTo>
                    <a:pt x="24838" y="25839"/>
                  </a:lnTo>
                  <a:cubicBezTo>
                    <a:pt x="24620" y="25830"/>
                    <a:pt x="24394" y="25813"/>
                    <a:pt x="24177" y="25795"/>
                  </a:cubicBezTo>
                  <a:lnTo>
                    <a:pt x="23507" y="25752"/>
                  </a:lnTo>
                  <a:cubicBezTo>
                    <a:pt x="23280" y="25726"/>
                    <a:pt x="23063" y="25700"/>
                    <a:pt x="22845" y="25673"/>
                  </a:cubicBezTo>
                  <a:cubicBezTo>
                    <a:pt x="21079" y="25456"/>
                    <a:pt x="19329" y="25064"/>
                    <a:pt x="17641" y="24490"/>
                  </a:cubicBezTo>
                  <a:cubicBezTo>
                    <a:pt x="14264" y="23350"/>
                    <a:pt x="11123" y="21505"/>
                    <a:pt x="8495" y="19086"/>
                  </a:cubicBezTo>
                  <a:cubicBezTo>
                    <a:pt x="5858" y="16675"/>
                    <a:pt x="3717" y="13716"/>
                    <a:pt x="2263" y="10444"/>
                  </a:cubicBezTo>
                  <a:cubicBezTo>
                    <a:pt x="801" y="7172"/>
                    <a:pt x="36" y="3595"/>
                    <a:pt x="18" y="1"/>
                  </a:cubicBez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5"/>
            <p:cNvSpPr/>
            <p:nvPr/>
          </p:nvSpPr>
          <p:spPr>
            <a:xfrm>
              <a:off x="284" y="3945485"/>
              <a:ext cx="9199763" cy="956863"/>
            </a:xfrm>
            <a:custGeom>
              <a:rect b="b" l="l" r="r" t="t"/>
              <a:pathLst>
                <a:path extrusionOk="0" h="26952" w="259130">
                  <a:moveTo>
                    <a:pt x="18" y="0"/>
                  </a:moveTo>
                  <a:lnTo>
                    <a:pt x="18" y="0"/>
                  </a:lnTo>
                  <a:cubicBezTo>
                    <a:pt x="1" y="3586"/>
                    <a:pt x="723" y="7180"/>
                    <a:pt x="2159" y="10478"/>
                  </a:cubicBezTo>
                  <a:cubicBezTo>
                    <a:pt x="3586" y="13776"/>
                    <a:pt x="5710" y="16779"/>
                    <a:pt x="8338" y="19241"/>
                  </a:cubicBezTo>
                  <a:cubicBezTo>
                    <a:pt x="10966" y="21704"/>
                    <a:pt x="14125" y="23601"/>
                    <a:pt x="17537" y="24802"/>
                  </a:cubicBezTo>
                  <a:cubicBezTo>
                    <a:pt x="19234" y="25394"/>
                    <a:pt x="21000" y="25812"/>
                    <a:pt x="22793" y="26047"/>
                  </a:cubicBezTo>
                  <a:cubicBezTo>
                    <a:pt x="23019" y="26073"/>
                    <a:pt x="23245" y="26108"/>
                    <a:pt x="23472" y="26134"/>
                  </a:cubicBezTo>
                  <a:lnTo>
                    <a:pt x="24142" y="26186"/>
                  </a:lnTo>
                  <a:cubicBezTo>
                    <a:pt x="24368" y="26204"/>
                    <a:pt x="24594" y="26230"/>
                    <a:pt x="24821" y="26238"/>
                  </a:cubicBezTo>
                  <a:lnTo>
                    <a:pt x="25499" y="26264"/>
                  </a:lnTo>
                  <a:cubicBezTo>
                    <a:pt x="25717" y="26264"/>
                    <a:pt x="25952" y="26273"/>
                    <a:pt x="26170" y="26282"/>
                  </a:cubicBezTo>
                  <a:lnTo>
                    <a:pt x="26848" y="26282"/>
                  </a:lnTo>
                  <a:lnTo>
                    <a:pt x="28189" y="26291"/>
                  </a:lnTo>
                  <a:lnTo>
                    <a:pt x="71249" y="26508"/>
                  </a:lnTo>
                  <a:lnTo>
                    <a:pt x="259130" y="26952"/>
                  </a:lnTo>
                  <a:lnTo>
                    <a:pt x="259130" y="25185"/>
                  </a:lnTo>
                  <a:lnTo>
                    <a:pt x="71249" y="25620"/>
                  </a:lnTo>
                  <a:lnTo>
                    <a:pt x="28189" y="25847"/>
                  </a:lnTo>
                  <a:lnTo>
                    <a:pt x="26848" y="25855"/>
                  </a:lnTo>
                  <a:lnTo>
                    <a:pt x="26170" y="25855"/>
                  </a:lnTo>
                  <a:cubicBezTo>
                    <a:pt x="25952" y="25855"/>
                    <a:pt x="25726" y="25847"/>
                    <a:pt x="25508" y="25847"/>
                  </a:cubicBezTo>
                  <a:lnTo>
                    <a:pt x="24838" y="25829"/>
                  </a:lnTo>
                  <a:cubicBezTo>
                    <a:pt x="24620" y="25821"/>
                    <a:pt x="24394" y="25803"/>
                    <a:pt x="24177" y="25786"/>
                  </a:cubicBezTo>
                  <a:lnTo>
                    <a:pt x="23507" y="25742"/>
                  </a:lnTo>
                  <a:cubicBezTo>
                    <a:pt x="23280" y="25716"/>
                    <a:pt x="23063" y="25690"/>
                    <a:pt x="22845" y="25664"/>
                  </a:cubicBezTo>
                  <a:cubicBezTo>
                    <a:pt x="21079" y="25455"/>
                    <a:pt x="19329" y="25055"/>
                    <a:pt x="17641" y="24480"/>
                  </a:cubicBezTo>
                  <a:cubicBezTo>
                    <a:pt x="14264" y="23340"/>
                    <a:pt x="11123" y="21495"/>
                    <a:pt x="8495" y="19076"/>
                  </a:cubicBezTo>
                  <a:cubicBezTo>
                    <a:pt x="5858" y="16666"/>
                    <a:pt x="3717" y="13707"/>
                    <a:pt x="2263" y="10434"/>
                  </a:cubicBezTo>
                  <a:cubicBezTo>
                    <a:pt x="801" y="7162"/>
                    <a:pt x="36" y="3586"/>
                    <a:pt x="18" y="0"/>
                  </a:cubicBez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5"/>
            <p:cNvSpPr/>
            <p:nvPr/>
          </p:nvSpPr>
          <p:spPr>
            <a:xfrm>
              <a:off x="284" y="4044646"/>
              <a:ext cx="9199763" cy="956899"/>
            </a:xfrm>
            <a:custGeom>
              <a:rect b="b" l="l" r="r" t="t"/>
              <a:pathLst>
                <a:path extrusionOk="0" h="26953" w="259130">
                  <a:moveTo>
                    <a:pt x="18" y="1"/>
                  </a:moveTo>
                  <a:lnTo>
                    <a:pt x="18" y="1"/>
                  </a:lnTo>
                  <a:cubicBezTo>
                    <a:pt x="1" y="3586"/>
                    <a:pt x="723" y="7180"/>
                    <a:pt x="2159" y="10479"/>
                  </a:cubicBezTo>
                  <a:cubicBezTo>
                    <a:pt x="3586" y="13785"/>
                    <a:pt x="5710" y="16779"/>
                    <a:pt x="8338" y="19242"/>
                  </a:cubicBezTo>
                  <a:cubicBezTo>
                    <a:pt x="10966" y="21705"/>
                    <a:pt x="14125" y="23611"/>
                    <a:pt x="17537" y="24803"/>
                  </a:cubicBezTo>
                  <a:cubicBezTo>
                    <a:pt x="19234" y="25395"/>
                    <a:pt x="21000" y="25812"/>
                    <a:pt x="22793" y="26047"/>
                  </a:cubicBezTo>
                  <a:cubicBezTo>
                    <a:pt x="23019" y="26082"/>
                    <a:pt x="23245" y="26108"/>
                    <a:pt x="23472" y="26134"/>
                  </a:cubicBezTo>
                  <a:lnTo>
                    <a:pt x="24142" y="26187"/>
                  </a:lnTo>
                  <a:cubicBezTo>
                    <a:pt x="24368" y="26204"/>
                    <a:pt x="24594" y="26230"/>
                    <a:pt x="24821" y="26239"/>
                  </a:cubicBezTo>
                  <a:lnTo>
                    <a:pt x="25499" y="26265"/>
                  </a:lnTo>
                  <a:cubicBezTo>
                    <a:pt x="25717" y="26265"/>
                    <a:pt x="25952" y="26282"/>
                    <a:pt x="26170" y="26282"/>
                  </a:cubicBezTo>
                  <a:lnTo>
                    <a:pt x="26848" y="26282"/>
                  </a:lnTo>
                  <a:lnTo>
                    <a:pt x="28189" y="26291"/>
                  </a:lnTo>
                  <a:lnTo>
                    <a:pt x="71249" y="26509"/>
                  </a:lnTo>
                  <a:lnTo>
                    <a:pt x="259130" y="26952"/>
                  </a:lnTo>
                  <a:lnTo>
                    <a:pt x="259130" y="25186"/>
                  </a:lnTo>
                  <a:lnTo>
                    <a:pt x="71249" y="25630"/>
                  </a:lnTo>
                  <a:lnTo>
                    <a:pt x="28189" y="25847"/>
                  </a:lnTo>
                  <a:lnTo>
                    <a:pt x="26848" y="25856"/>
                  </a:lnTo>
                  <a:lnTo>
                    <a:pt x="26170" y="25856"/>
                  </a:lnTo>
                  <a:cubicBezTo>
                    <a:pt x="25952" y="25856"/>
                    <a:pt x="25726" y="25847"/>
                    <a:pt x="25508" y="25847"/>
                  </a:cubicBezTo>
                  <a:lnTo>
                    <a:pt x="24838" y="25830"/>
                  </a:lnTo>
                  <a:cubicBezTo>
                    <a:pt x="24620" y="25830"/>
                    <a:pt x="24394" y="25804"/>
                    <a:pt x="24177" y="25786"/>
                  </a:cubicBezTo>
                  <a:lnTo>
                    <a:pt x="23507" y="25743"/>
                  </a:lnTo>
                  <a:cubicBezTo>
                    <a:pt x="23280" y="25725"/>
                    <a:pt x="23063" y="25691"/>
                    <a:pt x="22845" y="25664"/>
                  </a:cubicBezTo>
                  <a:cubicBezTo>
                    <a:pt x="21079" y="25456"/>
                    <a:pt x="19329" y="25055"/>
                    <a:pt x="17641" y="24490"/>
                  </a:cubicBezTo>
                  <a:cubicBezTo>
                    <a:pt x="14264" y="23341"/>
                    <a:pt x="11123" y="21496"/>
                    <a:pt x="8495" y="19077"/>
                  </a:cubicBezTo>
                  <a:cubicBezTo>
                    <a:pt x="5858" y="16666"/>
                    <a:pt x="3717" y="13707"/>
                    <a:pt x="2263" y="10435"/>
                  </a:cubicBezTo>
                  <a:cubicBezTo>
                    <a:pt x="801" y="7172"/>
                    <a:pt x="36" y="3586"/>
                    <a:pt x="18" y="1"/>
                  </a:cubicBez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4">
    <p:spTree>
      <p:nvGrpSpPr>
        <p:cNvPr id="188" name="Shape 188"/>
        <p:cNvGrpSpPr/>
        <p:nvPr/>
      </p:nvGrpSpPr>
      <p:grpSpPr>
        <a:xfrm>
          <a:off x="0" y="0"/>
          <a:ext cx="0" cy="0"/>
          <a:chOff x="0" y="0"/>
          <a:chExt cx="0" cy="0"/>
        </a:xfrm>
      </p:grpSpPr>
      <p:pic>
        <p:nvPicPr>
          <p:cNvPr id="189" name="Google Shape;189;p16"/>
          <p:cNvPicPr preferRelativeResize="0"/>
          <p:nvPr/>
        </p:nvPicPr>
        <p:blipFill rotWithShape="1">
          <a:blip r:embed="rId2">
            <a:alphaModFix/>
          </a:blip>
          <a:srcRect b="0" l="0" r="0" t="0"/>
          <a:stretch/>
        </p:blipFill>
        <p:spPr>
          <a:xfrm>
            <a:off x="0" y="0"/>
            <a:ext cx="9144003" cy="5143501"/>
          </a:xfrm>
          <a:prstGeom prst="rect">
            <a:avLst/>
          </a:prstGeom>
          <a:noFill/>
          <a:ln>
            <a:noFill/>
          </a:ln>
        </p:spPr>
      </p:pic>
      <p:pic>
        <p:nvPicPr>
          <p:cNvPr id="190" name="Google Shape;190;p16"/>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191" name="Google Shape;191;p16"/>
          <p:cNvSpPr txBox="1"/>
          <p:nvPr>
            <p:ph idx="1" type="body"/>
          </p:nvPr>
        </p:nvSpPr>
        <p:spPr>
          <a:xfrm>
            <a:off x="720000" y="1215750"/>
            <a:ext cx="7704000" cy="518700"/>
          </a:xfrm>
          <a:prstGeom prst="rect">
            <a:avLst/>
          </a:prstGeom>
        </p:spPr>
        <p:txBody>
          <a:bodyPr anchorCtr="0" anchor="t" bIns="91425" lIns="91425" spcFirstLastPara="1" rIns="91425" wrap="square" tIns="91425">
            <a:noAutofit/>
          </a:bodyPr>
          <a:lstStyle>
            <a:lvl1pPr indent="-304800" lvl="0" marL="457200" rtl="0" algn="ctr">
              <a:lnSpc>
                <a:spcPct val="100000"/>
              </a:lnSpc>
              <a:spcBef>
                <a:spcPts val="0"/>
              </a:spcBef>
              <a:spcAft>
                <a:spcPts val="0"/>
              </a:spcAft>
              <a:buClr>
                <a:schemeClr val="dk2"/>
              </a:buClr>
              <a:buSzPts val="1200"/>
              <a:buFont typeface="Nunito Light"/>
              <a:buChar char="●"/>
              <a:defRPr/>
            </a:lvl1pPr>
            <a:lvl2pPr indent="-304800" lvl="1" marL="914400" rtl="0">
              <a:lnSpc>
                <a:spcPct val="100000"/>
              </a:lnSpc>
              <a:spcBef>
                <a:spcPts val="0"/>
              </a:spcBef>
              <a:spcAft>
                <a:spcPts val="0"/>
              </a:spcAft>
              <a:buSzPts val="1200"/>
              <a:buFont typeface="Nunito Light"/>
              <a:buChar char="○"/>
              <a:defRPr/>
            </a:lvl2pPr>
            <a:lvl3pPr indent="-304800" lvl="2" marL="1371600" rtl="0">
              <a:lnSpc>
                <a:spcPct val="100000"/>
              </a:lnSpc>
              <a:spcBef>
                <a:spcPts val="0"/>
              </a:spcBef>
              <a:spcAft>
                <a:spcPts val="0"/>
              </a:spcAft>
              <a:buSzPts val="1200"/>
              <a:buFont typeface="Nunito Light"/>
              <a:buChar char="■"/>
              <a:defRPr/>
            </a:lvl3pPr>
            <a:lvl4pPr indent="-304800" lvl="3" marL="1828800" rtl="0">
              <a:lnSpc>
                <a:spcPct val="100000"/>
              </a:lnSpc>
              <a:spcBef>
                <a:spcPts val="0"/>
              </a:spcBef>
              <a:spcAft>
                <a:spcPts val="0"/>
              </a:spcAft>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sp>
        <p:nvSpPr>
          <p:cNvPr id="192" name="Google Shape;192;p16"/>
          <p:cNvSpPr txBox="1"/>
          <p:nvPr>
            <p:ph type="title"/>
          </p:nvPr>
        </p:nvSpPr>
        <p:spPr>
          <a:xfrm>
            <a:off x="713225" y="554992"/>
            <a:ext cx="7717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1pPr>
            <a:lvl2pPr lvl="1"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2pPr>
            <a:lvl3pPr lvl="2"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3pPr>
            <a:lvl4pPr lvl="3"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4pPr>
            <a:lvl5pPr lvl="4"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5pPr>
            <a:lvl6pPr lvl="5"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6pPr>
            <a:lvl7pPr lvl="6"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7pPr>
            <a:lvl8pPr lvl="7"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8pPr>
            <a:lvl9pPr lvl="8"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9pPr>
          </a:lstStyle>
          <a:p/>
        </p:txBody>
      </p:sp>
      <p:grpSp>
        <p:nvGrpSpPr>
          <p:cNvPr id="193" name="Google Shape;193;p16"/>
          <p:cNvGrpSpPr/>
          <p:nvPr/>
        </p:nvGrpSpPr>
        <p:grpSpPr>
          <a:xfrm flipH="1" rot="-5400000">
            <a:off x="-4613214" y="3870736"/>
            <a:ext cx="9199763" cy="1254737"/>
            <a:chOff x="284" y="3647611"/>
            <a:chExt cx="9199763" cy="1254737"/>
          </a:xfrm>
        </p:grpSpPr>
        <p:sp>
          <p:nvSpPr>
            <p:cNvPr id="194" name="Google Shape;194;p16"/>
            <p:cNvSpPr/>
            <p:nvPr/>
          </p:nvSpPr>
          <p:spPr>
            <a:xfrm>
              <a:off x="284" y="3647611"/>
              <a:ext cx="9199763" cy="956899"/>
            </a:xfrm>
            <a:custGeom>
              <a:rect b="b" l="l" r="r" t="t"/>
              <a:pathLst>
                <a:path extrusionOk="0" h="26953" w="259130">
                  <a:moveTo>
                    <a:pt x="18" y="1"/>
                  </a:moveTo>
                  <a:lnTo>
                    <a:pt x="18" y="1"/>
                  </a:lnTo>
                  <a:cubicBezTo>
                    <a:pt x="1" y="3586"/>
                    <a:pt x="723" y="7180"/>
                    <a:pt x="2159" y="10479"/>
                  </a:cubicBezTo>
                  <a:cubicBezTo>
                    <a:pt x="3586" y="13786"/>
                    <a:pt x="5710" y="16779"/>
                    <a:pt x="8338" y="19242"/>
                  </a:cubicBezTo>
                  <a:cubicBezTo>
                    <a:pt x="10966" y="21705"/>
                    <a:pt x="14125" y="23611"/>
                    <a:pt x="17537" y="24803"/>
                  </a:cubicBezTo>
                  <a:cubicBezTo>
                    <a:pt x="19234" y="25395"/>
                    <a:pt x="21000" y="25813"/>
                    <a:pt x="22793" y="26048"/>
                  </a:cubicBezTo>
                  <a:cubicBezTo>
                    <a:pt x="23019" y="26082"/>
                    <a:pt x="23245" y="26109"/>
                    <a:pt x="23472" y="26135"/>
                  </a:cubicBezTo>
                  <a:lnTo>
                    <a:pt x="24142" y="26187"/>
                  </a:lnTo>
                  <a:cubicBezTo>
                    <a:pt x="24368" y="26204"/>
                    <a:pt x="24594" y="26230"/>
                    <a:pt x="24821" y="26239"/>
                  </a:cubicBezTo>
                  <a:lnTo>
                    <a:pt x="25499" y="26265"/>
                  </a:lnTo>
                  <a:cubicBezTo>
                    <a:pt x="25717" y="26265"/>
                    <a:pt x="25952" y="26283"/>
                    <a:pt x="26170" y="26283"/>
                  </a:cubicBezTo>
                  <a:lnTo>
                    <a:pt x="26848" y="26283"/>
                  </a:lnTo>
                  <a:lnTo>
                    <a:pt x="28189" y="26291"/>
                  </a:lnTo>
                  <a:lnTo>
                    <a:pt x="71249" y="26509"/>
                  </a:lnTo>
                  <a:lnTo>
                    <a:pt x="259130" y="26953"/>
                  </a:lnTo>
                  <a:lnTo>
                    <a:pt x="259130" y="25186"/>
                  </a:lnTo>
                  <a:lnTo>
                    <a:pt x="71249" y="25630"/>
                  </a:lnTo>
                  <a:lnTo>
                    <a:pt x="28189" y="25847"/>
                  </a:lnTo>
                  <a:lnTo>
                    <a:pt x="26848" y="25856"/>
                  </a:lnTo>
                  <a:lnTo>
                    <a:pt x="26170" y="25856"/>
                  </a:lnTo>
                  <a:cubicBezTo>
                    <a:pt x="25952" y="25856"/>
                    <a:pt x="25726" y="25847"/>
                    <a:pt x="25508" y="25847"/>
                  </a:cubicBezTo>
                  <a:lnTo>
                    <a:pt x="24838" y="25830"/>
                  </a:lnTo>
                  <a:cubicBezTo>
                    <a:pt x="24620" y="25830"/>
                    <a:pt x="24394" y="25804"/>
                    <a:pt x="24177" y="25787"/>
                  </a:cubicBezTo>
                  <a:lnTo>
                    <a:pt x="23507" y="25743"/>
                  </a:lnTo>
                  <a:cubicBezTo>
                    <a:pt x="23280" y="25726"/>
                    <a:pt x="23063" y="25691"/>
                    <a:pt x="22845" y="25665"/>
                  </a:cubicBezTo>
                  <a:cubicBezTo>
                    <a:pt x="21079" y="25456"/>
                    <a:pt x="19329" y="25056"/>
                    <a:pt x="17641" y="24490"/>
                  </a:cubicBezTo>
                  <a:cubicBezTo>
                    <a:pt x="14264" y="23341"/>
                    <a:pt x="11123" y="21496"/>
                    <a:pt x="8495" y="19077"/>
                  </a:cubicBezTo>
                  <a:cubicBezTo>
                    <a:pt x="5858" y="16666"/>
                    <a:pt x="3717" y="13707"/>
                    <a:pt x="2263" y="10435"/>
                  </a:cubicBezTo>
                  <a:cubicBezTo>
                    <a:pt x="801" y="7172"/>
                    <a:pt x="36" y="3586"/>
                    <a:pt x="18" y="1"/>
                  </a:cubicBezTo>
                  <a:close/>
                </a:path>
              </a:pathLst>
            </a:custGeom>
            <a:gradFill>
              <a:gsLst>
                <a:gs pos="0">
                  <a:schemeClr val="accent3"/>
                </a:gs>
                <a:gs pos="26000">
                  <a:schemeClr val="accent4"/>
                </a:gs>
                <a:gs pos="58000">
                  <a:schemeClr val="dk2"/>
                </a:gs>
                <a:gs pos="100000">
                  <a:schemeClr val="lt2"/>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6"/>
            <p:cNvSpPr/>
            <p:nvPr/>
          </p:nvSpPr>
          <p:spPr>
            <a:xfrm>
              <a:off x="284" y="3746808"/>
              <a:ext cx="9199763" cy="956899"/>
            </a:xfrm>
            <a:custGeom>
              <a:rect b="b" l="l" r="r" t="t"/>
              <a:pathLst>
                <a:path extrusionOk="0" h="26953" w="259130">
                  <a:moveTo>
                    <a:pt x="18" y="0"/>
                  </a:moveTo>
                  <a:lnTo>
                    <a:pt x="18" y="0"/>
                  </a:lnTo>
                  <a:cubicBezTo>
                    <a:pt x="1" y="3586"/>
                    <a:pt x="723" y="7189"/>
                    <a:pt x="2159" y="10487"/>
                  </a:cubicBezTo>
                  <a:cubicBezTo>
                    <a:pt x="3586" y="13785"/>
                    <a:pt x="5710" y="16779"/>
                    <a:pt x="8338" y="19242"/>
                  </a:cubicBezTo>
                  <a:cubicBezTo>
                    <a:pt x="10966" y="21713"/>
                    <a:pt x="14125" y="23610"/>
                    <a:pt x="17537" y="24803"/>
                  </a:cubicBezTo>
                  <a:cubicBezTo>
                    <a:pt x="19234" y="25403"/>
                    <a:pt x="21000" y="25821"/>
                    <a:pt x="22793" y="26056"/>
                  </a:cubicBezTo>
                  <a:cubicBezTo>
                    <a:pt x="23019" y="26082"/>
                    <a:pt x="23245" y="26117"/>
                    <a:pt x="23472" y="26134"/>
                  </a:cubicBezTo>
                  <a:lnTo>
                    <a:pt x="24142" y="26195"/>
                  </a:lnTo>
                  <a:cubicBezTo>
                    <a:pt x="24368" y="26212"/>
                    <a:pt x="24594" y="26230"/>
                    <a:pt x="24821" y="26247"/>
                  </a:cubicBezTo>
                  <a:lnTo>
                    <a:pt x="25499" y="26265"/>
                  </a:lnTo>
                  <a:cubicBezTo>
                    <a:pt x="25717" y="26273"/>
                    <a:pt x="25952" y="26282"/>
                    <a:pt x="26170" y="26282"/>
                  </a:cubicBezTo>
                  <a:lnTo>
                    <a:pt x="26848" y="26291"/>
                  </a:lnTo>
                  <a:lnTo>
                    <a:pt x="28189" y="26291"/>
                  </a:lnTo>
                  <a:lnTo>
                    <a:pt x="71249" y="26517"/>
                  </a:lnTo>
                  <a:lnTo>
                    <a:pt x="259130" y="26952"/>
                  </a:lnTo>
                  <a:lnTo>
                    <a:pt x="259130" y="25186"/>
                  </a:lnTo>
                  <a:lnTo>
                    <a:pt x="71249" y="25629"/>
                  </a:lnTo>
                  <a:lnTo>
                    <a:pt x="28189" y="25847"/>
                  </a:lnTo>
                  <a:lnTo>
                    <a:pt x="26848" y="25856"/>
                  </a:lnTo>
                  <a:lnTo>
                    <a:pt x="26170" y="25856"/>
                  </a:lnTo>
                  <a:cubicBezTo>
                    <a:pt x="25952" y="25856"/>
                    <a:pt x="25726" y="25856"/>
                    <a:pt x="25508" y="25847"/>
                  </a:cubicBezTo>
                  <a:lnTo>
                    <a:pt x="24838" y="25838"/>
                  </a:lnTo>
                  <a:cubicBezTo>
                    <a:pt x="24620" y="25830"/>
                    <a:pt x="24394" y="25803"/>
                    <a:pt x="24177" y="25795"/>
                  </a:cubicBezTo>
                  <a:lnTo>
                    <a:pt x="23507" y="25743"/>
                  </a:lnTo>
                  <a:cubicBezTo>
                    <a:pt x="23280" y="25725"/>
                    <a:pt x="23063" y="25690"/>
                    <a:pt x="22845" y="25664"/>
                  </a:cubicBezTo>
                  <a:cubicBezTo>
                    <a:pt x="21079" y="25455"/>
                    <a:pt x="19329" y="25064"/>
                    <a:pt x="17641" y="24489"/>
                  </a:cubicBezTo>
                  <a:cubicBezTo>
                    <a:pt x="14264" y="23341"/>
                    <a:pt x="11123" y="21496"/>
                    <a:pt x="8495" y="19076"/>
                  </a:cubicBezTo>
                  <a:cubicBezTo>
                    <a:pt x="5858" y="16666"/>
                    <a:pt x="3717" y="13707"/>
                    <a:pt x="2263" y="10435"/>
                  </a:cubicBezTo>
                  <a:cubicBezTo>
                    <a:pt x="801" y="7171"/>
                    <a:pt x="36" y="3586"/>
                    <a:pt x="18" y="0"/>
                  </a:cubicBezTo>
                  <a:close/>
                </a:path>
              </a:pathLst>
            </a:custGeom>
            <a:gradFill>
              <a:gsLst>
                <a:gs pos="0">
                  <a:schemeClr val="accent3"/>
                </a:gs>
                <a:gs pos="26000">
                  <a:schemeClr val="accent4"/>
                </a:gs>
                <a:gs pos="58000">
                  <a:schemeClr val="dk2"/>
                </a:gs>
                <a:gs pos="100000">
                  <a:schemeClr val="lt2"/>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6"/>
            <p:cNvSpPr/>
            <p:nvPr/>
          </p:nvSpPr>
          <p:spPr>
            <a:xfrm>
              <a:off x="284" y="3845969"/>
              <a:ext cx="9199763" cy="957218"/>
            </a:xfrm>
            <a:custGeom>
              <a:rect b="b" l="l" r="r" t="t"/>
              <a:pathLst>
                <a:path extrusionOk="0" h="26962" w="259130">
                  <a:moveTo>
                    <a:pt x="18" y="1"/>
                  </a:moveTo>
                  <a:lnTo>
                    <a:pt x="18" y="1"/>
                  </a:lnTo>
                  <a:cubicBezTo>
                    <a:pt x="1" y="3595"/>
                    <a:pt x="723" y="7189"/>
                    <a:pt x="2159" y="10487"/>
                  </a:cubicBezTo>
                  <a:cubicBezTo>
                    <a:pt x="3586" y="13786"/>
                    <a:pt x="5710" y="16788"/>
                    <a:pt x="8338" y="19242"/>
                  </a:cubicBezTo>
                  <a:cubicBezTo>
                    <a:pt x="10966" y="21714"/>
                    <a:pt x="14125" y="23611"/>
                    <a:pt x="17537" y="24803"/>
                  </a:cubicBezTo>
                  <a:cubicBezTo>
                    <a:pt x="19234" y="25404"/>
                    <a:pt x="21000" y="25821"/>
                    <a:pt x="22793" y="26056"/>
                  </a:cubicBezTo>
                  <a:cubicBezTo>
                    <a:pt x="23019" y="26082"/>
                    <a:pt x="23245" y="26117"/>
                    <a:pt x="23472" y="26143"/>
                  </a:cubicBezTo>
                  <a:lnTo>
                    <a:pt x="24142" y="26196"/>
                  </a:lnTo>
                  <a:cubicBezTo>
                    <a:pt x="24368" y="26213"/>
                    <a:pt x="24594" y="26239"/>
                    <a:pt x="24821" y="26248"/>
                  </a:cubicBezTo>
                  <a:lnTo>
                    <a:pt x="25499" y="26265"/>
                  </a:lnTo>
                  <a:cubicBezTo>
                    <a:pt x="25717" y="26274"/>
                    <a:pt x="25952" y="26283"/>
                    <a:pt x="26170" y="26283"/>
                  </a:cubicBezTo>
                  <a:lnTo>
                    <a:pt x="26848" y="26291"/>
                  </a:lnTo>
                  <a:lnTo>
                    <a:pt x="28189" y="26300"/>
                  </a:lnTo>
                  <a:lnTo>
                    <a:pt x="71249" y="26518"/>
                  </a:lnTo>
                  <a:lnTo>
                    <a:pt x="259130" y="26961"/>
                  </a:lnTo>
                  <a:lnTo>
                    <a:pt x="259130" y="25186"/>
                  </a:lnTo>
                  <a:lnTo>
                    <a:pt x="71249" y="25630"/>
                  </a:lnTo>
                  <a:lnTo>
                    <a:pt x="28189" y="25856"/>
                  </a:lnTo>
                  <a:lnTo>
                    <a:pt x="26848" y="25856"/>
                  </a:lnTo>
                  <a:lnTo>
                    <a:pt x="26170" y="25865"/>
                  </a:lnTo>
                  <a:cubicBezTo>
                    <a:pt x="25952" y="25865"/>
                    <a:pt x="25726" y="25856"/>
                    <a:pt x="25508" y="25847"/>
                  </a:cubicBezTo>
                  <a:lnTo>
                    <a:pt x="24838" y="25839"/>
                  </a:lnTo>
                  <a:cubicBezTo>
                    <a:pt x="24620" y="25830"/>
                    <a:pt x="24394" y="25813"/>
                    <a:pt x="24177" y="25795"/>
                  </a:cubicBezTo>
                  <a:lnTo>
                    <a:pt x="23507" y="25752"/>
                  </a:lnTo>
                  <a:cubicBezTo>
                    <a:pt x="23280" y="25726"/>
                    <a:pt x="23063" y="25700"/>
                    <a:pt x="22845" y="25673"/>
                  </a:cubicBezTo>
                  <a:cubicBezTo>
                    <a:pt x="21079" y="25456"/>
                    <a:pt x="19329" y="25064"/>
                    <a:pt x="17641" y="24490"/>
                  </a:cubicBezTo>
                  <a:cubicBezTo>
                    <a:pt x="14264" y="23350"/>
                    <a:pt x="11123" y="21505"/>
                    <a:pt x="8495" y="19086"/>
                  </a:cubicBezTo>
                  <a:cubicBezTo>
                    <a:pt x="5858" y="16675"/>
                    <a:pt x="3717" y="13716"/>
                    <a:pt x="2263" y="10444"/>
                  </a:cubicBezTo>
                  <a:cubicBezTo>
                    <a:pt x="801" y="7172"/>
                    <a:pt x="36" y="3595"/>
                    <a:pt x="18" y="1"/>
                  </a:cubicBezTo>
                  <a:close/>
                </a:path>
              </a:pathLst>
            </a:custGeom>
            <a:gradFill>
              <a:gsLst>
                <a:gs pos="0">
                  <a:schemeClr val="accent3"/>
                </a:gs>
                <a:gs pos="26000">
                  <a:schemeClr val="accent4"/>
                </a:gs>
                <a:gs pos="58000">
                  <a:schemeClr val="dk2"/>
                </a:gs>
                <a:gs pos="100000">
                  <a:schemeClr val="lt2"/>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6"/>
            <p:cNvSpPr/>
            <p:nvPr/>
          </p:nvSpPr>
          <p:spPr>
            <a:xfrm>
              <a:off x="284" y="3945485"/>
              <a:ext cx="9199763" cy="956863"/>
            </a:xfrm>
            <a:custGeom>
              <a:rect b="b" l="l" r="r" t="t"/>
              <a:pathLst>
                <a:path extrusionOk="0" h="26952" w="259130">
                  <a:moveTo>
                    <a:pt x="18" y="0"/>
                  </a:moveTo>
                  <a:lnTo>
                    <a:pt x="18" y="0"/>
                  </a:lnTo>
                  <a:cubicBezTo>
                    <a:pt x="1" y="3586"/>
                    <a:pt x="723" y="7180"/>
                    <a:pt x="2159" y="10478"/>
                  </a:cubicBezTo>
                  <a:cubicBezTo>
                    <a:pt x="3586" y="13776"/>
                    <a:pt x="5710" y="16779"/>
                    <a:pt x="8338" y="19241"/>
                  </a:cubicBezTo>
                  <a:cubicBezTo>
                    <a:pt x="10966" y="21704"/>
                    <a:pt x="14125" y="23601"/>
                    <a:pt x="17537" y="24802"/>
                  </a:cubicBezTo>
                  <a:cubicBezTo>
                    <a:pt x="19234" y="25394"/>
                    <a:pt x="21000" y="25812"/>
                    <a:pt x="22793" y="26047"/>
                  </a:cubicBezTo>
                  <a:cubicBezTo>
                    <a:pt x="23019" y="26073"/>
                    <a:pt x="23245" y="26108"/>
                    <a:pt x="23472" y="26134"/>
                  </a:cubicBezTo>
                  <a:lnTo>
                    <a:pt x="24142" y="26186"/>
                  </a:lnTo>
                  <a:cubicBezTo>
                    <a:pt x="24368" y="26204"/>
                    <a:pt x="24594" y="26230"/>
                    <a:pt x="24821" y="26238"/>
                  </a:cubicBezTo>
                  <a:lnTo>
                    <a:pt x="25499" y="26264"/>
                  </a:lnTo>
                  <a:cubicBezTo>
                    <a:pt x="25717" y="26264"/>
                    <a:pt x="25952" y="26273"/>
                    <a:pt x="26170" y="26282"/>
                  </a:cubicBezTo>
                  <a:lnTo>
                    <a:pt x="26848" y="26282"/>
                  </a:lnTo>
                  <a:lnTo>
                    <a:pt x="28189" y="26291"/>
                  </a:lnTo>
                  <a:lnTo>
                    <a:pt x="71249" y="26508"/>
                  </a:lnTo>
                  <a:lnTo>
                    <a:pt x="259130" y="26952"/>
                  </a:lnTo>
                  <a:lnTo>
                    <a:pt x="259130" y="25185"/>
                  </a:lnTo>
                  <a:lnTo>
                    <a:pt x="71249" y="25620"/>
                  </a:lnTo>
                  <a:lnTo>
                    <a:pt x="28189" y="25847"/>
                  </a:lnTo>
                  <a:lnTo>
                    <a:pt x="26848" y="25855"/>
                  </a:lnTo>
                  <a:lnTo>
                    <a:pt x="26170" y="25855"/>
                  </a:lnTo>
                  <a:cubicBezTo>
                    <a:pt x="25952" y="25855"/>
                    <a:pt x="25726" y="25847"/>
                    <a:pt x="25508" y="25847"/>
                  </a:cubicBezTo>
                  <a:lnTo>
                    <a:pt x="24838" y="25829"/>
                  </a:lnTo>
                  <a:cubicBezTo>
                    <a:pt x="24620" y="25821"/>
                    <a:pt x="24394" y="25803"/>
                    <a:pt x="24177" y="25786"/>
                  </a:cubicBezTo>
                  <a:lnTo>
                    <a:pt x="23507" y="25742"/>
                  </a:lnTo>
                  <a:cubicBezTo>
                    <a:pt x="23280" y="25716"/>
                    <a:pt x="23063" y="25690"/>
                    <a:pt x="22845" y="25664"/>
                  </a:cubicBezTo>
                  <a:cubicBezTo>
                    <a:pt x="21079" y="25455"/>
                    <a:pt x="19329" y="25055"/>
                    <a:pt x="17641" y="24480"/>
                  </a:cubicBezTo>
                  <a:cubicBezTo>
                    <a:pt x="14264" y="23340"/>
                    <a:pt x="11123" y="21495"/>
                    <a:pt x="8495" y="19076"/>
                  </a:cubicBezTo>
                  <a:cubicBezTo>
                    <a:pt x="5858" y="16666"/>
                    <a:pt x="3717" y="13707"/>
                    <a:pt x="2263" y="10434"/>
                  </a:cubicBezTo>
                  <a:cubicBezTo>
                    <a:pt x="801" y="7162"/>
                    <a:pt x="36" y="3586"/>
                    <a:pt x="18" y="0"/>
                  </a:cubicBezTo>
                  <a:close/>
                </a:path>
              </a:pathLst>
            </a:custGeom>
            <a:gradFill>
              <a:gsLst>
                <a:gs pos="0">
                  <a:schemeClr val="accent3"/>
                </a:gs>
                <a:gs pos="26000">
                  <a:schemeClr val="accent4"/>
                </a:gs>
                <a:gs pos="58000">
                  <a:schemeClr val="dk2"/>
                </a:gs>
                <a:gs pos="100000">
                  <a:schemeClr val="lt2"/>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12">
    <p:spTree>
      <p:nvGrpSpPr>
        <p:cNvPr id="198" name="Shape 198"/>
        <p:cNvGrpSpPr/>
        <p:nvPr/>
      </p:nvGrpSpPr>
      <p:grpSpPr>
        <a:xfrm>
          <a:off x="0" y="0"/>
          <a:ext cx="0" cy="0"/>
          <a:chOff x="0" y="0"/>
          <a:chExt cx="0" cy="0"/>
        </a:xfrm>
      </p:grpSpPr>
      <p:pic>
        <p:nvPicPr>
          <p:cNvPr id="199" name="Google Shape;199;p17"/>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200" name="Google Shape;200;p17"/>
          <p:cNvSpPr txBox="1"/>
          <p:nvPr>
            <p:ph idx="1" type="body"/>
          </p:nvPr>
        </p:nvSpPr>
        <p:spPr>
          <a:xfrm>
            <a:off x="713325" y="1674750"/>
            <a:ext cx="3858600" cy="17940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Clr>
                <a:schemeClr val="lt2"/>
              </a:buClr>
              <a:buSzPts val="1200"/>
              <a:buFont typeface="Nunito Light"/>
              <a:buChar char="●"/>
              <a:defRPr/>
            </a:lvl1pPr>
            <a:lvl2pPr indent="-304800" lvl="1" marL="914400" rtl="0">
              <a:lnSpc>
                <a:spcPct val="100000"/>
              </a:lnSpc>
              <a:spcBef>
                <a:spcPts val="0"/>
              </a:spcBef>
              <a:spcAft>
                <a:spcPts val="0"/>
              </a:spcAft>
              <a:buSzPts val="1200"/>
              <a:buFont typeface="Nunito Light"/>
              <a:buChar char="○"/>
              <a:defRPr/>
            </a:lvl2pPr>
            <a:lvl3pPr indent="-304800" lvl="2" marL="1371600" rtl="0">
              <a:lnSpc>
                <a:spcPct val="100000"/>
              </a:lnSpc>
              <a:spcBef>
                <a:spcPts val="0"/>
              </a:spcBef>
              <a:spcAft>
                <a:spcPts val="0"/>
              </a:spcAft>
              <a:buSzPts val="1200"/>
              <a:buFont typeface="Nunito Light"/>
              <a:buChar char="■"/>
              <a:defRPr/>
            </a:lvl3pPr>
            <a:lvl4pPr indent="-304800" lvl="3" marL="1828800" rtl="0">
              <a:lnSpc>
                <a:spcPct val="100000"/>
              </a:lnSpc>
              <a:spcBef>
                <a:spcPts val="0"/>
              </a:spcBef>
              <a:spcAft>
                <a:spcPts val="0"/>
              </a:spcAft>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sp>
        <p:nvSpPr>
          <p:cNvPr id="201" name="Google Shape;201;p17"/>
          <p:cNvSpPr txBox="1"/>
          <p:nvPr>
            <p:ph type="title"/>
          </p:nvPr>
        </p:nvSpPr>
        <p:spPr>
          <a:xfrm>
            <a:off x="713225" y="554992"/>
            <a:ext cx="7717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1pPr>
            <a:lvl2pPr lvl="1"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2pPr>
            <a:lvl3pPr lvl="2"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3pPr>
            <a:lvl4pPr lvl="3"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4pPr>
            <a:lvl5pPr lvl="4"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5pPr>
            <a:lvl6pPr lvl="5"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6pPr>
            <a:lvl7pPr lvl="6"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7pPr>
            <a:lvl8pPr lvl="7"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8pPr>
            <a:lvl9pPr lvl="8"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9pPr>
          </a:lstStyle>
          <a:p/>
        </p:txBody>
      </p:sp>
      <p:sp>
        <p:nvSpPr>
          <p:cNvPr id="202" name="Google Shape;202;p17"/>
          <p:cNvSpPr txBox="1"/>
          <p:nvPr>
            <p:ph idx="2" type="body"/>
          </p:nvPr>
        </p:nvSpPr>
        <p:spPr>
          <a:xfrm>
            <a:off x="4572075" y="1674750"/>
            <a:ext cx="3858600" cy="17940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Clr>
                <a:schemeClr val="lt2"/>
              </a:buClr>
              <a:buSzPts val="1200"/>
              <a:buFont typeface="Nunito Light"/>
              <a:buChar char="●"/>
              <a:defRPr/>
            </a:lvl1pPr>
            <a:lvl2pPr indent="-304800" lvl="1" marL="914400" rtl="0">
              <a:lnSpc>
                <a:spcPct val="100000"/>
              </a:lnSpc>
              <a:spcBef>
                <a:spcPts val="0"/>
              </a:spcBef>
              <a:spcAft>
                <a:spcPts val="0"/>
              </a:spcAft>
              <a:buSzPts val="1200"/>
              <a:buFont typeface="Nunito Light"/>
              <a:buChar char="○"/>
              <a:defRPr/>
            </a:lvl2pPr>
            <a:lvl3pPr indent="-304800" lvl="2" marL="1371600" rtl="0">
              <a:lnSpc>
                <a:spcPct val="100000"/>
              </a:lnSpc>
              <a:spcBef>
                <a:spcPts val="0"/>
              </a:spcBef>
              <a:spcAft>
                <a:spcPts val="0"/>
              </a:spcAft>
              <a:buSzPts val="1200"/>
              <a:buFont typeface="Nunito Light"/>
              <a:buChar char="■"/>
              <a:defRPr/>
            </a:lvl3pPr>
            <a:lvl4pPr indent="-304800" lvl="3" marL="1828800" rtl="0">
              <a:lnSpc>
                <a:spcPct val="100000"/>
              </a:lnSpc>
              <a:spcBef>
                <a:spcPts val="0"/>
              </a:spcBef>
              <a:spcAft>
                <a:spcPts val="0"/>
              </a:spcAft>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grpSp>
        <p:nvGrpSpPr>
          <p:cNvPr id="203" name="Google Shape;203;p17"/>
          <p:cNvGrpSpPr/>
          <p:nvPr/>
        </p:nvGrpSpPr>
        <p:grpSpPr>
          <a:xfrm rot="-5400000">
            <a:off x="3994369" y="-171918"/>
            <a:ext cx="1155257" cy="9200047"/>
            <a:chOff x="135589" y="-3978301"/>
            <a:chExt cx="1155257" cy="9200047"/>
          </a:xfrm>
        </p:grpSpPr>
        <p:sp>
          <p:nvSpPr>
            <p:cNvPr id="204" name="Google Shape;204;p17"/>
            <p:cNvSpPr/>
            <p:nvPr/>
          </p:nvSpPr>
          <p:spPr>
            <a:xfrm flipH="1" rot="5400000">
              <a:off x="-3787627" y="143273"/>
              <a:ext cx="9200047" cy="956899"/>
            </a:xfrm>
            <a:custGeom>
              <a:rect b="b" l="l" r="r" t="t"/>
              <a:pathLst>
                <a:path extrusionOk="0" h="26953" w="259138">
                  <a:moveTo>
                    <a:pt x="26" y="0"/>
                  </a:moveTo>
                  <a:lnTo>
                    <a:pt x="26" y="0"/>
                  </a:lnTo>
                  <a:cubicBezTo>
                    <a:pt x="0" y="3586"/>
                    <a:pt x="731" y="7180"/>
                    <a:pt x="2167" y="10478"/>
                  </a:cubicBezTo>
                  <a:cubicBezTo>
                    <a:pt x="3594" y="13776"/>
                    <a:pt x="5718" y="16779"/>
                    <a:pt x="8346" y="19242"/>
                  </a:cubicBezTo>
                  <a:cubicBezTo>
                    <a:pt x="10974" y="21704"/>
                    <a:pt x="14133" y="23602"/>
                    <a:pt x="17545" y="24794"/>
                  </a:cubicBezTo>
                  <a:cubicBezTo>
                    <a:pt x="19242" y="25394"/>
                    <a:pt x="21008" y="25812"/>
                    <a:pt x="22801" y="26047"/>
                  </a:cubicBezTo>
                  <a:cubicBezTo>
                    <a:pt x="23027" y="26073"/>
                    <a:pt x="23253" y="26108"/>
                    <a:pt x="23471" y="26134"/>
                  </a:cubicBezTo>
                  <a:lnTo>
                    <a:pt x="24150" y="26186"/>
                  </a:lnTo>
                  <a:cubicBezTo>
                    <a:pt x="24376" y="26204"/>
                    <a:pt x="24602" y="26230"/>
                    <a:pt x="24829" y="26239"/>
                  </a:cubicBezTo>
                  <a:lnTo>
                    <a:pt x="25507" y="26256"/>
                  </a:lnTo>
                  <a:cubicBezTo>
                    <a:pt x="25725" y="26265"/>
                    <a:pt x="25960" y="26273"/>
                    <a:pt x="26178" y="26282"/>
                  </a:cubicBezTo>
                  <a:lnTo>
                    <a:pt x="26856" y="26282"/>
                  </a:lnTo>
                  <a:lnTo>
                    <a:pt x="28197" y="26291"/>
                  </a:lnTo>
                  <a:lnTo>
                    <a:pt x="71257" y="26508"/>
                  </a:lnTo>
                  <a:lnTo>
                    <a:pt x="259138" y="26952"/>
                  </a:lnTo>
                  <a:lnTo>
                    <a:pt x="259138" y="25186"/>
                  </a:lnTo>
                  <a:lnTo>
                    <a:pt x="71257" y="25621"/>
                  </a:lnTo>
                  <a:lnTo>
                    <a:pt x="28197" y="25847"/>
                  </a:lnTo>
                  <a:lnTo>
                    <a:pt x="26856" y="25847"/>
                  </a:lnTo>
                  <a:lnTo>
                    <a:pt x="26178" y="25856"/>
                  </a:lnTo>
                  <a:cubicBezTo>
                    <a:pt x="25960" y="25856"/>
                    <a:pt x="25734" y="25847"/>
                    <a:pt x="25516" y="25847"/>
                  </a:cubicBezTo>
                  <a:lnTo>
                    <a:pt x="24846" y="25830"/>
                  </a:lnTo>
                  <a:cubicBezTo>
                    <a:pt x="24620" y="25821"/>
                    <a:pt x="24402" y="25803"/>
                    <a:pt x="24176" y="25786"/>
                  </a:cubicBezTo>
                  <a:lnTo>
                    <a:pt x="23515" y="25742"/>
                  </a:lnTo>
                  <a:cubicBezTo>
                    <a:pt x="23288" y="25716"/>
                    <a:pt x="23071" y="25690"/>
                    <a:pt x="22853" y="25664"/>
                  </a:cubicBezTo>
                  <a:cubicBezTo>
                    <a:pt x="21087" y="25447"/>
                    <a:pt x="19337" y="25055"/>
                    <a:pt x="17649" y="24481"/>
                  </a:cubicBezTo>
                  <a:cubicBezTo>
                    <a:pt x="14272" y="23341"/>
                    <a:pt x="11131" y="21496"/>
                    <a:pt x="8503" y="19076"/>
                  </a:cubicBezTo>
                  <a:cubicBezTo>
                    <a:pt x="5866" y="16666"/>
                    <a:pt x="3725" y="13707"/>
                    <a:pt x="2271" y="10435"/>
                  </a:cubicBezTo>
                  <a:cubicBezTo>
                    <a:pt x="809" y="7163"/>
                    <a:pt x="44" y="3586"/>
                    <a:pt x="26" y="0"/>
                  </a:cubicBezTo>
                  <a:close/>
                </a:path>
              </a:pathLst>
            </a:custGeom>
            <a:gradFill>
              <a:gsLst>
                <a:gs pos="0">
                  <a:schemeClr val="accent3"/>
                </a:gs>
                <a:gs pos="26000">
                  <a:schemeClr val="accent4"/>
                </a:gs>
                <a:gs pos="58000">
                  <a:schemeClr val="dk2"/>
                </a:gs>
                <a:gs pos="100000">
                  <a:schemeClr val="lt2"/>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7"/>
            <p:cNvSpPr/>
            <p:nvPr/>
          </p:nvSpPr>
          <p:spPr>
            <a:xfrm flipH="1" rot="5400000">
              <a:off x="-3886646" y="143131"/>
              <a:ext cx="9199763" cy="956899"/>
            </a:xfrm>
            <a:custGeom>
              <a:rect b="b" l="l" r="r" t="t"/>
              <a:pathLst>
                <a:path extrusionOk="0" h="26953" w="259130">
                  <a:moveTo>
                    <a:pt x="18" y="1"/>
                  </a:moveTo>
                  <a:lnTo>
                    <a:pt x="18" y="1"/>
                  </a:lnTo>
                  <a:cubicBezTo>
                    <a:pt x="1" y="3586"/>
                    <a:pt x="723" y="7180"/>
                    <a:pt x="2159" y="10479"/>
                  </a:cubicBezTo>
                  <a:cubicBezTo>
                    <a:pt x="3586" y="13786"/>
                    <a:pt x="5710" y="16779"/>
                    <a:pt x="8338" y="19242"/>
                  </a:cubicBezTo>
                  <a:cubicBezTo>
                    <a:pt x="10966" y="21705"/>
                    <a:pt x="14125" y="23611"/>
                    <a:pt x="17537" y="24803"/>
                  </a:cubicBezTo>
                  <a:cubicBezTo>
                    <a:pt x="19234" y="25395"/>
                    <a:pt x="21000" y="25813"/>
                    <a:pt x="22793" y="26048"/>
                  </a:cubicBezTo>
                  <a:cubicBezTo>
                    <a:pt x="23019" y="26082"/>
                    <a:pt x="23245" y="26109"/>
                    <a:pt x="23472" y="26135"/>
                  </a:cubicBezTo>
                  <a:lnTo>
                    <a:pt x="24142" y="26187"/>
                  </a:lnTo>
                  <a:cubicBezTo>
                    <a:pt x="24368" y="26204"/>
                    <a:pt x="24594" y="26230"/>
                    <a:pt x="24821" y="26239"/>
                  </a:cubicBezTo>
                  <a:lnTo>
                    <a:pt x="25499" y="26265"/>
                  </a:lnTo>
                  <a:cubicBezTo>
                    <a:pt x="25717" y="26265"/>
                    <a:pt x="25952" y="26283"/>
                    <a:pt x="26170" y="26283"/>
                  </a:cubicBezTo>
                  <a:lnTo>
                    <a:pt x="26848" y="26283"/>
                  </a:lnTo>
                  <a:lnTo>
                    <a:pt x="28189" y="26291"/>
                  </a:lnTo>
                  <a:lnTo>
                    <a:pt x="71249" y="26509"/>
                  </a:lnTo>
                  <a:lnTo>
                    <a:pt x="259130" y="26953"/>
                  </a:lnTo>
                  <a:lnTo>
                    <a:pt x="259130" y="25186"/>
                  </a:lnTo>
                  <a:lnTo>
                    <a:pt x="71249" y="25630"/>
                  </a:lnTo>
                  <a:lnTo>
                    <a:pt x="28189" y="25847"/>
                  </a:lnTo>
                  <a:lnTo>
                    <a:pt x="26848" y="25856"/>
                  </a:lnTo>
                  <a:lnTo>
                    <a:pt x="26170" y="25856"/>
                  </a:lnTo>
                  <a:cubicBezTo>
                    <a:pt x="25952" y="25856"/>
                    <a:pt x="25726" y="25847"/>
                    <a:pt x="25508" y="25847"/>
                  </a:cubicBezTo>
                  <a:lnTo>
                    <a:pt x="24838" y="25830"/>
                  </a:lnTo>
                  <a:cubicBezTo>
                    <a:pt x="24620" y="25830"/>
                    <a:pt x="24394" y="25804"/>
                    <a:pt x="24177" y="25787"/>
                  </a:cubicBezTo>
                  <a:lnTo>
                    <a:pt x="23507" y="25743"/>
                  </a:lnTo>
                  <a:cubicBezTo>
                    <a:pt x="23280" y="25726"/>
                    <a:pt x="23063" y="25691"/>
                    <a:pt x="22845" y="25665"/>
                  </a:cubicBezTo>
                  <a:cubicBezTo>
                    <a:pt x="21079" y="25456"/>
                    <a:pt x="19329" y="25056"/>
                    <a:pt x="17641" y="24490"/>
                  </a:cubicBezTo>
                  <a:cubicBezTo>
                    <a:pt x="14264" y="23341"/>
                    <a:pt x="11123" y="21496"/>
                    <a:pt x="8495" y="19077"/>
                  </a:cubicBezTo>
                  <a:cubicBezTo>
                    <a:pt x="5858" y="16666"/>
                    <a:pt x="3717" y="13707"/>
                    <a:pt x="2263" y="10435"/>
                  </a:cubicBezTo>
                  <a:cubicBezTo>
                    <a:pt x="801" y="7172"/>
                    <a:pt x="36" y="3586"/>
                    <a:pt x="18" y="1"/>
                  </a:cubicBezTo>
                  <a:close/>
                </a:path>
              </a:pathLst>
            </a:custGeom>
            <a:gradFill>
              <a:gsLst>
                <a:gs pos="0">
                  <a:schemeClr val="accent3"/>
                </a:gs>
                <a:gs pos="26000">
                  <a:schemeClr val="accent4"/>
                </a:gs>
                <a:gs pos="58000">
                  <a:schemeClr val="dk2"/>
                </a:gs>
                <a:gs pos="100000">
                  <a:schemeClr val="lt2"/>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7"/>
            <p:cNvSpPr/>
            <p:nvPr/>
          </p:nvSpPr>
          <p:spPr>
            <a:xfrm flipH="1" rot="5400000">
              <a:off x="-3985843" y="143131"/>
              <a:ext cx="9199763" cy="956899"/>
            </a:xfrm>
            <a:custGeom>
              <a:rect b="b" l="l" r="r" t="t"/>
              <a:pathLst>
                <a:path extrusionOk="0" h="26953" w="259130">
                  <a:moveTo>
                    <a:pt x="18" y="0"/>
                  </a:moveTo>
                  <a:lnTo>
                    <a:pt x="18" y="0"/>
                  </a:lnTo>
                  <a:cubicBezTo>
                    <a:pt x="1" y="3586"/>
                    <a:pt x="723" y="7189"/>
                    <a:pt x="2159" y="10487"/>
                  </a:cubicBezTo>
                  <a:cubicBezTo>
                    <a:pt x="3586" y="13785"/>
                    <a:pt x="5710" y="16779"/>
                    <a:pt x="8338" y="19242"/>
                  </a:cubicBezTo>
                  <a:cubicBezTo>
                    <a:pt x="10966" y="21713"/>
                    <a:pt x="14125" y="23610"/>
                    <a:pt x="17537" y="24803"/>
                  </a:cubicBezTo>
                  <a:cubicBezTo>
                    <a:pt x="19234" y="25403"/>
                    <a:pt x="21000" y="25821"/>
                    <a:pt x="22793" y="26056"/>
                  </a:cubicBezTo>
                  <a:cubicBezTo>
                    <a:pt x="23019" y="26082"/>
                    <a:pt x="23245" y="26117"/>
                    <a:pt x="23472" y="26134"/>
                  </a:cubicBezTo>
                  <a:lnTo>
                    <a:pt x="24142" y="26195"/>
                  </a:lnTo>
                  <a:cubicBezTo>
                    <a:pt x="24368" y="26212"/>
                    <a:pt x="24594" y="26230"/>
                    <a:pt x="24821" y="26247"/>
                  </a:cubicBezTo>
                  <a:lnTo>
                    <a:pt x="25499" y="26265"/>
                  </a:lnTo>
                  <a:cubicBezTo>
                    <a:pt x="25717" y="26273"/>
                    <a:pt x="25952" y="26282"/>
                    <a:pt x="26170" y="26282"/>
                  </a:cubicBezTo>
                  <a:lnTo>
                    <a:pt x="26848" y="26291"/>
                  </a:lnTo>
                  <a:lnTo>
                    <a:pt x="28189" y="26291"/>
                  </a:lnTo>
                  <a:lnTo>
                    <a:pt x="71249" y="26517"/>
                  </a:lnTo>
                  <a:lnTo>
                    <a:pt x="259130" y="26952"/>
                  </a:lnTo>
                  <a:lnTo>
                    <a:pt x="259130" y="25186"/>
                  </a:lnTo>
                  <a:lnTo>
                    <a:pt x="71249" y="25629"/>
                  </a:lnTo>
                  <a:lnTo>
                    <a:pt x="28189" y="25847"/>
                  </a:lnTo>
                  <a:lnTo>
                    <a:pt x="26848" y="25856"/>
                  </a:lnTo>
                  <a:lnTo>
                    <a:pt x="26170" y="25856"/>
                  </a:lnTo>
                  <a:cubicBezTo>
                    <a:pt x="25952" y="25856"/>
                    <a:pt x="25726" y="25856"/>
                    <a:pt x="25508" y="25847"/>
                  </a:cubicBezTo>
                  <a:lnTo>
                    <a:pt x="24838" y="25838"/>
                  </a:lnTo>
                  <a:cubicBezTo>
                    <a:pt x="24620" y="25830"/>
                    <a:pt x="24394" y="25803"/>
                    <a:pt x="24177" y="25795"/>
                  </a:cubicBezTo>
                  <a:lnTo>
                    <a:pt x="23507" y="25743"/>
                  </a:lnTo>
                  <a:cubicBezTo>
                    <a:pt x="23280" y="25725"/>
                    <a:pt x="23063" y="25690"/>
                    <a:pt x="22845" y="25664"/>
                  </a:cubicBezTo>
                  <a:cubicBezTo>
                    <a:pt x="21079" y="25455"/>
                    <a:pt x="19329" y="25064"/>
                    <a:pt x="17641" y="24489"/>
                  </a:cubicBezTo>
                  <a:cubicBezTo>
                    <a:pt x="14264" y="23341"/>
                    <a:pt x="11123" y="21496"/>
                    <a:pt x="8495" y="19076"/>
                  </a:cubicBezTo>
                  <a:cubicBezTo>
                    <a:pt x="5858" y="16666"/>
                    <a:pt x="3717" y="13707"/>
                    <a:pt x="2263" y="10435"/>
                  </a:cubicBezTo>
                  <a:cubicBezTo>
                    <a:pt x="801" y="7171"/>
                    <a:pt x="36" y="3586"/>
                    <a:pt x="18" y="0"/>
                  </a:cubicBezTo>
                  <a:close/>
                </a:path>
              </a:pathLst>
            </a:custGeom>
            <a:gradFill>
              <a:gsLst>
                <a:gs pos="0">
                  <a:schemeClr val="accent3"/>
                </a:gs>
                <a:gs pos="26000">
                  <a:schemeClr val="accent4"/>
                </a:gs>
                <a:gs pos="58000">
                  <a:schemeClr val="dk2"/>
                </a:gs>
                <a:gs pos="100000">
                  <a:schemeClr val="lt2"/>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7" name="Google Shape;207;p17"/>
          <p:cNvGrpSpPr/>
          <p:nvPr/>
        </p:nvGrpSpPr>
        <p:grpSpPr>
          <a:xfrm flipH="1" rot="-5400000">
            <a:off x="3994369" y="-3871394"/>
            <a:ext cx="1155257" cy="9200047"/>
            <a:chOff x="135589" y="-3978301"/>
            <a:chExt cx="1155257" cy="9200047"/>
          </a:xfrm>
        </p:grpSpPr>
        <p:sp>
          <p:nvSpPr>
            <p:cNvPr id="208" name="Google Shape;208;p17"/>
            <p:cNvSpPr/>
            <p:nvPr/>
          </p:nvSpPr>
          <p:spPr>
            <a:xfrm flipH="1" rot="5400000">
              <a:off x="-3787627" y="143273"/>
              <a:ext cx="9200047" cy="956899"/>
            </a:xfrm>
            <a:custGeom>
              <a:rect b="b" l="l" r="r" t="t"/>
              <a:pathLst>
                <a:path extrusionOk="0" h="26953" w="259138">
                  <a:moveTo>
                    <a:pt x="26" y="0"/>
                  </a:moveTo>
                  <a:lnTo>
                    <a:pt x="26" y="0"/>
                  </a:lnTo>
                  <a:cubicBezTo>
                    <a:pt x="0" y="3586"/>
                    <a:pt x="731" y="7180"/>
                    <a:pt x="2167" y="10478"/>
                  </a:cubicBezTo>
                  <a:cubicBezTo>
                    <a:pt x="3594" y="13776"/>
                    <a:pt x="5718" y="16779"/>
                    <a:pt x="8346" y="19242"/>
                  </a:cubicBezTo>
                  <a:cubicBezTo>
                    <a:pt x="10974" y="21704"/>
                    <a:pt x="14133" y="23602"/>
                    <a:pt x="17545" y="24794"/>
                  </a:cubicBezTo>
                  <a:cubicBezTo>
                    <a:pt x="19242" y="25394"/>
                    <a:pt x="21008" y="25812"/>
                    <a:pt x="22801" y="26047"/>
                  </a:cubicBezTo>
                  <a:cubicBezTo>
                    <a:pt x="23027" y="26073"/>
                    <a:pt x="23253" y="26108"/>
                    <a:pt x="23471" y="26134"/>
                  </a:cubicBezTo>
                  <a:lnTo>
                    <a:pt x="24150" y="26186"/>
                  </a:lnTo>
                  <a:cubicBezTo>
                    <a:pt x="24376" y="26204"/>
                    <a:pt x="24602" y="26230"/>
                    <a:pt x="24829" y="26239"/>
                  </a:cubicBezTo>
                  <a:lnTo>
                    <a:pt x="25507" y="26256"/>
                  </a:lnTo>
                  <a:cubicBezTo>
                    <a:pt x="25725" y="26265"/>
                    <a:pt x="25960" y="26273"/>
                    <a:pt x="26178" y="26282"/>
                  </a:cubicBezTo>
                  <a:lnTo>
                    <a:pt x="26856" y="26282"/>
                  </a:lnTo>
                  <a:lnTo>
                    <a:pt x="28197" y="26291"/>
                  </a:lnTo>
                  <a:lnTo>
                    <a:pt x="71257" y="26508"/>
                  </a:lnTo>
                  <a:lnTo>
                    <a:pt x="259138" y="26952"/>
                  </a:lnTo>
                  <a:lnTo>
                    <a:pt x="259138" y="25186"/>
                  </a:lnTo>
                  <a:lnTo>
                    <a:pt x="71257" y="25621"/>
                  </a:lnTo>
                  <a:lnTo>
                    <a:pt x="28197" y="25847"/>
                  </a:lnTo>
                  <a:lnTo>
                    <a:pt x="26856" y="25847"/>
                  </a:lnTo>
                  <a:lnTo>
                    <a:pt x="26178" y="25856"/>
                  </a:lnTo>
                  <a:cubicBezTo>
                    <a:pt x="25960" y="25856"/>
                    <a:pt x="25734" y="25847"/>
                    <a:pt x="25516" y="25847"/>
                  </a:cubicBezTo>
                  <a:lnTo>
                    <a:pt x="24846" y="25830"/>
                  </a:lnTo>
                  <a:cubicBezTo>
                    <a:pt x="24620" y="25821"/>
                    <a:pt x="24402" y="25803"/>
                    <a:pt x="24176" y="25786"/>
                  </a:cubicBezTo>
                  <a:lnTo>
                    <a:pt x="23515" y="25742"/>
                  </a:lnTo>
                  <a:cubicBezTo>
                    <a:pt x="23288" y="25716"/>
                    <a:pt x="23071" y="25690"/>
                    <a:pt x="22853" y="25664"/>
                  </a:cubicBezTo>
                  <a:cubicBezTo>
                    <a:pt x="21087" y="25447"/>
                    <a:pt x="19337" y="25055"/>
                    <a:pt x="17649" y="24481"/>
                  </a:cubicBezTo>
                  <a:cubicBezTo>
                    <a:pt x="14272" y="23341"/>
                    <a:pt x="11131" y="21496"/>
                    <a:pt x="8503" y="19076"/>
                  </a:cubicBezTo>
                  <a:cubicBezTo>
                    <a:pt x="5866" y="16666"/>
                    <a:pt x="3725" y="13707"/>
                    <a:pt x="2271" y="10435"/>
                  </a:cubicBezTo>
                  <a:cubicBezTo>
                    <a:pt x="809" y="7163"/>
                    <a:pt x="44" y="3586"/>
                    <a:pt x="26" y="0"/>
                  </a:cubicBezTo>
                  <a:close/>
                </a:path>
              </a:pathLst>
            </a:custGeom>
            <a:gradFill>
              <a:gsLst>
                <a:gs pos="0">
                  <a:schemeClr val="accent3"/>
                </a:gs>
                <a:gs pos="26000">
                  <a:schemeClr val="accent4"/>
                </a:gs>
                <a:gs pos="58000">
                  <a:schemeClr val="dk2"/>
                </a:gs>
                <a:gs pos="100000">
                  <a:schemeClr val="lt2"/>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7"/>
            <p:cNvSpPr/>
            <p:nvPr/>
          </p:nvSpPr>
          <p:spPr>
            <a:xfrm flipH="1" rot="5400000">
              <a:off x="-3886646" y="143131"/>
              <a:ext cx="9199763" cy="956899"/>
            </a:xfrm>
            <a:custGeom>
              <a:rect b="b" l="l" r="r" t="t"/>
              <a:pathLst>
                <a:path extrusionOk="0" h="26953" w="259130">
                  <a:moveTo>
                    <a:pt x="18" y="1"/>
                  </a:moveTo>
                  <a:lnTo>
                    <a:pt x="18" y="1"/>
                  </a:lnTo>
                  <a:cubicBezTo>
                    <a:pt x="1" y="3586"/>
                    <a:pt x="723" y="7180"/>
                    <a:pt x="2159" y="10479"/>
                  </a:cubicBezTo>
                  <a:cubicBezTo>
                    <a:pt x="3586" y="13786"/>
                    <a:pt x="5710" y="16779"/>
                    <a:pt x="8338" y="19242"/>
                  </a:cubicBezTo>
                  <a:cubicBezTo>
                    <a:pt x="10966" y="21705"/>
                    <a:pt x="14125" y="23611"/>
                    <a:pt x="17537" y="24803"/>
                  </a:cubicBezTo>
                  <a:cubicBezTo>
                    <a:pt x="19234" y="25395"/>
                    <a:pt x="21000" y="25813"/>
                    <a:pt x="22793" y="26048"/>
                  </a:cubicBezTo>
                  <a:cubicBezTo>
                    <a:pt x="23019" y="26082"/>
                    <a:pt x="23245" y="26109"/>
                    <a:pt x="23472" y="26135"/>
                  </a:cubicBezTo>
                  <a:lnTo>
                    <a:pt x="24142" y="26187"/>
                  </a:lnTo>
                  <a:cubicBezTo>
                    <a:pt x="24368" y="26204"/>
                    <a:pt x="24594" y="26230"/>
                    <a:pt x="24821" y="26239"/>
                  </a:cubicBezTo>
                  <a:lnTo>
                    <a:pt x="25499" y="26265"/>
                  </a:lnTo>
                  <a:cubicBezTo>
                    <a:pt x="25717" y="26265"/>
                    <a:pt x="25952" y="26283"/>
                    <a:pt x="26170" y="26283"/>
                  </a:cubicBezTo>
                  <a:lnTo>
                    <a:pt x="26848" y="26283"/>
                  </a:lnTo>
                  <a:lnTo>
                    <a:pt x="28189" y="26291"/>
                  </a:lnTo>
                  <a:lnTo>
                    <a:pt x="71249" y="26509"/>
                  </a:lnTo>
                  <a:lnTo>
                    <a:pt x="259130" y="26953"/>
                  </a:lnTo>
                  <a:lnTo>
                    <a:pt x="259130" y="25186"/>
                  </a:lnTo>
                  <a:lnTo>
                    <a:pt x="71249" y="25630"/>
                  </a:lnTo>
                  <a:lnTo>
                    <a:pt x="28189" y="25847"/>
                  </a:lnTo>
                  <a:lnTo>
                    <a:pt x="26848" y="25856"/>
                  </a:lnTo>
                  <a:lnTo>
                    <a:pt x="26170" y="25856"/>
                  </a:lnTo>
                  <a:cubicBezTo>
                    <a:pt x="25952" y="25856"/>
                    <a:pt x="25726" y="25847"/>
                    <a:pt x="25508" y="25847"/>
                  </a:cubicBezTo>
                  <a:lnTo>
                    <a:pt x="24838" y="25830"/>
                  </a:lnTo>
                  <a:cubicBezTo>
                    <a:pt x="24620" y="25830"/>
                    <a:pt x="24394" y="25804"/>
                    <a:pt x="24177" y="25787"/>
                  </a:cubicBezTo>
                  <a:lnTo>
                    <a:pt x="23507" y="25743"/>
                  </a:lnTo>
                  <a:cubicBezTo>
                    <a:pt x="23280" y="25726"/>
                    <a:pt x="23063" y="25691"/>
                    <a:pt x="22845" y="25665"/>
                  </a:cubicBezTo>
                  <a:cubicBezTo>
                    <a:pt x="21079" y="25456"/>
                    <a:pt x="19329" y="25056"/>
                    <a:pt x="17641" y="24490"/>
                  </a:cubicBezTo>
                  <a:cubicBezTo>
                    <a:pt x="14264" y="23341"/>
                    <a:pt x="11123" y="21496"/>
                    <a:pt x="8495" y="19077"/>
                  </a:cubicBezTo>
                  <a:cubicBezTo>
                    <a:pt x="5858" y="16666"/>
                    <a:pt x="3717" y="13707"/>
                    <a:pt x="2263" y="10435"/>
                  </a:cubicBezTo>
                  <a:cubicBezTo>
                    <a:pt x="801" y="7172"/>
                    <a:pt x="36" y="3586"/>
                    <a:pt x="18" y="1"/>
                  </a:cubicBezTo>
                  <a:close/>
                </a:path>
              </a:pathLst>
            </a:custGeom>
            <a:gradFill>
              <a:gsLst>
                <a:gs pos="0">
                  <a:schemeClr val="accent3"/>
                </a:gs>
                <a:gs pos="26000">
                  <a:schemeClr val="accent4"/>
                </a:gs>
                <a:gs pos="58000">
                  <a:schemeClr val="dk2"/>
                </a:gs>
                <a:gs pos="100000">
                  <a:schemeClr val="lt2"/>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7"/>
            <p:cNvSpPr/>
            <p:nvPr/>
          </p:nvSpPr>
          <p:spPr>
            <a:xfrm flipH="1" rot="5400000">
              <a:off x="-3985843" y="143131"/>
              <a:ext cx="9199763" cy="956899"/>
            </a:xfrm>
            <a:custGeom>
              <a:rect b="b" l="l" r="r" t="t"/>
              <a:pathLst>
                <a:path extrusionOk="0" h="26953" w="259130">
                  <a:moveTo>
                    <a:pt x="18" y="0"/>
                  </a:moveTo>
                  <a:lnTo>
                    <a:pt x="18" y="0"/>
                  </a:lnTo>
                  <a:cubicBezTo>
                    <a:pt x="1" y="3586"/>
                    <a:pt x="723" y="7189"/>
                    <a:pt x="2159" y="10487"/>
                  </a:cubicBezTo>
                  <a:cubicBezTo>
                    <a:pt x="3586" y="13785"/>
                    <a:pt x="5710" y="16779"/>
                    <a:pt x="8338" y="19242"/>
                  </a:cubicBezTo>
                  <a:cubicBezTo>
                    <a:pt x="10966" y="21713"/>
                    <a:pt x="14125" y="23610"/>
                    <a:pt x="17537" y="24803"/>
                  </a:cubicBezTo>
                  <a:cubicBezTo>
                    <a:pt x="19234" y="25403"/>
                    <a:pt x="21000" y="25821"/>
                    <a:pt x="22793" y="26056"/>
                  </a:cubicBezTo>
                  <a:cubicBezTo>
                    <a:pt x="23019" y="26082"/>
                    <a:pt x="23245" y="26117"/>
                    <a:pt x="23472" y="26134"/>
                  </a:cubicBezTo>
                  <a:lnTo>
                    <a:pt x="24142" y="26195"/>
                  </a:lnTo>
                  <a:cubicBezTo>
                    <a:pt x="24368" y="26212"/>
                    <a:pt x="24594" y="26230"/>
                    <a:pt x="24821" y="26247"/>
                  </a:cubicBezTo>
                  <a:lnTo>
                    <a:pt x="25499" y="26265"/>
                  </a:lnTo>
                  <a:cubicBezTo>
                    <a:pt x="25717" y="26273"/>
                    <a:pt x="25952" y="26282"/>
                    <a:pt x="26170" y="26282"/>
                  </a:cubicBezTo>
                  <a:lnTo>
                    <a:pt x="26848" y="26291"/>
                  </a:lnTo>
                  <a:lnTo>
                    <a:pt x="28189" y="26291"/>
                  </a:lnTo>
                  <a:lnTo>
                    <a:pt x="71249" y="26517"/>
                  </a:lnTo>
                  <a:lnTo>
                    <a:pt x="259130" y="26952"/>
                  </a:lnTo>
                  <a:lnTo>
                    <a:pt x="259130" y="25186"/>
                  </a:lnTo>
                  <a:lnTo>
                    <a:pt x="71249" y="25629"/>
                  </a:lnTo>
                  <a:lnTo>
                    <a:pt x="28189" y="25847"/>
                  </a:lnTo>
                  <a:lnTo>
                    <a:pt x="26848" y="25856"/>
                  </a:lnTo>
                  <a:lnTo>
                    <a:pt x="26170" y="25856"/>
                  </a:lnTo>
                  <a:cubicBezTo>
                    <a:pt x="25952" y="25856"/>
                    <a:pt x="25726" y="25856"/>
                    <a:pt x="25508" y="25847"/>
                  </a:cubicBezTo>
                  <a:lnTo>
                    <a:pt x="24838" y="25838"/>
                  </a:lnTo>
                  <a:cubicBezTo>
                    <a:pt x="24620" y="25830"/>
                    <a:pt x="24394" y="25803"/>
                    <a:pt x="24177" y="25795"/>
                  </a:cubicBezTo>
                  <a:lnTo>
                    <a:pt x="23507" y="25743"/>
                  </a:lnTo>
                  <a:cubicBezTo>
                    <a:pt x="23280" y="25725"/>
                    <a:pt x="23063" y="25690"/>
                    <a:pt x="22845" y="25664"/>
                  </a:cubicBezTo>
                  <a:cubicBezTo>
                    <a:pt x="21079" y="25455"/>
                    <a:pt x="19329" y="25064"/>
                    <a:pt x="17641" y="24489"/>
                  </a:cubicBezTo>
                  <a:cubicBezTo>
                    <a:pt x="14264" y="23341"/>
                    <a:pt x="11123" y="21496"/>
                    <a:pt x="8495" y="19076"/>
                  </a:cubicBezTo>
                  <a:cubicBezTo>
                    <a:pt x="5858" y="16666"/>
                    <a:pt x="3717" y="13707"/>
                    <a:pt x="2263" y="10435"/>
                  </a:cubicBezTo>
                  <a:cubicBezTo>
                    <a:pt x="801" y="7171"/>
                    <a:pt x="36" y="3586"/>
                    <a:pt x="18" y="0"/>
                  </a:cubicBezTo>
                  <a:close/>
                </a:path>
              </a:pathLst>
            </a:custGeom>
            <a:gradFill>
              <a:gsLst>
                <a:gs pos="0">
                  <a:schemeClr val="accent3"/>
                </a:gs>
                <a:gs pos="26000">
                  <a:schemeClr val="accent4"/>
                </a:gs>
                <a:gs pos="58000">
                  <a:schemeClr val="dk2"/>
                </a:gs>
                <a:gs pos="100000">
                  <a:schemeClr val="lt2"/>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211" name="Shape 211"/>
        <p:cNvGrpSpPr/>
        <p:nvPr/>
      </p:nvGrpSpPr>
      <p:grpSpPr>
        <a:xfrm>
          <a:off x="0" y="0"/>
          <a:ext cx="0" cy="0"/>
          <a:chOff x="0" y="0"/>
          <a:chExt cx="0" cy="0"/>
        </a:xfrm>
      </p:grpSpPr>
      <p:pic>
        <p:nvPicPr>
          <p:cNvPr id="212" name="Google Shape;212;p18"/>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213" name="Google Shape;213;p18"/>
          <p:cNvSpPr txBox="1"/>
          <p:nvPr>
            <p:ph type="title"/>
          </p:nvPr>
        </p:nvSpPr>
        <p:spPr>
          <a:xfrm>
            <a:off x="713225" y="554992"/>
            <a:ext cx="7717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1pPr>
            <a:lvl2pPr lvl="1"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2pPr>
            <a:lvl3pPr lvl="2"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3pPr>
            <a:lvl4pPr lvl="3"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4pPr>
            <a:lvl5pPr lvl="4"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5pPr>
            <a:lvl6pPr lvl="5"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6pPr>
            <a:lvl7pPr lvl="6"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7pPr>
            <a:lvl8pPr lvl="7"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8pPr>
            <a:lvl9pPr lvl="8"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9pPr>
          </a:lstStyle>
          <a:p/>
        </p:txBody>
      </p:sp>
      <p:sp>
        <p:nvSpPr>
          <p:cNvPr id="214" name="Google Shape;214;p18"/>
          <p:cNvSpPr txBox="1"/>
          <p:nvPr>
            <p:ph idx="1" type="subTitle"/>
          </p:nvPr>
        </p:nvSpPr>
        <p:spPr>
          <a:xfrm>
            <a:off x="867507" y="2800400"/>
            <a:ext cx="2231400" cy="790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15" name="Google Shape;215;p18"/>
          <p:cNvSpPr txBox="1"/>
          <p:nvPr>
            <p:ph idx="2" type="subTitle"/>
          </p:nvPr>
        </p:nvSpPr>
        <p:spPr>
          <a:xfrm>
            <a:off x="867507" y="2395625"/>
            <a:ext cx="2231400" cy="408600"/>
          </a:xfrm>
          <a:prstGeom prst="rect">
            <a:avLst/>
          </a:prstGeom>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lnSpc>
                <a:spcPct val="100000"/>
              </a:lnSpc>
              <a:spcBef>
                <a:spcPts val="0"/>
              </a:spcBef>
              <a:spcAft>
                <a:spcPts val="0"/>
              </a:spcAft>
              <a:buSzPts val="2400"/>
              <a:buFont typeface="Bebas Neue"/>
              <a:buNone/>
              <a:defRPr sz="2400">
                <a:solidFill>
                  <a:schemeClr val="dk1"/>
                </a:solidFill>
                <a:latin typeface="Fira Sans Condensed SemiBold"/>
                <a:ea typeface="Fira Sans Condensed SemiBold"/>
                <a:cs typeface="Fira Sans Condensed SemiBold"/>
                <a:sym typeface="Fira Sans Condensed Semi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16" name="Google Shape;216;p18"/>
          <p:cNvSpPr txBox="1"/>
          <p:nvPr>
            <p:ph idx="3" type="subTitle"/>
          </p:nvPr>
        </p:nvSpPr>
        <p:spPr>
          <a:xfrm>
            <a:off x="3456300" y="2800400"/>
            <a:ext cx="2231400" cy="790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17" name="Google Shape;217;p18"/>
          <p:cNvSpPr txBox="1"/>
          <p:nvPr>
            <p:ph idx="4" type="subTitle"/>
          </p:nvPr>
        </p:nvSpPr>
        <p:spPr>
          <a:xfrm>
            <a:off x="3456300" y="2395625"/>
            <a:ext cx="2231400" cy="408600"/>
          </a:xfrm>
          <a:prstGeom prst="rect">
            <a:avLst/>
          </a:prstGeom>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lnSpc>
                <a:spcPct val="100000"/>
              </a:lnSpc>
              <a:spcBef>
                <a:spcPts val="0"/>
              </a:spcBef>
              <a:spcAft>
                <a:spcPts val="0"/>
              </a:spcAft>
              <a:buSzPts val="2400"/>
              <a:buFont typeface="Bebas Neue"/>
              <a:buNone/>
              <a:defRPr sz="2400">
                <a:solidFill>
                  <a:schemeClr val="dk1"/>
                </a:solidFill>
                <a:latin typeface="Fira Sans Condensed SemiBold"/>
                <a:ea typeface="Fira Sans Condensed SemiBold"/>
                <a:cs typeface="Fira Sans Condensed SemiBold"/>
                <a:sym typeface="Fira Sans Condensed Semi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18" name="Google Shape;218;p18"/>
          <p:cNvSpPr txBox="1"/>
          <p:nvPr>
            <p:ph idx="5" type="subTitle"/>
          </p:nvPr>
        </p:nvSpPr>
        <p:spPr>
          <a:xfrm>
            <a:off x="6045093" y="2800400"/>
            <a:ext cx="2231400" cy="790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19" name="Google Shape;219;p18"/>
          <p:cNvSpPr txBox="1"/>
          <p:nvPr>
            <p:ph idx="6" type="subTitle"/>
          </p:nvPr>
        </p:nvSpPr>
        <p:spPr>
          <a:xfrm>
            <a:off x="6045093" y="2395625"/>
            <a:ext cx="2231400" cy="408600"/>
          </a:xfrm>
          <a:prstGeom prst="rect">
            <a:avLst/>
          </a:prstGeom>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lnSpc>
                <a:spcPct val="100000"/>
              </a:lnSpc>
              <a:spcBef>
                <a:spcPts val="0"/>
              </a:spcBef>
              <a:spcAft>
                <a:spcPts val="0"/>
              </a:spcAft>
              <a:buSzPts val="2400"/>
              <a:buFont typeface="Bebas Neue"/>
              <a:buNone/>
              <a:defRPr sz="2400">
                <a:solidFill>
                  <a:schemeClr val="dk1"/>
                </a:solidFill>
                <a:latin typeface="Fira Sans Condensed SemiBold"/>
                <a:ea typeface="Fira Sans Condensed SemiBold"/>
                <a:cs typeface="Fira Sans Condensed SemiBold"/>
                <a:sym typeface="Fira Sans Condensed Semi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220" name="Google Shape;220;p18"/>
          <p:cNvGrpSpPr/>
          <p:nvPr/>
        </p:nvGrpSpPr>
        <p:grpSpPr>
          <a:xfrm>
            <a:off x="8" y="4328986"/>
            <a:ext cx="883810" cy="629875"/>
            <a:chOff x="8" y="149713"/>
            <a:chExt cx="883810" cy="629875"/>
          </a:xfrm>
        </p:grpSpPr>
        <p:sp>
          <p:nvSpPr>
            <p:cNvPr id="221" name="Google Shape;221;p18"/>
            <p:cNvSpPr/>
            <p:nvPr/>
          </p:nvSpPr>
          <p:spPr>
            <a:xfrm rot="-5400000">
              <a:off x="431675" y="-281955"/>
              <a:ext cx="20475" cy="883810"/>
            </a:xfrm>
            <a:custGeom>
              <a:rect b="b" l="l" r="r" t="t"/>
              <a:pathLst>
                <a:path extrusionOk="0" h="29111" w="819">
                  <a:moveTo>
                    <a:pt x="1" y="0"/>
                  </a:moveTo>
                  <a:lnTo>
                    <a:pt x="1" y="29110"/>
                  </a:lnTo>
                  <a:lnTo>
                    <a:pt x="819" y="29110"/>
                  </a:lnTo>
                  <a:lnTo>
                    <a:pt x="819" y="0"/>
                  </a:lnTo>
                  <a:close/>
                </a:path>
              </a:pathLst>
            </a:custGeom>
            <a:gradFill>
              <a:gsLst>
                <a:gs pos="0">
                  <a:schemeClr val="accent1"/>
                </a:gs>
                <a:gs pos="26000">
                  <a:schemeClr val="accent2"/>
                </a:gs>
                <a:gs pos="58000">
                  <a:schemeClr val="accent4"/>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8"/>
            <p:cNvSpPr/>
            <p:nvPr/>
          </p:nvSpPr>
          <p:spPr>
            <a:xfrm rot="-5400000">
              <a:off x="431675" y="-194930"/>
              <a:ext cx="20475" cy="883810"/>
            </a:xfrm>
            <a:custGeom>
              <a:rect b="b" l="l" r="r" t="t"/>
              <a:pathLst>
                <a:path extrusionOk="0" h="29111" w="819">
                  <a:moveTo>
                    <a:pt x="0" y="0"/>
                  </a:moveTo>
                  <a:lnTo>
                    <a:pt x="0" y="29110"/>
                  </a:lnTo>
                  <a:lnTo>
                    <a:pt x="819" y="29110"/>
                  </a:lnTo>
                  <a:lnTo>
                    <a:pt x="819" y="0"/>
                  </a:lnTo>
                  <a:close/>
                </a:path>
              </a:pathLst>
            </a:custGeom>
            <a:gradFill>
              <a:gsLst>
                <a:gs pos="0">
                  <a:schemeClr val="accent1"/>
                </a:gs>
                <a:gs pos="26000">
                  <a:schemeClr val="accent2"/>
                </a:gs>
                <a:gs pos="58000">
                  <a:schemeClr val="accent4"/>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8"/>
            <p:cNvSpPr/>
            <p:nvPr/>
          </p:nvSpPr>
          <p:spPr>
            <a:xfrm rot="-5400000">
              <a:off x="431675" y="-107905"/>
              <a:ext cx="20475" cy="883810"/>
            </a:xfrm>
            <a:custGeom>
              <a:rect b="b" l="l" r="r" t="t"/>
              <a:pathLst>
                <a:path extrusionOk="0" h="29111" w="819">
                  <a:moveTo>
                    <a:pt x="0" y="0"/>
                  </a:moveTo>
                  <a:lnTo>
                    <a:pt x="0" y="29110"/>
                  </a:lnTo>
                  <a:lnTo>
                    <a:pt x="819" y="29110"/>
                  </a:lnTo>
                  <a:lnTo>
                    <a:pt x="819" y="0"/>
                  </a:lnTo>
                  <a:close/>
                </a:path>
              </a:pathLst>
            </a:custGeom>
            <a:gradFill>
              <a:gsLst>
                <a:gs pos="0">
                  <a:schemeClr val="accent1"/>
                </a:gs>
                <a:gs pos="26000">
                  <a:schemeClr val="accent2"/>
                </a:gs>
                <a:gs pos="58000">
                  <a:schemeClr val="accent4"/>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8"/>
            <p:cNvSpPr/>
            <p:nvPr/>
          </p:nvSpPr>
          <p:spPr>
            <a:xfrm rot="-5400000">
              <a:off x="431788" y="-20767"/>
              <a:ext cx="20250" cy="883810"/>
            </a:xfrm>
            <a:custGeom>
              <a:rect b="b" l="l" r="r" t="t"/>
              <a:pathLst>
                <a:path extrusionOk="0" h="29111" w="810">
                  <a:moveTo>
                    <a:pt x="0" y="0"/>
                  </a:moveTo>
                  <a:lnTo>
                    <a:pt x="0" y="29110"/>
                  </a:lnTo>
                  <a:lnTo>
                    <a:pt x="810" y="29110"/>
                  </a:lnTo>
                  <a:lnTo>
                    <a:pt x="810" y="0"/>
                  </a:lnTo>
                  <a:close/>
                </a:path>
              </a:pathLst>
            </a:custGeom>
            <a:gradFill>
              <a:gsLst>
                <a:gs pos="0">
                  <a:schemeClr val="accent1"/>
                </a:gs>
                <a:gs pos="26000">
                  <a:schemeClr val="accent2"/>
                </a:gs>
                <a:gs pos="58000">
                  <a:schemeClr val="accent4"/>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8"/>
            <p:cNvSpPr/>
            <p:nvPr/>
          </p:nvSpPr>
          <p:spPr>
            <a:xfrm rot="-5400000">
              <a:off x="431788" y="66258"/>
              <a:ext cx="20250" cy="883810"/>
            </a:xfrm>
            <a:custGeom>
              <a:rect b="b" l="l" r="r" t="t"/>
              <a:pathLst>
                <a:path extrusionOk="0" h="29111" w="810">
                  <a:moveTo>
                    <a:pt x="0" y="0"/>
                  </a:moveTo>
                  <a:lnTo>
                    <a:pt x="0" y="29110"/>
                  </a:lnTo>
                  <a:lnTo>
                    <a:pt x="810" y="29110"/>
                  </a:lnTo>
                  <a:lnTo>
                    <a:pt x="810" y="0"/>
                  </a:lnTo>
                  <a:close/>
                </a:path>
              </a:pathLst>
            </a:custGeom>
            <a:gradFill>
              <a:gsLst>
                <a:gs pos="0">
                  <a:schemeClr val="accent1"/>
                </a:gs>
                <a:gs pos="26000">
                  <a:schemeClr val="accent2"/>
                </a:gs>
                <a:gs pos="58000">
                  <a:schemeClr val="accent4"/>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8"/>
            <p:cNvSpPr/>
            <p:nvPr/>
          </p:nvSpPr>
          <p:spPr>
            <a:xfrm rot="-5400000">
              <a:off x="431675" y="153395"/>
              <a:ext cx="20475" cy="883810"/>
            </a:xfrm>
            <a:custGeom>
              <a:rect b="b" l="l" r="r" t="t"/>
              <a:pathLst>
                <a:path extrusionOk="0" h="29111" w="819">
                  <a:moveTo>
                    <a:pt x="1" y="0"/>
                  </a:moveTo>
                  <a:lnTo>
                    <a:pt x="1" y="29110"/>
                  </a:lnTo>
                  <a:lnTo>
                    <a:pt x="819" y="29110"/>
                  </a:lnTo>
                  <a:lnTo>
                    <a:pt x="819" y="0"/>
                  </a:lnTo>
                  <a:close/>
                </a:path>
              </a:pathLst>
            </a:custGeom>
            <a:gradFill>
              <a:gsLst>
                <a:gs pos="0">
                  <a:schemeClr val="accent1"/>
                </a:gs>
                <a:gs pos="26000">
                  <a:schemeClr val="accent2"/>
                </a:gs>
                <a:gs pos="58000">
                  <a:schemeClr val="accent4"/>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8"/>
            <p:cNvSpPr/>
            <p:nvPr/>
          </p:nvSpPr>
          <p:spPr>
            <a:xfrm rot="-5400000">
              <a:off x="431675" y="240420"/>
              <a:ext cx="20475" cy="883810"/>
            </a:xfrm>
            <a:custGeom>
              <a:rect b="b" l="l" r="r" t="t"/>
              <a:pathLst>
                <a:path extrusionOk="0" h="29111" w="819">
                  <a:moveTo>
                    <a:pt x="1" y="0"/>
                  </a:moveTo>
                  <a:lnTo>
                    <a:pt x="1" y="29110"/>
                  </a:lnTo>
                  <a:lnTo>
                    <a:pt x="819" y="29110"/>
                  </a:lnTo>
                  <a:lnTo>
                    <a:pt x="819" y="0"/>
                  </a:lnTo>
                  <a:close/>
                </a:path>
              </a:pathLst>
            </a:custGeom>
            <a:gradFill>
              <a:gsLst>
                <a:gs pos="0">
                  <a:schemeClr val="accent1"/>
                </a:gs>
                <a:gs pos="26000">
                  <a:schemeClr val="accent2"/>
                </a:gs>
                <a:gs pos="58000">
                  <a:schemeClr val="accent4"/>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8"/>
            <p:cNvSpPr/>
            <p:nvPr/>
          </p:nvSpPr>
          <p:spPr>
            <a:xfrm rot="-5400000">
              <a:off x="431675" y="327445"/>
              <a:ext cx="20475" cy="883810"/>
            </a:xfrm>
            <a:custGeom>
              <a:rect b="b" l="l" r="r" t="t"/>
              <a:pathLst>
                <a:path extrusionOk="0" h="29111" w="819">
                  <a:moveTo>
                    <a:pt x="1" y="0"/>
                  </a:moveTo>
                  <a:lnTo>
                    <a:pt x="1" y="29110"/>
                  </a:lnTo>
                  <a:lnTo>
                    <a:pt x="819" y="29110"/>
                  </a:lnTo>
                  <a:lnTo>
                    <a:pt x="819" y="0"/>
                  </a:lnTo>
                  <a:close/>
                </a:path>
              </a:pathLst>
            </a:custGeom>
            <a:gradFill>
              <a:gsLst>
                <a:gs pos="0">
                  <a:schemeClr val="accent1"/>
                </a:gs>
                <a:gs pos="26000">
                  <a:schemeClr val="accent2"/>
                </a:gs>
                <a:gs pos="58000">
                  <a:schemeClr val="accent4"/>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9" name="Google Shape;229;p18"/>
          <p:cNvGrpSpPr/>
          <p:nvPr/>
        </p:nvGrpSpPr>
        <p:grpSpPr>
          <a:xfrm rot="10800000">
            <a:off x="8260183" y="154675"/>
            <a:ext cx="883810" cy="629875"/>
            <a:chOff x="8" y="149713"/>
            <a:chExt cx="883810" cy="629875"/>
          </a:xfrm>
        </p:grpSpPr>
        <p:sp>
          <p:nvSpPr>
            <p:cNvPr id="230" name="Google Shape;230;p18"/>
            <p:cNvSpPr/>
            <p:nvPr/>
          </p:nvSpPr>
          <p:spPr>
            <a:xfrm rot="-5400000">
              <a:off x="431675" y="-281955"/>
              <a:ext cx="20475" cy="883810"/>
            </a:xfrm>
            <a:custGeom>
              <a:rect b="b" l="l" r="r" t="t"/>
              <a:pathLst>
                <a:path extrusionOk="0" h="29111" w="819">
                  <a:moveTo>
                    <a:pt x="1" y="0"/>
                  </a:moveTo>
                  <a:lnTo>
                    <a:pt x="1" y="29110"/>
                  </a:lnTo>
                  <a:lnTo>
                    <a:pt x="819" y="29110"/>
                  </a:lnTo>
                  <a:lnTo>
                    <a:pt x="819" y="0"/>
                  </a:lnTo>
                  <a:close/>
                </a:path>
              </a:pathLst>
            </a:custGeom>
            <a:gradFill>
              <a:gsLst>
                <a:gs pos="0">
                  <a:schemeClr val="accent1"/>
                </a:gs>
                <a:gs pos="26000">
                  <a:schemeClr val="accent2"/>
                </a:gs>
                <a:gs pos="58000">
                  <a:schemeClr val="accent4"/>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8"/>
            <p:cNvSpPr/>
            <p:nvPr/>
          </p:nvSpPr>
          <p:spPr>
            <a:xfrm rot="-5400000">
              <a:off x="431675" y="-194930"/>
              <a:ext cx="20475" cy="883810"/>
            </a:xfrm>
            <a:custGeom>
              <a:rect b="b" l="l" r="r" t="t"/>
              <a:pathLst>
                <a:path extrusionOk="0" h="29111" w="819">
                  <a:moveTo>
                    <a:pt x="0" y="0"/>
                  </a:moveTo>
                  <a:lnTo>
                    <a:pt x="0" y="29110"/>
                  </a:lnTo>
                  <a:lnTo>
                    <a:pt x="819" y="29110"/>
                  </a:lnTo>
                  <a:lnTo>
                    <a:pt x="819" y="0"/>
                  </a:lnTo>
                  <a:close/>
                </a:path>
              </a:pathLst>
            </a:custGeom>
            <a:gradFill>
              <a:gsLst>
                <a:gs pos="0">
                  <a:schemeClr val="accent1"/>
                </a:gs>
                <a:gs pos="26000">
                  <a:schemeClr val="accent2"/>
                </a:gs>
                <a:gs pos="58000">
                  <a:schemeClr val="accent4"/>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8"/>
            <p:cNvSpPr/>
            <p:nvPr/>
          </p:nvSpPr>
          <p:spPr>
            <a:xfrm rot="-5400000">
              <a:off x="431675" y="-107905"/>
              <a:ext cx="20475" cy="883810"/>
            </a:xfrm>
            <a:custGeom>
              <a:rect b="b" l="l" r="r" t="t"/>
              <a:pathLst>
                <a:path extrusionOk="0" h="29111" w="819">
                  <a:moveTo>
                    <a:pt x="0" y="0"/>
                  </a:moveTo>
                  <a:lnTo>
                    <a:pt x="0" y="29110"/>
                  </a:lnTo>
                  <a:lnTo>
                    <a:pt x="819" y="29110"/>
                  </a:lnTo>
                  <a:lnTo>
                    <a:pt x="819" y="0"/>
                  </a:lnTo>
                  <a:close/>
                </a:path>
              </a:pathLst>
            </a:custGeom>
            <a:gradFill>
              <a:gsLst>
                <a:gs pos="0">
                  <a:schemeClr val="accent1"/>
                </a:gs>
                <a:gs pos="26000">
                  <a:schemeClr val="accent2"/>
                </a:gs>
                <a:gs pos="58000">
                  <a:schemeClr val="accent4"/>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8"/>
            <p:cNvSpPr/>
            <p:nvPr/>
          </p:nvSpPr>
          <p:spPr>
            <a:xfrm rot="-5400000">
              <a:off x="431788" y="-20767"/>
              <a:ext cx="20250" cy="883810"/>
            </a:xfrm>
            <a:custGeom>
              <a:rect b="b" l="l" r="r" t="t"/>
              <a:pathLst>
                <a:path extrusionOk="0" h="29111" w="810">
                  <a:moveTo>
                    <a:pt x="0" y="0"/>
                  </a:moveTo>
                  <a:lnTo>
                    <a:pt x="0" y="29110"/>
                  </a:lnTo>
                  <a:lnTo>
                    <a:pt x="810" y="29110"/>
                  </a:lnTo>
                  <a:lnTo>
                    <a:pt x="810" y="0"/>
                  </a:lnTo>
                  <a:close/>
                </a:path>
              </a:pathLst>
            </a:custGeom>
            <a:gradFill>
              <a:gsLst>
                <a:gs pos="0">
                  <a:schemeClr val="accent1"/>
                </a:gs>
                <a:gs pos="26000">
                  <a:schemeClr val="accent2"/>
                </a:gs>
                <a:gs pos="58000">
                  <a:schemeClr val="accent4"/>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8"/>
            <p:cNvSpPr/>
            <p:nvPr/>
          </p:nvSpPr>
          <p:spPr>
            <a:xfrm rot="-5400000">
              <a:off x="431788" y="66258"/>
              <a:ext cx="20250" cy="883810"/>
            </a:xfrm>
            <a:custGeom>
              <a:rect b="b" l="l" r="r" t="t"/>
              <a:pathLst>
                <a:path extrusionOk="0" h="29111" w="810">
                  <a:moveTo>
                    <a:pt x="0" y="0"/>
                  </a:moveTo>
                  <a:lnTo>
                    <a:pt x="0" y="29110"/>
                  </a:lnTo>
                  <a:lnTo>
                    <a:pt x="810" y="29110"/>
                  </a:lnTo>
                  <a:lnTo>
                    <a:pt x="810" y="0"/>
                  </a:lnTo>
                  <a:close/>
                </a:path>
              </a:pathLst>
            </a:custGeom>
            <a:gradFill>
              <a:gsLst>
                <a:gs pos="0">
                  <a:schemeClr val="accent1"/>
                </a:gs>
                <a:gs pos="26000">
                  <a:schemeClr val="accent2"/>
                </a:gs>
                <a:gs pos="58000">
                  <a:schemeClr val="accent4"/>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8"/>
            <p:cNvSpPr/>
            <p:nvPr/>
          </p:nvSpPr>
          <p:spPr>
            <a:xfrm rot="-5400000">
              <a:off x="431675" y="153395"/>
              <a:ext cx="20475" cy="883810"/>
            </a:xfrm>
            <a:custGeom>
              <a:rect b="b" l="l" r="r" t="t"/>
              <a:pathLst>
                <a:path extrusionOk="0" h="29111" w="819">
                  <a:moveTo>
                    <a:pt x="1" y="0"/>
                  </a:moveTo>
                  <a:lnTo>
                    <a:pt x="1" y="29110"/>
                  </a:lnTo>
                  <a:lnTo>
                    <a:pt x="819" y="29110"/>
                  </a:lnTo>
                  <a:lnTo>
                    <a:pt x="819" y="0"/>
                  </a:lnTo>
                  <a:close/>
                </a:path>
              </a:pathLst>
            </a:custGeom>
            <a:gradFill>
              <a:gsLst>
                <a:gs pos="0">
                  <a:schemeClr val="accent1"/>
                </a:gs>
                <a:gs pos="26000">
                  <a:schemeClr val="accent2"/>
                </a:gs>
                <a:gs pos="58000">
                  <a:schemeClr val="accent4"/>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8"/>
            <p:cNvSpPr/>
            <p:nvPr/>
          </p:nvSpPr>
          <p:spPr>
            <a:xfrm rot="-5400000">
              <a:off x="431675" y="240420"/>
              <a:ext cx="20475" cy="883810"/>
            </a:xfrm>
            <a:custGeom>
              <a:rect b="b" l="l" r="r" t="t"/>
              <a:pathLst>
                <a:path extrusionOk="0" h="29111" w="819">
                  <a:moveTo>
                    <a:pt x="1" y="0"/>
                  </a:moveTo>
                  <a:lnTo>
                    <a:pt x="1" y="29110"/>
                  </a:lnTo>
                  <a:lnTo>
                    <a:pt x="819" y="29110"/>
                  </a:lnTo>
                  <a:lnTo>
                    <a:pt x="819" y="0"/>
                  </a:lnTo>
                  <a:close/>
                </a:path>
              </a:pathLst>
            </a:custGeom>
            <a:gradFill>
              <a:gsLst>
                <a:gs pos="0">
                  <a:schemeClr val="accent1"/>
                </a:gs>
                <a:gs pos="26000">
                  <a:schemeClr val="accent2"/>
                </a:gs>
                <a:gs pos="58000">
                  <a:schemeClr val="accent4"/>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8"/>
            <p:cNvSpPr/>
            <p:nvPr/>
          </p:nvSpPr>
          <p:spPr>
            <a:xfrm rot="-5400000">
              <a:off x="431675" y="327445"/>
              <a:ext cx="20475" cy="883810"/>
            </a:xfrm>
            <a:custGeom>
              <a:rect b="b" l="l" r="r" t="t"/>
              <a:pathLst>
                <a:path extrusionOk="0" h="29111" w="819">
                  <a:moveTo>
                    <a:pt x="1" y="0"/>
                  </a:moveTo>
                  <a:lnTo>
                    <a:pt x="1" y="29110"/>
                  </a:lnTo>
                  <a:lnTo>
                    <a:pt x="819" y="29110"/>
                  </a:lnTo>
                  <a:lnTo>
                    <a:pt x="819" y="0"/>
                  </a:lnTo>
                  <a:close/>
                </a:path>
              </a:pathLst>
            </a:custGeom>
            <a:gradFill>
              <a:gsLst>
                <a:gs pos="0">
                  <a:schemeClr val="accent1"/>
                </a:gs>
                <a:gs pos="26000">
                  <a:schemeClr val="accent2"/>
                </a:gs>
                <a:gs pos="58000">
                  <a:schemeClr val="accent4"/>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238" name="Shape 238"/>
        <p:cNvGrpSpPr/>
        <p:nvPr/>
      </p:nvGrpSpPr>
      <p:grpSpPr>
        <a:xfrm>
          <a:off x="0" y="0"/>
          <a:ext cx="0" cy="0"/>
          <a:chOff x="0" y="0"/>
          <a:chExt cx="0" cy="0"/>
        </a:xfrm>
      </p:grpSpPr>
      <p:pic>
        <p:nvPicPr>
          <p:cNvPr id="239" name="Google Shape;239;p19"/>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240" name="Google Shape;240;p19"/>
          <p:cNvSpPr txBox="1"/>
          <p:nvPr>
            <p:ph type="title"/>
          </p:nvPr>
        </p:nvSpPr>
        <p:spPr>
          <a:xfrm>
            <a:off x="713225" y="554992"/>
            <a:ext cx="7717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1pPr>
            <a:lvl2pPr lvl="1"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2pPr>
            <a:lvl3pPr lvl="2"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3pPr>
            <a:lvl4pPr lvl="3"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4pPr>
            <a:lvl5pPr lvl="4"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5pPr>
            <a:lvl6pPr lvl="5"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6pPr>
            <a:lvl7pPr lvl="6"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7pPr>
            <a:lvl8pPr lvl="7"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8pPr>
            <a:lvl9pPr lvl="8"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9pPr>
          </a:lstStyle>
          <a:p/>
        </p:txBody>
      </p:sp>
      <p:sp>
        <p:nvSpPr>
          <p:cNvPr id="241" name="Google Shape;241;p19"/>
          <p:cNvSpPr txBox="1"/>
          <p:nvPr>
            <p:ph idx="1" type="subTitle"/>
          </p:nvPr>
        </p:nvSpPr>
        <p:spPr>
          <a:xfrm>
            <a:off x="1369073" y="2258156"/>
            <a:ext cx="2658000" cy="540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42" name="Google Shape;242;p19"/>
          <p:cNvSpPr txBox="1"/>
          <p:nvPr>
            <p:ph idx="2" type="subTitle"/>
          </p:nvPr>
        </p:nvSpPr>
        <p:spPr>
          <a:xfrm>
            <a:off x="1369073" y="1853375"/>
            <a:ext cx="2658000" cy="408600"/>
          </a:xfrm>
          <a:prstGeom prst="rect">
            <a:avLst/>
          </a:prstGeom>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lnSpc>
                <a:spcPct val="100000"/>
              </a:lnSpc>
              <a:spcBef>
                <a:spcPts val="0"/>
              </a:spcBef>
              <a:spcAft>
                <a:spcPts val="0"/>
              </a:spcAft>
              <a:buSzPts val="2400"/>
              <a:buFont typeface="Bebas Neue"/>
              <a:buNone/>
              <a:defRPr sz="2400">
                <a:solidFill>
                  <a:schemeClr val="dk1"/>
                </a:solidFill>
                <a:latin typeface="Fira Sans Condensed SemiBold"/>
                <a:ea typeface="Fira Sans Condensed SemiBold"/>
                <a:cs typeface="Fira Sans Condensed SemiBold"/>
                <a:sym typeface="Fira Sans Condensed Semi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43" name="Google Shape;243;p19"/>
          <p:cNvSpPr txBox="1"/>
          <p:nvPr>
            <p:ph idx="3" type="subTitle"/>
          </p:nvPr>
        </p:nvSpPr>
        <p:spPr>
          <a:xfrm>
            <a:off x="5116927" y="2258156"/>
            <a:ext cx="2658000" cy="540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b="0"/>
            </a:lvl1pPr>
            <a:lvl2pPr lvl="1" rtl="0" algn="ctr">
              <a:lnSpc>
                <a:spcPct val="100000"/>
              </a:lnSpc>
              <a:spcBef>
                <a:spcPts val="160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44" name="Google Shape;244;p19"/>
          <p:cNvSpPr txBox="1"/>
          <p:nvPr>
            <p:ph idx="4" type="subTitle"/>
          </p:nvPr>
        </p:nvSpPr>
        <p:spPr>
          <a:xfrm>
            <a:off x="5116927" y="1853375"/>
            <a:ext cx="2658000" cy="408600"/>
          </a:xfrm>
          <a:prstGeom prst="rect">
            <a:avLst/>
          </a:prstGeom>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lnSpc>
                <a:spcPct val="100000"/>
              </a:lnSpc>
              <a:spcBef>
                <a:spcPts val="0"/>
              </a:spcBef>
              <a:spcAft>
                <a:spcPts val="0"/>
              </a:spcAft>
              <a:buSzPts val="2400"/>
              <a:buFont typeface="Bebas Neue"/>
              <a:buNone/>
              <a:defRPr sz="2400">
                <a:solidFill>
                  <a:schemeClr val="dk1"/>
                </a:solidFill>
                <a:latin typeface="Fira Sans Condensed SemiBold"/>
                <a:ea typeface="Fira Sans Condensed SemiBold"/>
                <a:cs typeface="Fira Sans Condensed SemiBold"/>
                <a:sym typeface="Fira Sans Condensed Semi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45" name="Google Shape;245;p19"/>
          <p:cNvSpPr txBox="1"/>
          <p:nvPr>
            <p:ph idx="5" type="subTitle"/>
          </p:nvPr>
        </p:nvSpPr>
        <p:spPr>
          <a:xfrm>
            <a:off x="1369073" y="3855450"/>
            <a:ext cx="26580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46" name="Google Shape;246;p19"/>
          <p:cNvSpPr txBox="1"/>
          <p:nvPr>
            <p:ph idx="6" type="subTitle"/>
          </p:nvPr>
        </p:nvSpPr>
        <p:spPr>
          <a:xfrm>
            <a:off x="1369073" y="3450659"/>
            <a:ext cx="2658000" cy="408600"/>
          </a:xfrm>
          <a:prstGeom prst="rect">
            <a:avLst/>
          </a:prstGeom>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lnSpc>
                <a:spcPct val="100000"/>
              </a:lnSpc>
              <a:spcBef>
                <a:spcPts val="0"/>
              </a:spcBef>
              <a:spcAft>
                <a:spcPts val="0"/>
              </a:spcAft>
              <a:buSzPts val="2400"/>
              <a:buFont typeface="Bebas Neue"/>
              <a:buNone/>
              <a:defRPr sz="2400">
                <a:solidFill>
                  <a:schemeClr val="dk1"/>
                </a:solidFill>
                <a:latin typeface="Fira Sans Condensed SemiBold"/>
                <a:ea typeface="Fira Sans Condensed SemiBold"/>
                <a:cs typeface="Fira Sans Condensed SemiBold"/>
                <a:sym typeface="Fira Sans Condensed Semi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47" name="Google Shape;247;p19"/>
          <p:cNvSpPr txBox="1"/>
          <p:nvPr>
            <p:ph idx="7" type="subTitle"/>
          </p:nvPr>
        </p:nvSpPr>
        <p:spPr>
          <a:xfrm>
            <a:off x="5116927" y="3855450"/>
            <a:ext cx="26580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48" name="Google Shape;248;p19"/>
          <p:cNvSpPr txBox="1"/>
          <p:nvPr>
            <p:ph idx="8" type="subTitle"/>
          </p:nvPr>
        </p:nvSpPr>
        <p:spPr>
          <a:xfrm>
            <a:off x="5116927" y="3450659"/>
            <a:ext cx="2658000" cy="408600"/>
          </a:xfrm>
          <a:prstGeom prst="rect">
            <a:avLst/>
          </a:prstGeom>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lnSpc>
                <a:spcPct val="100000"/>
              </a:lnSpc>
              <a:spcBef>
                <a:spcPts val="0"/>
              </a:spcBef>
              <a:spcAft>
                <a:spcPts val="0"/>
              </a:spcAft>
              <a:buSzPts val="2400"/>
              <a:buFont typeface="Bebas Neue"/>
              <a:buNone/>
              <a:defRPr sz="2400">
                <a:solidFill>
                  <a:schemeClr val="dk1"/>
                </a:solidFill>
                <a:latin typeface="Fira Sans Condensed SemiBold"/>
                <a:ea typeface="Fira Sans Condensed SemiBold"/>
                <a:cs typeface="Fira Sans Condensed SemiBold"/>
                <a:sym typeface="Fira Sans Condensed Semi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249" name="Google Shape;249;p19"/>
          <p:cNvGrpSpPr/>
          <p:nvPr/>
        </p:nvGrpSpPr>
        <p:grpSpPr>
          <a:xfrm flipH="1">
            <a:off x="3" y="-745075"/>
            <a:ext cx="9200047" cy="1254737"/>
            <a:chOff x="0" y="3548450"/>
            <a:chExt cx="9200047" cy="1254737"/>
          </a:xfrm>
        </p:grpSpPr>
        <p:sp>
          <p:nvSpPr>
            <p:cNvPr id="250" name="Google Shape;250;p19"/>
            <p:cNvSpPr/>
            <p:nvPr/>
          </p:nvSpPr>
          <p:spPr>
            <a:xfrm>
              <a:off x="0" y="3548450"/>
              <a:ext cx="9200047" cy="956899"/>
            </a:xfrm>
            <a:custGeom>
              <a:rect b="b" l="l" r="r" t="t"/>
              <a:pathLst>
                <a:path extrusionOk="0" h="26953" w="259138">
                  <a:moveTo>
                    <a:pt x="26" y="0"/>
                  </a:moveTo>
                  <a:lnTo>
                    <a:pt x="26" y="0"/>
                  </a:lnTo>
                  <a:cubicBezTo>
                    <a:pt x="0" y="3586"/>
                    <a:pt x="731" y="7180"/>
                    <a:pt x="2167" y="10478"/>
                  </a:cubicBezTo>
                  <a:cubicBezTo>
                    <a:pt x="3594" y="13776"/>
                    <a:pt x="5718" y="16779"/>
                    <a:pt x="8346" y="19242"/>
                  </a:cubicBezTo>
                  <a:cubicBezTo>
                    <a:pt x="10974" y="21704"/>
                    <a:pt x="14133" y="23602"/>
                    <a:pt x="17545" y="24794"/>
                  </a:cubicBezTo>
                  <a:cubicBezTo>
                    <a:pt x="19242" y="25394"/>
                    <a:pt x="21008" y="25812"/>
                    <a:pt x="22801" y="26047"/>
                  </a:cubicBezTo>
                  <a:cubicBezTo>
                    <a:pt x="23027" y="26073"/>
                    <a:pt x="23253" y="26108"/>
                    <a:pt x="23471" y="26134"/>
                  </a:cubicBezTo>
                  <a:lnTo>
                    <a:pt x="24150" y="26186"/>
                  </a:lnTo>
                  <a:cubicBezTo>
                    <a:pt x="24376" y="26204"/>
                    <a:pt x="24602" y="26230"/>
                    <a:pt x="24829" y="26239"/>
                  </a:cubicBezTo>
                  <a:lnTo>
                    <a:pt x="25507" y="26256"/>
                  </a:lnTo>
                  <a:cubicBezTo>
                    <a:pt x="25725" y="26265"/>
                    <a:pt x="25960" y="26273"/>
                    <a:pt x="26178" y="26282"/>
                  </a:cubicBezTo>
                  <a:lnTo>
                    <a:pt x="26856" y="26282"/>
                  </a:lnTo>
                  <a:lnTo>
                    <a:pt x="28197" y="26291"/>
                  </a:lnTo>
                  <a:lnTo>
                    <a:pt x="71257" y="26508"/>
                  </a:lnTo>
                  <a:lnTo>
                    <a:pt x="259138" y="26952"/>
                  </a:lnTo>
                  <a:lnTo>
                    <a:pt x="259138" y="25186"/>
                  </a:lnTo>
                  <a:lnTo>
                    <a:pt x="71257" y="25621"/>
                  </a:lnTo>
                  <a:lnTo>
                    <a:pt x="28197" y="25847"/>
                  </a:lnTo>
                  <a:lnTo>
                    <a:pt x="26856" y="25847"/>
                  </a:lnTo>
                  <a:lnTo>
                    <a:pt x="26178" y="25856"/>
                  </a:lnTo>
                  <a:cubicBezTo>
                    <a:pt x="25960" y="25856"/>
                    <a:pt x="25734" y="25847"/>
                    <a:pt x="25516" y="25847"/>
                  </a:cubicBezTo>
                  <a:lnTo>
                    <a:pt x="24846" y="25830"/>
                  </a:lnTo>
                  <a:cubicBezTo>
                    <a:pt x="24620" y="25821"/>
                    <a:pt x="24402" y="25803"/>
                    <a:pt x="24176" y="25786"/>
                  </a:cubicBezTo>
                  <a:lnTo>
                    <a:pt x="23515" y="25742"/>
                  </a:lnTo>
                  <a:cubicBezTo>
                    <a:pt x="23288" y="25716"/>
                    <a:pt x="23071" y="25690"/>
                    <a:pt x="22853" y="25664"/>
                  </a:cubicBezTo>
                  <a:cubicBezTo>
                    <a:pt x="21087" y="25447"/>
                    <a:pt x="19337" y="25055"/>
                    <a:pt x="17649" y="24481"/>
                  </a:cubicBezTo>
                  <a:cubicBezTo>
                    <a:pt x="14272" y="23341"/>
                    <a:pt x="11131" y="21496"/>
                    <a:pt x="8503" y="19076"/>
                  </a:cubicBezTo>
                  <a:cubicBezTo>
                    <a:pt x="5866" y="16666"/>
                    <a:pt x="3725" y="13707"/>
                    <a:pt x="2271" y="10435"/>
                  </a:cubicBezTo>
                  <a:cubicBezTo>
                    <a:pt x="809" y="7163"/>
                    <a:pt x="44" y="3586"/>
                    <a:pt x="26" y="0"/>
                  </a:cubicBezTo>
                  <a:close/>
                </a:path>
              </a:pathLst>
            </a:custGeom>
            <a:gradFill>
              <a:gsLst>
                <a:gs pos="0">
                  <a:schemeClr val="accent3"/>
                </a:gs>
                <a:gs pos="26000">
                  <a:schemeClr val="accent4"/>
                </a:gs>
                <a:gs pos="58000">
                  <a:schemeClr val="dk2"/>
                </a:gs>
                <a:gs pos="100000">
                  <a:schemeClr val="lt2"/>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9"/>
            <p:cNvSpPr/>
            <p:nvPr/>
          </p:nvSpPr>
          <p:spPr>
            <a:xfrm>
              <a:off x="284" y="3647611"/>
              <a:ext cx="9199763" cy="956899"/>
            </a:xfrm>
            <a:custGeom>
              <a:rect b="b" l="l" r="r" t="t"/>
              <a:pathLst>
                <a:path extrusionOk="0" h="26953" w="259130">
                  <a:moveTo>
                    <a:pt x="18" y="1"/>
                  </a:moveTo>
                  <a:lnTo>
                    <a:pt x="18" y="1"/>
                  </a:lnTo>
                  <a:cubicBezTo>
                    <a:pt x="1" y="3586"/>
                    <a:pt x="723" y="7180"/>
                    <a:pt x="2159" y="10479"/>
                  </a:cubicBezTo>
                  <a:cubicBezTo>
                    <a:pt x="3586" y="13786"/>
                    <a:pt x="5710" y="16779"/>
                    <a:pt x="8338" y="19242"/>
                  </a:cubicBezTo>
                  <a:cubicBezTo>
                    <a:pt x="10966" y="21705"/>
                    <a:pt x="14125" y="23611"/>
                    <a:pt x="17537" y="24803"/>
                  </a:cubicBezTo>
                  <a:cubicBezTo>
                    <a:pt x="19234" y="25395"/>
                    <a:pt x="21000" y="25813"/>
                    <a:pt x="22793" y="26048"/>
                  </a:cubicBezTo>
                  <a:cubicBezTo>
                    <a:pt x="23019" y="26082"/>
                    <a:pt x="23245" y="26109"/>
                    <a:pt x="23472" y="26135"/>
                  </a:cubicBezTo>
                  <a:lnTo>
                    <a:pt x="24142" y="26187"/>
                  </a:lnTo>
                  <a:cubicBezTo>
                    <a:pt x="24368" y="26204"/>
                    <a:pt x="24594" y="26230"/>
                    <a:pt x="24821" y="26239"/>
                  </a:cubicBezTo>
                  <a:lnTo>
                    <a:pt x="25499" y="26265"/>
                  </a:lnTo>
                  <a:cubicBezTo>
                    <a:pt x="25717" y="26265"/>
                    <a:pt x="25952" y="26283"/>
                    <a:pt x="26170" y="26283"/>
                  </a:cubicBezTo>
                  <a:lnTo>
                    <a:pt x="26848" y="26283"/>
                  </a:lnTo>
                  <a:lnTo>
                    <a:pt x="28189" y="26291"/>
                  </a:lnTo>
                  <a:lnTo>
                    <a:pt x="71249" y="26509"/>
                  </a:lnTo>
                  <a:lnTo>
                    <a:pt x="259130" y="26953"/>
                  </a:lnTo>
                  <a:lnTo>
                    <a:pt x="259130" y="25186"/>
                  </a:lnTo>
                  <a:lnTo>
                    <a:pt x="71249" y="25630"/>
                  </a:lnTo>
                  <a:lnTo>
                    <a:pt x="28189" y="25847"/>
                  </a:lnTo>
                  <a:lnTo>
                    <a:pt x="26848" y="25856"/>
                  </a:lnTo>
                  <a:lnTo>
                    <a:pt x="26170" y="25856"/>
                  </a:lnTo>
                  <a:cubicBezTo>
                    <a:pt x="25952" y="25856"/>
                    <a:pt x="25726" y="25847"/>
                    <a:pt x="25508" y="25847"/>
                  </a:cubicBezTo>
                  <a:lnTo>
                    <a:pt x="24838" y="25830"/>
                  </a:lnTo>
                  <a:cubicBezTo>
                    <a:pt x="24620" y="25830"/>
                    <a:pt x="24394" y="25804"/>
                    <a:pt x="24177" y="25787"/>
                  </a:cubicBezTo>
                  <a:lnTo>
                    <a:pt x="23507" y="25743"/>
                  </a:lnTo>
                  <a:cubicBezTo>
                    <a:pt x="23280" y="25726"/>
                    <a:pt x="23063" y="25691"/>
                    <a:pt x="22845" y="25665"/>
                  </a:cubicBezTo>
                  <a:cubicBezTo>
                    <a:pt x="21079" y="25456"/>
                    <a:pt x="19329" y="25056"/>
                    <a:pt x="17641" y="24490"/>
                  </a:cubicBezTo>
                  <a:cubicBezTo>
                    <a:pt x="14264" y="23341"/>
                    <a:pt x="11123" y="21496"/>
                    <a:pt x="8495" y="19077"/>
                  </a:cubicBezTo>
                  <a:cubicBezTo>
                    <a:pt x="5858" y="16666"/>
                    <a:pt x="3717" y="13707"/>
                    <a:pt x="2263" y="10435"/>
                  </a:cubicBezTo>
                  <a:cubicBezTo>
                    <a:pt x="801" y="7172"/>
                    <a:pt x="36" y="3586"/>
                    <a:pt x="18" y="1"/>
                  </a:cubicBezTo>
                  <a:close/>
                </a:path>
              </a:pathLst>
            </a:custGeom>
            <a:gradFill>
              <a:gsLst>
                <a:gs pos="0">
                  <a:schemeClr val="accent3"/>
                </a:gs>
                <a:gs pos="26000">
                  <a:schemeClr val="accent4"/>
                </a:gs>
                <a:gs pos="58000">
                  <a:schemeClr val="dk2"/>
                </a:gs>
                <a:gs pos="100000">
                  <a:schemeClr val="lt2"/>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9"/>
            <p:cNvSpPr/>
            <p:nvPr/>
          </p:nvSpPr>
          <p:spPr>
            <a:xfrm>
              <a:off x="284" y="3746808"/>
              <a:ext cx="9199763" cy="956899"/>
            </a:xfrm>
            <a:custGeom>
              <a:rect b="b" l="l" r="r" t="t"/>
              <a:pathLst>
                <a:path extrusionOk="0" h="26953" w="259130">
                  <a:moveTo>
                    <a:pt x="18" y="0"/>
                  </a:moveTo>
                  <a:lnTo>
                    <a:pt x="18" y="0"/>
                  </a:lnTo>
                  <a:cubicBezTo>
                    <a:pt x="1" y="3586"/>
                    <a:pt x="723" y="7189"/>
                    <a:pt x="2159" y="10487"/>
                  </a:cubicBezTo>
                  <a:cubicBezTo>
                    <a:pt x="3586" y="13785"/>
                    <a:pt x="5710" y="16779"/>
                    <a:pt x="8338" y="19242"/>
                  </a:cubicBezTo>
                  <a:cubicBezTo>
                    <a:pt x="10966" y="21713"/>
                    <a:pt x="14125" y="23610"/>
                    <a:pt x="17537" y="24803"/>
                  </a:cubicBezTo>
                  <a:cubicBezTo>
                    <a:pt x="19234" y="25403"/>
                    <a:pt x="21000" y="25821"/>
                    <a:pt x="22793" y="26056"/>
                  </a:cubicBezTo>
                  <a:cubicBezTo>
                    <a:pt x="23019" y="26082"/>
                    <a:pt x="23245" y="26117"/>
                    <a:pt x="23472" y="26134"/>
                  </a:cubicBezTo>
                  <a:lnTo>
                    <a:pt x="24142" y="26195"/>
                  </a:lnTo>
                  <a:cubicBezTo>
                    <a:pt x="24368" y="26212"/>
                    <a:pt x="24594" y="26230"/>
                    <a:pt x="24821" y="26247"/>
                  </a:cubicBezTo>
                  <a:lnTo>
                    <a:pt x="25499" y="26265"/>
                  </a:lnTo>
                  <a:cubicBezTo>
                    <a:pt x="25717" y="26273"/>
                    <a:pt x="25952" y="26282"/>
                    <a:pt x="26170" y="26282"/>
                  </a:cubicBezTo>
                  <a:lnTo>
                    <a:pt x="26848" y="26291"/>
                  </a:lnTo>
                  <a:lnTo>
                    <a:pt x="28189" y="26291"/>
                  </a:lnTo>
                  <a:lnTo>
                    <a:pt x="71249" y="26517"/>
                  </a:lnTo>
                  <a:lnTo>
                    <a:pt x="259130" y="26952"/>
                  </a:lnTo>
                  <a:lnTo>
                    <a:pt x="259130" y="25186"/>
                  </a:lnTo>
                  <a:lnTo>
                    <a:pt x="71249" y="25629"/>
                  </a:lnTo>
                  <a:lnTo>
                    <a:pt x="28189" y="25847"/>
                  </a:lnTo>
                  <a:lnTo>
                    <a:pt x="26848" y="25856"/>
                  </a:lnTo>
                  <a:lnTo>
                    <a:pt x="26170" y="25856"/>
                  </a:lnTo>
                  <a:cubicBezTo>
                    <a:pt x="25952" y="25856"/>
                    <a:pt x="25726" y="25856"/>
                    <a:pt x="25508" y="25847"/>
                  </a:cubicBezTo>
                  <a:lnTo>
                    <a:pt x="24838" y="25838"/>
                  </a:lnTo>
                  <a:cubicBezTo>
                    <a:pt x="24620" y="25830"/>
                    <a:pt x="24394" y="25803"/>
                    <a:pt x="24177" y="25795"/>
                  </a:cubicBezTo>
                  <a:lnTo>
                    <a:pt x="23507" y="25743"/>
                  </a:lnTo>
                  <a:cubicBezTo>
                    <a:pt x="23280" y="25725"/>
                    <a:pt x="23063" y="25690"/>
                    <a:pt x="22845" y="25664"/>
                  </a:cubicBezTo>
                  <a:cubicBezTo>
                    <a:pt x="21079" y="25455"/>
                    <a:pt x="19329" y="25064"/>
                    <a:pt x="17641" y="24489"/>
                  </a:cubicBezTo>
                  <a:cubicBezTo>
                    <a:pt x="14264" y="23341"/>
                    <a:pt x="11123" y="21496"/>
                    <a:pt x="8495" y="19076"/>
                  </a:cubicBezTo>
                  <a:cubicBezTo>
                    <a:pt x="5858" y="16666"/>
                    <a:pt x="3717" y="13707"/>
                    <a:pt x="2263" y="10435"/>
                  </a:cubicBezTo>
                  <a:cubicBezTo>
                    <a:pt x="801" y="7171"/>
                    <a:pt x="36" y="3586"/>
                    <a:pt x="18" y="0"/>
                  </a:cubicBezTo>
                  <a:close/>
                </a:path>
              </a:pathLst>
            </a:custGeom>
            <a:gradFill>
              <a:gsLst>
                <a:gs pos="0">
                  <a:schemeClr val="accent3"/>
                </a:gs>
                <a:gs pos="26000">
                  <a:schemeClr val="accent4"/>
                </a:gs>
                <a:gs pos="58000">
                  <a:schemeClr val="dk2"/>
                </a:gs>
                <a:gs pos="100000">
                  <a:schemeClr val="lt2"/>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9"/>
            <p:cNvSpPr/>
            <p:nvPr/>
          </p:nvSpPr>
          <p:spPr>
            <a:xfrm>
              <a:off x="284" y="3845969"/>
              <a:ext cx="9199763" cy="957218"/>
            </a:xfrm>
            <a:custGeom>
              <a:rect b="b" l="l" r="r" t="t"/>
              <a:pathLst>
                <a:path extrusionOk="0" h="26962" w="259130">
                  <a:moveTo>
                    <a:pt x="18" y="1"/>
                  </a:moveTo>
                  <a:lnTo>
                    <a:pt x="18" y="1"/>
                  </a:lnTo>
                  <a:cubicBezTo>
                    <a:pt x="1" y="3595"/>
                    <a:pt x="723" y="7189"/>
                    <a:pt x="2159" y="10487"/>
                  </a:cubicBezTo>
                  <a:cubicBezTo>
                    <a:pt x="3586" y="13786"/>
                    <a:pt x="5710" y="16788"/>
                    <a:pt x="8338" y="19242"/>
                  </a:cubicBezTo>
                  <a:cubicBezTo>
                    <a:pt x="10966" y="21714"/>
                    <a:pt x="14125" y="23611"/>
                    <a:pt x="17537" y="24803"/>
                  </a:cubicBezTo>
                  <a:cubicBezTo>
                    <a:pt x="19234" y="25404"/>
                    <a:pt x="21000" y="25821"/>
                    <a:pt x="22793" y="26056"/>
                  </a:cubicBezTo>
                  <a:cubicBezTo>
                    <a:pt x="23019" y="26082"/>
                    <a:pt x="23245" y="26117"/>
                    <a:pt x="23472" y="26143"/>
                  </a:cubicBezTo>
                  <a:lnTo>
                    <a:pt x="24142" y="26196"/>
                  </a:lnTo>
                  <a:cubicBezTo>
                    <a:pt x="24368" y="26213"/>
                    <a:pt x="24594" y="26239"/>
                    <a:pt x="24821" y="26248"/>
                  </a:cubicBezTo>
                  <a:lnTo>
                    <a:pt x="25499" y="26265"/>
                  </a:lnTo>
                  <a:cubicBezTo>
                    <a:pt x="25717" y="26274"/>
                    <a:pt x="25952" y="26283"/>
                    <a:pt x="26170" y="26283"/>
                  </a:cubicBezTo>
                  <a:lnTo>
                    <a:pt x="26848" y="26291"/>
                  </a:lnTo>
                  <a:lnTo>
                    <a:pt x="28189" y="26300"/>
                  </a:lnTo>
                  <a:lnTo>
                    <a:pt x="71249" y="26518"/>
                  </a:lnTo>
                  <a:lnTo>
                    <a:pt x="259130" y="26961"/>
                  </a:lnTo>
                  <a:lnTo>
                    <a:pt x="259130" y="25186"/>
                  </a:lnTo>
                  <a:lnTo>
                    <a:pt x="71249" y="25630"/>
                  </a:lnTo>
                  <a:lnTo>
                    <a:pt x="28189" y="25856"/>
                  </a:lnTo>
                  <a:lnTo>
                    <a:pt x="26848" y="25856"/>
                  </a:lnTo>
                  <a:lnTo>
                    <a:pt x="26170" y="25865"/>
                  </a:lnTo>
                  <a:cubicBezTo>
                    <a:pt x="25952" y="25865"/>
                    <a:pt x="25726" y="25856"/>
                    <a:pt x="25508" y="25847"/>
                  </a:cubicBezTo>
                  <a:lnTo>
                    <a:pt x="24838" y="25839"/>
                  </a:lnTo>
                  <a:cubicBezTo>
                    <a:pt x="24620" y="25830"/>
                    <a:pt x="24394" y="25813"/>
                    <a:pt x="24177" y="25795"/>
                  </a:cubicBezTo>
                  <a:lnTo>
                    <a:pt x="23507" y="25752"/>
                  </a:lnTo>
                  <a:cubicBezTo>
                    <a:pt x="23280" y="25726"/>
                    <a:pt x="23063" y="25700"/>
                    <a:pt x="22845" y="25673"/>
                  </a:cubicBezTo>
                  <a:cubicBezTo>
                    <a:pt x="21079" y="25456"/>
                    <a:pt x="19329" y="25064"/>
                    <a:pt x="17641" y="24490"/>
                  </a:cubicBezTo>
                  <a:cubicBezTo>
                    <a:pt x="14264" y="23350"/>
                    <a:pt x="11123" y="21505"/>
                    <a:pt x="8495" y="19086"/>
                  </a:cubicBezTo>
                  <a:cubicBezTo>
                    <a:pt x="5858" y="16675"/>
                    <a:pt x="3717" y="13716"/>
                    <a:pt x="2263" y="10444"/>
                  </a:cubicBezTo>
                  <a:cubicBezTo>
                    <a:pt x="801" y="7172"/>
                    <a:pt x="36" y="3595"/>
                    <a:pt x="18" y="1"/>
                  </a:cubicBezTo>
                  <a:close/>
                </a:path>
              </a:pathLst>
            </a:custGeom>
            <a:gradFill>
              <a:gsLst>
                <a:gs pos="0">
                  <a:schemeClr val="accent3"/>
                </a:gs>
                <a:gs pos="26000">
                  <a:schemeClr val="accent4"/>
                </a:gs>
                <a:gs pos="58000">
                  <a:schemeClr val="dk2"/>
                </a:gs>
                <a:gs pos="100000">
                  <a:schemeClr val="lt2"/>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254" name="Shape 254"/>
        <p:cNvGrpSpPr/>
        <p:nvPr/>
      </p:nvGrpSpPr>
      <p:grpSpPr>
        <a:xfrm>
          <a:off x="0" y="0"/>
          <a:ext cx="0" cy="0"/>
          <a:chOff x="0" y="0"/>
          <a:chExt cx="0" cy="0"/>
        </a:xfrm>
      </p:grpSpPr>
      <p:pic>
        <p:nvPicPr>
          <p:cNvPr id="255" name="Google Shape;255;p20"/>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256" name="Google Shape;256;p20"/>
          <p:cNvSpPr txBox="1"/>
          <p:nvPr>
            <p:ph type="title"/>
          </p:nvPr>
        </p:nvSpPr>
        <p:spPr>
          <a:xfrm>
            <a:off x="713225" y="554992"/>
            <a:ext cx="7717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1pPr>
            <a:lvl2pPr lvl="1"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2pPr>
            <a:lvl3pPr lvl="2"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3pPr>
            <a:lvl4pPr lvl="3"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4pPr>
            <a:lvl5pPr lvl="4"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5pPr>
            <a:lvl6pPr lvl="5"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6pPr>
            <a:lvl7pPr lvl="6"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7pPr>
            <a:lvl8pPr lvl="7"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8pPr>
            <a:lvl9pPr lvl="8" rtl="0">
              <a:spcBef>
                <a:spcPts val="0"/>
              </a:spcBef>
              <a:spcAft>
                <a:spcPts val="0"/>
              </a:spcAft>
              <a:buSzPts val="3500"/>
              <a:buFont typeface="Fira Sans Condensed"/>
              <a:buNone/>
              <a:defRPr b="1" sz="3500">
                <a:latin typeface="Fira Sans Condensed"/>
                <a:ea typeface="Fira Sans Condensed"/>
                <a:cs typeface="Fira Sans Condensed"/>
                <a:sym typeface="Fira Sans Condensed"/>
              </a:defRPr>
            </a:lvl9pPr>
          </a:lstStyle>
          <a:p/>
        </p:txBody>
      </p:sp>
      <p:sp>
        <p:nvSpPr>
          <p:cNvPr id="257" name="Google Shape;257;p20"/>
          <p:cNvSpPr txBox="1"/>
          <p:nvPr>
            <p:ph idx="1" type="subTitle"/>
          </p:nvPr>
        </p:nvSpPr>
        <p:spPr>
          <a:xfrm>
            <a:off x="1055970" y="2233502"/>
            <a:ext cx="2088900" cy="540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58" name="Google Shape;258;p20"/>
          <p:cNvSpPr txBox="1"/>
          <p:nvPr>
            <p:ph idx="2" type="subTitle"/>
          </p:nvPr>
        </p:nvSpPr>
        <p:spPr>
          <a:xfrm>
            <a:off x="1055970" y="1828725"/>
            <a:ext cx="2088900" cy="408600"/>
          </a:xfrm>
          <a:prstGeom prst="rect">
            <a:avLst/>
          </a:prstGeom>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lnSpc>
                <a:spcPct val="100000"/>
              </a:lnSpc>
              <a:spcBef>
                <a:spcPts val="0"/>
              </a:spcBef>
              <a:spcAft>
                <a:spcPts val="0"/>
              </a:spcAft>
              <a:buSzPts val="2400"/>
              <a:buFont typeface="Bebas Neue"/>
              <a:buNone/>
              <a:defRPr sz="2400">
                <a:solidFill>
                  <a:schemeClr val="dk1"/>
                </a:solidFill>
                <a:latin typeface="Fira Sans Condensed SemiBold"/>
                <a:ea typeface="Fira Sans Condensed SemiBold"/>
                <a:cs typeface="Fira Sans Condensed SemiBold"/>
                <a:sym typeface="Fira Sans Condensed Semi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59" name="Google Shape;259;p20"/>
          <p:cNvSpPr txBox="1"/>
          <p:nvPr>
            <p:ph idx="3" type="subTitle"/>
          </p:nvPr>
        </p:nvSpPr>
        <p:spPr>
          <a:xfrm>
            <a:off x="5999130" y="2233502"/>
            <a:ext cx="2088900" cy="540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60" name="Google Shape;260;p20"/>
          <p:cNvSpPr txBox="1"/>
          <p:nvPr>
            <p:ph idx="4" type="subTitle"/>
          </p:nvPr>
        </p:nvSpPr>
        <p:spPr>
          <a:xfrm>
            <a:off x="5999130" y="1828725"/>
            <a:ext cx="2088900" cy="408600"/>
          </a:xfrm>
          <a:prstGeom prst="rect">
            <a:avLst/>
          </a:prstGeom>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lnSpc>
                <a:spcPct val="100000"/>
              </a:lnSpc>
              <a:spcBef>
                <a:spcPts val="0"/>
              </a:spcBef>
              <a:spcAft>
                <a:spcPts val="0"/>
              </a:spcAft>
              <a:buSzPts val="2400"/>
              <a:buFont typeface="Bebas Neue"/>
              <a:buNone/>
              <a:defRPr sz="2400">
                <a:solidFill>
                  <a:schemeClr val="dk1"/>
                </a:solidFill>
                <a:latin typeface="Fira Sans Condensed SemiBold"/>
                <a:ea typeface="Fira Sans Condensed SemiBold"/>
                <a:cs typeface="Fira Sans Condensed SemiBold"/>
                <a:sym typeface="Fira Sans Condensed Semi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61" name="Google Shape;261;p20"/>
          <p:cNvSpPr txBox="1"/>
          <p:nvPr>
            <p:ph idx="5" type="subTitle"/>
          </p:nvPr>
        </p:nvSpPr>
        <p:spPr>
          <a:xfrm>
            <a:off x="3527550" y="3892413"/>
            <a:ext cx="2088900" cy="540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62" name="Google Shape;262;p20"/>
          <p:cNvSpPr txBox="1"/>
          <p:nvPr>
            <p:ph idx="6" type="subTitle"/>
          </p:nvPr>
        </p:nvSpPr>
        <p:spPr>
          <a:xfrm>
            <a:off x="3527550" y="3487635"/>
            <a:ext cx="2088900" cy="408600"/>
          </a:xfrm>
          <a:prstGeom prst="rect">
            <a:avLst/>
          </a:prstGeom>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lnSpc>
                <a:spcPct val="100000"/>
              </a:lnSpc>
              <a:spcBef>
                <a:spcPts val="0"/>
              </a:spcBef>
              <a:spcAft>
                <a:spcPts val="0"/>
              </a:spcAft>
              <a:buSzPts val="2400"/>
              <a:buFont typeface="Bebas Neue"/>
              <a:buNone/>
              <a:defRPr sz="2400">
                <a:solidFill>
                  <a:schemeClr val="dk1"/>
                </a:solidFill>
                <a:latin typeface="Fira Sans Condensed SemiBold"/>
                <a:ea typeface="Fira Sans Condensed SemiBold"/>
                <a:cs typeface="Fira Sans Condensed SemiBold"/>
                <a:sym typeface="Fira Sans Condensed Semi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63" name="Google Shape;263;p20"/>
          <p:cNvSpPr txBox="1"/>
          <p:nvPr>
            <p:ph idx="7" type="subTitle"/>
          </p:nvPr>
        </p:nvSpPr>
        <p:spPr>
          <a:xfrm>
            <a:off x="3527550" y="2233502"/>
            <a:ext cx="2088900" cy="540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64" name="Google Shape;264;p20"/>
          <p:cNvSpPr txBox="1"/>
          <p:nvPr>
            <p:ph idx="8" type="subTitle"/>
          </p:nvPr>
        </p:nvSpPr>
        <p:spPr>
          <a:xfrm>
            <a:off x="3527550" y="1828725"/>
            <a:ext cx="2088900" cy="408600"/>
          </a:xfrm>
          <a:prstGeom prst="rect">
            <a:avLst/>
          </a:prstGeom>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lnSpc>
                <a:spcPct val="100000"/>
              </a:lnSpc>
              <a:spcBef>
                <a:spcPts val="0"/>
              </a:spcBef>
              <a:spcAft>
                <a:spcPts val="0"/>
              </a:spcAft>
              <a:buSzPts val="2400"/>
              <a:buFont typeface="Bebas Neue"/>
              <a:buNone/>
              <a:defRPr sz="2400">
                <a:solidFill>
                  <a:schemeClr val="dk1"/>
                </a:solidFill>
                <a:latin typeface="Fira Sans Condensed SemiBold"/>
                <a:ea typeface="Fira Sans Condensed SemiBold"/>
                <a:cs typeface="Fira Sans Condensed SemiBold"/>
                <a:sym typeface="Fira Sans Condensed Semi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65" name="Google Shape;265;p20"/>
          <p:cNvSpPr txBox="1"/>
          <p:nvPr>
            <p:ph idx="9" type="subTitle"/>
          </p:nvPr>
        </p:nvSpPr>
        <p:spPr>
          <a:xfrm>
            <a:off x="1055970" y="3892413"/>
            <a:ext cx="2088900" cy="540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66" name="Google Shape;266;p20"/>
          <p:cNvSpPr txBox="1"/>
          <p:nvPr>
            <p:ph idx="13" type="subTitle"/>
          </p:nvPr>
        </p:nvSpPr>
        <p:spPr>
          <a:xfrm>
            <a:off x="1055970" y="3487635"/>
            <a:ext cx="2088900" cy="408600"/>
          </a:xfrm>
          <a:prstGeom prst="rect">
            <a:avLst/>
          </a:prstGeom>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lnSpc>
                <a:spcPct val="100000"/>
              </a:lnSpc>
              <a:spcBef>
                <a:spcPts val="0"/>
              </a:spcBef>
              <a:spcAft>
                <a:spcPts val="0"/>
              </a:spcAft>
              <a:buSzPts val="2400"/>
              <a:buFont typeface="Bebas Neue"/>
              <a:buNone/>
              <a:defRPr sz="2400">
                <a:solidFill>
                  <a:schemeClr val="dk1"/>
                </a:solidFill>
                <a:latin typeface="Fira Sans Condensed SemiBold"/>
                <a:ea typeface="Fira Sans Condensed SemiBold"/>
                <a:cs typeface="Fira Sans Condensed SemiBold"/>
                <a:sym typeface="Fira Sans Condensed Semi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67" name="Google Shape;267;p20"/>
          <p:cNvSpPr txBox="1"/>
          <p:nvPr>
            <p:ph idx="14" type="subTitle"/>
          </p:nvPr>
        </p:nvSpPr>
        <p:spPr>
          <a:xfrm>
            <a:off x="5999130" y="3892413"/>
            <a:ext cx="2088900" cy="540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68" name="Google Shape;268;p20"/>
          <p:cNvSpPr txBox="1"/>
          <p:nvPr>
            <p:ph idx="15" type="subTitle"/>
          </p:nvPr>
        </p:nvSpPr>
        <p:spPr>
          <a:xfrm>
            <a:off x="5999130" y="3487635"/>
            <a:ext cx="2088900" cy="408600"/>
          </a:xfrm>
          <a:prstGeom prst="rect">
            <a:avLst/>
          </a:prstGeom>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lnSpc>
                <a:spcPct val="100000"/>
              </a:lnSpc>
              <a:spcBef>
                <a:spcPts val="0"/>
              </a:spcBef>
              <a:spcAft>
                <a:spcPts val="0"/>
              </a:spcAft>
              <a:buSzPts val="2400"/>
              <a:buFont typeface="Bebas Neue"/>
              <a:buNone/>
              <a:defRPr sz="2400">
                <a:solidFill>
                  <a:schemeClr val="dk1"/>
                </a:solidFill>
                <a:latin typeface="Fira Sans Condensed SemiBold"/>
                <a:ea typeface="Fira Sans Condensed SemiBold"/>
                <a:cs typeface="Fira Sans Condensed SemiBold"/>
                <a:sym typeface="Fira Sans Condensed Semi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269" name="Google Shape;269;p20"/>
          <p:cNvGrpSpPr/>
          <p:nvPr/>
        </p:nvGrpSpPr>
        <p:grpSpPr>
          <a:xfrm flipH="1" rot="-5400000">
            <a:off x="-4555430" y="4079025"/>
            <a:ext cx="9200047" cy="1254737"/>
            <a:chOff x="0" y="3548450"/>
            <a:chExt cx="9200047" cy="1254737"/>
          </a:xfrm>
        </p:grpSpPr>
        <p:sp>
          <p:nvSpPr>
            <p:cNvPr id="270" name="Google Shape;270;p20"/>
            <p:cNvSpPr/>
            <p:nvPr/>
          </p:nvSpPr>
          <p:spPr>
            <a:xfrm>
              <a:off x="0" y="3548450"/>
              <a:ext cx="9200047" cy="956899"/>
            </a:xfrm>
            <a:custGeom>
              <a:rect b="b" l="l" r="r" t="t"/>
              <a:pathLst>
                <a:path extrusionOk="0" h="26953" w="259138">
                  <a:moveTo>
                    <a:pt x="26" y="0"/>
                  </a:moveTo>
                  <a:lnTo>
                    <a:pt x="26" y="0"/>
                  </a:lnTo>
                  <a:cubicBezTo>
                    <a:pt x="0" y="3586"/>
                    <a:pt x="731" y="7180"/>
                    <a:pt x="2167" y="10478"/>
                  </a:cubicBezTo>
                  <a:cubicBezTo>
                    <a:pt x="3594" y="13776"/>
                    <a:pt x="5718" y="16779"/>
                    <a:pt x="8346" y="19242"/>
                  </a:cubicBezTo>
                  <a:cubicBezTo>
                    <a:pt x="10974" y="21704"/>
                    <a:pt x="14133" y="23602"/>
                    <a:pt x="17545" y="24794"/>
                  </a:cubicBezTo>
                  <a:cubicBezTo>
                    <a:pt x="19242" y="25394"/>
                    <a:pt x="21008" y="25812"/>
                    <a:pt x="22801" y="26047"/>
                  </a:cubicBezTo>
                  <a:cubicBezTo>
                    <a:pt x="23027" y="26073"/>
                    <a:pt x="23253" y="26108"/>
                    <a:pt x="23471" y="26134"/>
                  </a:cubicBezTo>
                  <a:lnTo>
                    <a:pt x="24150" y="26186"/>
                  </a:lnTo>
                  <a:cubicBezTo>
                    <a:pt x="24376" y="26204"/>
                    <a:pt x="24602" y="26230"/>
                    <a:pt x="24829" y="26239"/>
                  </a:cubicBezTo>
                  <a:lnTo>
                    <a:pt x="25507" y="26256"/>
                  </a:lnTo>
                  <a:cubicBezTo>
                    <a:pt x="25725" y="26265"/>
                    <a:pt x="25960" y="26273"/>
                    <a:pt x="26178" y="26282"/>
                  </a:cubicBezTo>
                  <a:lnTo>
                    <a:pt x="26856" y="26282"/>
                  </a:lnTo>
                  <a:lnTo>
                    <a:pt x="28197" y="26291"/>
                  </a:lnTo>
                  <a:lnTo>
                    <a:pt x="71257" y="26508"/>
                  </a:lnTo>
                  <a:lnTo>
                    <a:pt x="259138" y="26952"/>
                  </a:lnTo>
                  <a:lnTo>
                    <a:pt x="259138" y="25186"/>
                  </a:lnTo>
                  <a:lnTo>
                    <a:pt x="71257" y="25621"/>
                  </a:lnTo>
                  <a:lnTo>
                    <a:pt x="28197" y="25847"/>
                  </a:lnTo>
                  <a:lnTo>
                    <a:pt x="26856" y="25847"/>
                  </a:lnTo>
                  <a:lnTo>
                    <a:pt x="26178" y="25856"/>
                  </a:lnTo>
                  <a:cubicBezTo>
                    <a:pt x="25960" y="25856"/>
                    <a:pt x="25734" y="25847"/>
                    <a:pt x="25516" y="25847"/>
                  </a:cubicBezTo>
                  <a:lnTo>
                    <a:pt x="24846" y="25830"/>
                  </a:lnTo>
                  <a:cubicBezTo>
                    <a:pt x="24620" y="25821"/>
                    <a:pt x="24402" y="25803"/>
                    <a:pt x="24176" y="25786"/>
                  </a:cubicBezTo>
                  <a:lnTo>
                    <a:pt x="23515" y="25742"/>
                  </a:lnTo>
                  <a:cubicBezTo>
                    <a:pt x="23288" y="25716"/>
                    <a:pt x="23071" y="25690"/>
                    <a:pt x="22853" y="25664"/>
                  </a:cubicBezTo>
                  <a:cubicBezTo>
                    <a:pt x="21087" y="25447"/>
                    <a:pt x="19337" y="25055"/>
                    <a:pt x="17649" y="24481"/>
                  </a:cubicBezTo>
                  <a:cubicBezTo>
                    <a:pt x="14272" y="23341"/>
                    <a:pt x="11131" y="21496"/>
                    <a:pt x="8503" y="19076"/>
                  </a:cubicBezTo>
                  <a:cubicBezTo>
                    <a:pt x="5866" y="16666"/>
                    <a:pt x="3725" y="13707"/>
                    <a:pt x="2271" y="10435"/>
                  </a:cubicBezTo>
                  <a:cubicBezTo>
                    <a:pt x="809" y="7163"/>
                    <a:pt x="44" y="3586"/>
                    <a:pt x="26" y="0"/>
                  </a:cubicBezTo>
                  <a:close/>
                </a:path>
              </a:pathLst>
            </a:custGeom>
            <a:gradFill>
              <a:gsLst>
                <a:gs pos="0">
                  <a:schemeClr val="accent3"/>
                </a:gs>
                <a:gs pos="26000">
                  <a:schemeClr val="accent4"/>
                </a:gs>
                <a:gs pos="58000">
                  <a:schemeClr val="dk2"/>
                </a:gs>
                <a:gs pos="100000">
                  <a:schemeClr val="lt2"/>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20"/>
            <p:cNvSpPr/>
            <p:nvPr/>
          </p:nvSpPr>
          <p:spPr>
            <a:xfrm>
              <a:off x="284" y="3647611"/>
              <a:ext cx="9199763" cy="956899"/>
            </a:xfrm>
            <a:custGeom>
              <a:rect b="b" l="l" r="r" t="t"/>
              <a:pathLst>
                <a:path extrusionOk="0" h="26953" w="259130">
                  <a:moveTo>
                    <a:pt x="18" y="1"/>
                  </a:moveTo>
                  <a:lnTo>
                    <a:pt x="18" y="1"/>
                  </a:lnTo>
                  <a:cubicBezTo>
                    <a:pt x="1" y="3586"/>
                    <a:pt x="723" y="7180"/>
                    <a:pt x="2159" y="10479"/>
                  </a:cubicBezTo>
                  <a:cubicBezTo>
                    <a:pt x="3586" y="13786"/>
                    <a:pt x="5710" y="16779"/>
                    <a:pt x="8338" y="19242"/>
                  </a:cubicBezTo>
                  <a:cubicBezTo>
                    <a:pt x="10966" y="21705"/>
                    <a:pt x="14125" y="23611"/>
                    <a:pt x="17537" y="24803"/>
                  </a:cubicBezTo>
                  <a:cubicBezTo>
                    <a:pt x="19234" y="25395"/>
                    <a:pt x="21000" y="25813"/>
                    <a:pt x="22793" y="26048"/>
                  </a:cubicBezTo>
                  <a:cubicBezTo>
                    <a:pt x="23019" y="26082"/>
                    <a:pt x="23245" y="26109"/>
                    <a:pt x="23472" y="26135"/>
                  </a:cubicBezTo>
                  <a:lnTo>
                    <a:pt x="24142" y="26187"/>
                  </a:lnTo>
                  <a:cubicBezTo>
                    <a:pt x="24368" y="26204"/>
                    <a:pt x="24594" y="26230"/>
                    <a:pt x="24821" y="26239"/>
                  </a:cubicBezTo>
                  <a:lnTo>
                    <a:pt x="25499" y="26265"/>
                  </a:lnTo>
                  <a:cubicBezTo>
                    <a:pt x="25717" y="26265"/>
                    <a:pt x="25952" y="26283"/>
                    <a:pt x="26170" y="26283"/>
                  </a:cubicBezTo>
                  <a:lnTo>
                    <a:pt x="26848" y="26283"/>
                  </a:lnTo>
                  <a:lnTo>
                    <a:pt x="28189" y="26291"/>
                  </a:lnTo>
                  <a:lnTo>
                    <a:pt x="71249" y="26509"/>
                  </a:lnTo>
                  <a:lnTo>
                    <a:pt x="259130" y="26953"/>
                  </a:lnTo>
                  <a:lnTo>
                    <a:pt x="259130" y="25186"/>
                  </a:lnTo>
                  <a:lnTo>
                    <a:pt x="71249" y="25630"/>
                  </a:lnTo>
                  <a:lnTo>
                    <a:pt x="28189" y="25847"/>
                  </a:lnTo>
                  <a:lnTo>
                    <a:pt x="26848" y="25856"/>
                  </a:lnTo>
                  <a:lnTo>
                    <a:pt x="26170" y="25856"/>
                  </a:lnTo>
                  <a:cubicBezTo>
                    <a:pt x="25952" y="25856"/>
                    <a:pt x="25726" y="25847"/>
                    <a:pt x="25508" y="25847"/>
                  </a:cubicBezTo>
                  <a:lnTo>
                    <a:pt x="24838" y="25830"/>
                  </a:lnTo>
                  <a:cubicBezTo>
                    <a:pt x="24620" y="25830"/>
                    <a:pt x="24394" y="25804"/>
                    <a:pt x="24177" y="25787"/>
                  </a:cubicBezTo>
                  <a:lnTo>
                    <a:pt x="23507" y="25743"/>
                  </a:lnTo>
                  <a:cubicBezTo>
                    <a:pt x="23280" y="25726"/>
                    <a:pt x="23063" y="25691"/>
                    <a:pt x="22845" y="25665"/>
                  </a:cubicBezTo>
                  <a:cubicBezTo>
                    <a:pt x="21079" y="25456"/>
                    <a:pt x="19329" y="25056"/>
                    <a:pt x="17641" y="24490"/>
                  </a:cubicBezTo>
                  <a:cubicBezTo>
                    <a:pt x="14264" y="23341"/>
                    <a:pt x="11123" y="21496"/>
                    <a:pt x="8495" y="19077"/>
                  </a:cubicBezTo>
                  <a:cubicBezTo>
                    <a:pt x="5858" y="16666"/>
                    <a:pt x="3717" y="13707"/>
                    <a:pt x="2263" y="10435"/>
                  </a:cubicBezTo>
                  <a:cubicBezTo>
                    <a:pt x="801" y="7172"/>
                    <a:pt x="36" y="3586"/>
                    <a:pt x="18" y="1"/>
                  </a:cubicBezTo>
                  <a:close/>
                </a:path>
              </a:pathLst>
            </a:custGeom>
            <a:gradFill>
              <a:gsLst>
                <a:gs pos="0">
                  <a:schemeClr val="accent3"/>
                </a:gs>
                <a:gs pos="26000">
                  <a:schemeClr val="accent4"/>
                </a:gs>
                <a:gs pos="58000">
                  <a:schemeClr val="dk2"/>
                </a:gs>
                <a:gs pos="100000">
                  <a:schemeClr val="lt2"/>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20"/>
            <p:cNvSpPr/>
            <p:nvPr/>
          </p:nvSpPr>
          <p:spPr>
            <a:xfrm>
              <a:off x="284" y="3746808"/>
              <a:ext cx="9199763" cy="956899"/>
            </a:xfrm>
            <a:custGeom>
              <a:rect b="b" l="l" r="r" t="t"/>
              <a:pathLst>
                <a:path extrusionOk="0" h="26953" w="259130">
                  <a:moveTo>
                    <a:pt x="18" y="0"/>
                  </a:moveTo>
                  <a:lnTo>
                    <a:pt x="18" y="0"/>
                  </a:lnTo>
                  <a:cubicBezTo>
                    <a:pt x="1" y="3586"/>
                    <a:pt x="723" y="7189"/>
                    <a:pt x="2159" y="10487"/>
                  </a:cubicBezTo>
                  <a:cubicBezTo>
                    <a:pt x="3586" y="13785"/>
                    <a:pt x="5710" y="16779"/>
                    <a:pt x="8338" y="19242"/>
                  </a:cubicBezTo>
                  <a:cubicBezTo>
                    <a:pt x="10966" y="21713"/>
                    <a:pt x="14125" y="23610"/>
                    <a:pt x="17537" y="24803"/>
                  </a:cubicBezTo>
                  <a:cubicBezTo>
                    <a:pt x="19234" y="25403"/>
                    <a:pt x="21000" y="25821"/>
                    <a:pt x="22793" y="26056"/>
                  </a:cubicBezTo>
                  <a:cubicBezTo>
                    <a:pt x="23019" y="26082"/>
                    <a:pt x="23245" y="26117"/>
                    <a:pt x="23472" y="26134"/>
                  </a:cubicBezTo>
                  <a:lnTo>
                    <a:pt x="24142" y="26195"/>
                  </a:lnTo>
                  <a:cubicBezTo>
                    <a:pt x="24368" y="26212"/>
                    <a:pt x="24594" y="26230"/>
                    <a:pt x="24821" y="26247"/>
                  </a:cubicBezTo>
                  <a:lnTo>
                    <a:pt x="25499" y="26265"/>
                  </a:lnTo>
                  <a:cubicBezTo>
                    <a:pt x="25717" y="26273"/>
                    <a:pt x="25952" y="26282"/>
                    <a:pt x="26170" y="26282"/>
                  </a:cubicBezTo>
                  <a:lnTo>
                    <a:pt x="26848" y="26291"/>
                  </a:lnTo>
                  <a:lnTo>
                    <a:pt x="28189" y="26291"/>
                  </a:lnTo>
                  <a:lnTo>
                    <a:pt x="71249" y="26517"/>
                  </a:lnTo>
                  <a:lnTo>
                    <a:pt x="259130" y="26952"/>
                  </a:lnTo>
                  <a:lnTo>
                    <a:pt x="259130" y="25186"/>
                  </a:lnTo>
                  <a:lnTo>
                    <a:pt x="71249" y="25629"/>
                  </a:lnTo>
                  <a:lnTo>
                    <a:pt x="28189" y="25847"/>
                  </a:lnTo>
                  <a:lnTo>
                    <a:pt x="26848" y="25856"/>
                  </a:lnTo>
                  <a:lnTo>
                    <a:pt x="26170" y="25856"/>
                  </a:lnTo>
                  <a:cubicBezTo>
                    <a:pt x="25952" y="25856"/>
                    <a:pt x="25726" y="25856"/>
                    <a:pt x="25508" y="25847"/>
                  </a:cubicBezTo>
                  <a:lnTo>
                    <a:pt x="24838" y="25838"/>
                  </a:lnTo>
                  <a:cubicBezTo>
                    <a:pt x="24620" y="25830"/>
                    <a:pt x="24394" y="25803"/>
                    <a:pt x="24177" y="25795"/>
                  </a:cubicBezTo>
                  <a:lnTo>
                    <a:pt x="23507" y="25743"/>
                  </a:lnTo>
                  <a:cubicBezTo>
                    <a:pt x="23280" y="25725"/>
                    <a:pt x="23063" y="25690"/>
                    <a:pt x="22845" y="25664"/>
                  </a:cubicBezTo>
                  <a:cubicBezTo>
                    <a:pt x="21079" y="25455"/>
                    <a:pt x="19329" y="25064"/>
                    <a:pt x="17641" y="24489"/>
                  </a:cubicBezTo>
                  <a:cubicBezTo>
                    <a:pt x="14264" y="23341"/>
                    <a:pt x="11123" y="21496"/>
                    <a:pt x="8495" y="19076"/>
                  </a:cubicBezTo>
                  <a:cubicBezTo>
                    <a:pt x="5858" y="16666"/>
                    <a:pt x="3717" y="13707"/>
                    <a:pt x="2263" y="10435"/>
                  </a:cubicBezTo>
                  <a:cubicBezTo>
                    <a:pt x="801" y="7171"/>
                    <a:pt x="36" y="3586"/>
                    <a:pt x="18" y="0"/>
                  </a:cubicBezTo>
                  <a:close/>
                </a:path>
              </a:pathLst>
            </a:custGeom>
            <a:gradFill>
              <a:gsLst>
                <a:gs pos="0">
                  <a:schemeClr val="accent3"/>
                </a:gs>
                <a:gs pos="26000">
                  <a:schemeClr val="accent4"/>
                </a:gs>
                <a:gs pos="58000">
                  <a:schemeClr val="dk2"/>
                </a:gs>
                <a:gs pos="100000">
                  <a:schemeClr val="lt2"/>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20"/>
            <p:cNvSpPr/>
            <p:nvPr/>
          </p:nvSpPr>
          <p:spPr>
            <a:xfrm>
              <a:off x="284" y="3845969"/>
              <a:ext cx="9199763" cy="957218"/>
            </a:xfrm>
            <a:custGeom>
              <a:rect b="b" l="l" r="r" t="t"/>
              <a:pathLst>
                <a:path extrusionOk="0" h="26962" w="259130">
                  <a:moveTo>
                    <a:pt x="18" y="1"/>
                  </a:moveTo>
                  <a:lnTo>
                    <a:pt x="18" y="1"/>
                  </a:lnTo>
                  <a:cubicBezTo>
                    <a:pt x="1" y="3595"/>
                    <a:pt x="723" y="7189"/>
                    <a:pt x="2159" y="10487"/>
                  </a:cubicBezTo>
                  <a:cubicBezTo>
                    <a:pt x="3586" y="13786"/>
                    <a:pt x="5710" y="16788"/>
                    <a:pt x="8338" y="19242"/>
                  </a:cubicBezTo>
                  <a:cubicBezTo>
                    <a:pt x="10966" y="21714"/>
                    <a:pt x="14125" y="23611"/>
                    <a:pt x="17537" y="24803"/>
                  </a:cubicBezTo>
                  <a:cubicBezTo>
                    <a:pt x="19234" y="25404"/>
                    <a:pt x="21000" y="25821"/>
                    <a:pt x="22793" y="26056"/>
                  </a:cubicBezTo>
                  <a:cubicBezTo>
                    <a:pt x="23019" y="26082"/>
                    <a:pt x="23245" y="26117"/>
                    <a:pt x="23472" y="26143"/>
                  </a:cubicBezTo>
                  <a:lnTo>
                    <a:pt x="24142" y="26196"/>
                  </a:lnTo>
                  <a:cubicBezTo>
                    <a:pt x="24368" y="26213"/>
                    <a:pt x="24594" y="26239"/>
                    <a:pt x="24821" y="26248"/>
                  </a:cubicBezTo>
                  <a:lnTo>
                    <a:pt x="25499" y="26265"/>
                  </a:lnTo>
                  <a:cubicBezTo>
                    <a:pt x="25717" y="26274"/>
                    <a:pt x="25952" y="26283"/>
                    <a:pt x="26170" y="26283"/>
                  </a:cubicBezTo>
                  <a:lnTo>
                    <a:pt x="26848" y="26291"/>
                  </a:lnTo>
                  <a:lnTo>
                    <a:pt x="28189" y="26300"/>
                  </a:lnTo>
                  <a:lnTo>
                    <a:pt x="71249" y="26518"/>
                  </a:lnTo>
                  <a:lnTo>
                    <a:pt x="259130" y="26961"/>
                  </a:lnTo>
                  <a:lnTo>
                    <a:pt x="259130" y="25186"/>
                  </a:lnTo>
                  <a:lnTo>
                    <a:pt x="71249" y="25630"/>
                  </a:lnTo>
                  <a:lnTo>
                    <a:pt x="28189" y="25856"/>
                  </a:lnTo>
                  <a:lnTo>
                    <a:pt x="26848" y="25856"/>
                  </a:lnTo>
                  <a:lnTo>
                    <a:pt x="26170" y="25865"/>
                  </a:lnTo>
                  <a:cubicBezTo>
                    <a:pt x="25952" y="25865"/>
                    <a:pt x="25726" y="25856"/>
                    <a:pt x="25508" y="25847"/>
                  </a:cubicBezTo>
                  <a:lnTo>
                    <a:pt x="24838" y="25839"/>
                  </a:lnTo>
                  <a:cubicBezTo>
                    <a:pt x="24620" y="25830"/>
                    <a:pt x="24394" y="25813"/>
                    <a:pt x="24177" y="25795"/>
                  </a:cubicBezTo>
                  <a:lnTo>
                    <a:pt x="23507" y="25752"/>
                  </a:lnTo>
                  <a:cubicBezTo>
                    <a:pt x="23280" y="25726"/>
                    <a:pt x="23063" y="25700"/>
                    <a:pt x="22845" y="25673"/>
                  </a:cubicBezTo>
                  <a:cubicBezTo>
                    <a:pt x="21079" y="25456"/>
                    <a:pt x="19329" y="25064"/>
                    <a:pt x="17641" y="24490"/>
                  </a:cubicBezTo>
                  <a:cubicBezTo>
                    <a:pt x="14264" y="23350"/>
                    <a:pt x="11123" y="21505"/>
                    <a:pt x="8495" y="19086"/>
                  </a:cubicBezTo>
                  <a:cubicBezTo>
                    <a:pt x="5858" y="16675"/>
                    <a:pt x="3717" y="13716"/>
                    <a:pt x="2263" y="10444"/>
                  </a:cubicBezTo>
                  <a:cubicBezTo>
                    <a:pt x="801" y="7172"/>
                    <a:pt x="36" y="3595"/>
                    <a:pt x="18" y="1"/>
                  </a:cubicBezTo>
                  <a:close/>
                </a:path>
              </a:pathLst>
            </a:custGeom>
            <a:gradFill>
              <a:gsLst>
                <a:gs pos="0">
                  <a:schemeClr val="accent3"/>
                </a:gs>
                <a:gs pos="26000">
                  <a:schemeClr val="accent4"/>
                </a:gs>
                <a:gs pos="58000">
                  <a:schemeClr val="dk2"/>
                </a:gs>
                <a:gs pos="100000">
                  <a:schemeClr val="lt2"/>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4" name="Google Shape;274;p20"/>
          <p:cNvGrpSpPr/>
          <p:nvPr/>
        </p:nvGrpSpPr>
        <p:grpSpPr>
          <a:xfrm rot="5400000">
            <a:off x="4499386" y="4079025"/>
            <a:ext cx="9200047" cy="1254737"/>
            <a:chOff x="0" y="3548450"/>
            <a:chExt cx="9200047" cy="1254737"/>
          </a:xfrm>
        </p:grpSpPr>
        <p:sp>
          <p:nvSpPr>
            <p:cNvPr id="275" name="Google Shape;275;p20"/>
            <p:cNvSpPr/>
            <p:nvPr/>
          </p:nvSpPr>
          <p:spPr>
            <a:xfrm>
              <a:off x="0" y="3548450"/>
              <a:ext cx="9200047" cy="956899"/>
            </a:xfrm>
            <a:custGeom>
              <a:rect b="b" l="l" r="r" t="t"/>
              <a:pathLst>
                <a:path extrusionOk="0" h="26953" w="259138">
                  <a:moveTo>
                    <a:pt x="26" y="0"/>
                  </a:moveTo>
                  <a:lnTo>
                    <a:pt x="26" y="0"/>
                  </a:lnTo>
                  <a:cubicBezTo>
                    <a:pt x="0" y="3586"/>
                    <a:pt x="731" y="7180"/>
                    <a:pt x="2167" y="10478"/>
                  </a:cubicBezTo>
                  <a:cubicBezTo>
                    <a:pt x="3594" y="13776"/>
                    <a:pt x="5718" y="16779"/>
                    <a:pt x="8346" y="19242"/>
                  </a:cubicBezTo>
                  <a:cubicBezTo>
                    <a:pt x="10974" y="21704"/>
                    <a:pt x="14133" y="23602"/>
                    <a:pt x="17545" y="24794"/>
                  </a:cubicBezTo>
                  <a:cubicBezTo>
                    <a:pt x="19242" y="25394"/>
                    <a:pt x="21008" y="25812"/>
                    <a:pt x="22801" y="26047"/>
                  </a:cubicBezTo>
                  <a:cubicBezTo>
                    <a:pt x="23027" y="26073"/>
                    <a:pt x="23253" y="26108"/>
                    <a:pt x="23471" y="26134"/>
                  </a:cubicBezTo>
                  <a:lnTo>
                    <a:pt x="24150" y="26186"/>
                  </a:lnTo>
                  <a:cubicBezTo>
                    <a:pt x="24376" y="26204"/>
                    <a:pt x="24602" y="26230"/>
                    <a:pt x="24829" y="26239"/>
                  </a:cubicBezTo>
                  <a:lnTo>
                    <a:pt x="25507" y="26256"/>
                  </a:lnTo>
                  <a:cubicBezTo>
                    <a:pt x="25725" y="26265"/>
                    <a:pt x="25960" y="26273"/>
                    <a:pt x="26178" y="26282"/>
                  </a:cubicBezTo>
                  <a:lnTo>
                    <a:pt x="26856" y="26282"/>
                  </a:lnTo>
                  <a:lnTo>
                    <a:pt x="28197" y="26291"/>
                  </a:lnTo>
                  <a:lnTo>
                    <a:pt x="71257" y="26508"/>
                  </a:lnTo>
                  <a:lnTo>
                    <a:pt x="259138" y="26952"/>
                  </a:lnTo>
                  <a:lnTo>
                    <a:pt x="259138" y="25186"/>
                  </a:lnTo>
                  <a:lnTo>
                    <a:pt x="71257" y="25621"/>
                  </a:lnTo>
                  <a:lnTo>
                    <a:pt x="28197" y="25847"/>
                  </a:lnTo>
                  <a:lnTo>
                    <a:pt x="26856" y="25847"/>
                  </a:lnTo>
                  <a:lnTo>
                    <a:pt x="26178" y="25856"/>
                  </a:lnTo>
                  <a:cubicBezTo>
                    <a:pt x="25960" y="25856"/>
                    <a:pt x="25734" y="25847"/>
                    <a:pt x="25516" y="25847"/>
                  </a:cubicBezTo>
                  <a:lnTo>
                    <a:pt x="24846" y="25830"/>
                  </a:lnTo>
                  <a:cubicBezTo>
                    <a:pt x="24620" y="25821"/>
                    <a:pt x="24402" y="25803"/>
                    <a:pt x="24176" y="25786"/>
                  </a:cubicBezTo>
                  <a:lnTo>
                    <a:pt x="23515" y="25742"/>
                  </a:lnTo>
                  <a:cubicBezTo>
                    <a:pt x="23288" y="25716"/>
                    <a:pt x="23071" y="25690"/>
                    <a:pt x="22853" y="25664"/>
                  </a:cubicBezTo>
                  <a:cubicBezTo>
                    <a:pt x="21087" y="25447"/>
                    <a:pt x="19337" y="25055"/>
                    <a:pt x="17649" y="24481"/>
                  </a:cubicBezTo>
                  <a:cubicBezTo>
                    <a:pt x="14272" y="23341"/>
                    <a:pt x="11131" y="21496"/>
                    <a:pt x="8503" y="19076"/>
                  </a:cubicBezTo>
                  <a:cubicBezTo>
                    <a:pt x="5866" y="16666"/>
                    <a:pt x="3725" y="13707"/>
                    <a:pt x="2271" y="10435"/>
                  </a:cubicBezTo>
                  <a:cubicBezTo>
                    <a:pt x="809" y="7163"/>
                    <a:pt x="44" y="3586"/>
                    <a:pt x="26" y="0"/>
                  </a:cubicBezTo>
                  <a:close/>
                </a:path>
              </a:pathLst>
            </a:custGeom>
            <a:gradFill>
              <a:gsLst>
                <a:gs pos="0">
                  <a:schemeClr val="accent3"/>
                </a:gs>
                <a:gs pos="26000">
                  <a:schemeClr val="accent4"/>
                </a:gs>
                <a:gs pos="58000">
                  <a:schemeClr val="dk2"/>
                </a:gs>
                <a:gs pos="100000">
                  <a:schemeClr val="lt2"/>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0"/>
            <p:cNvSpPr/>
            <p:nvPr/>
          </p:nvSpPr>
          <p:spPr>
            <a:xfrm>
              <a:off x="284" y="3647611"/>
              <a:ext cx="9199763" cy="956899"/>
            </a:xfrm>
            <a:custGeom>
              <a:rect b="b" l="l" r="r" t="t"/>
              <a:pathLst>
                <a:path extrusionOk="0" h="26953" w="259130">
                  <a:moveTo>
                    <a:pt x="18" y="1"/>
                  </a:moveTo>
                  <a:lnTo>
                    <a:pt x="18" y="1"/>
                  </a:lnTo>
                  <a:cubicBezTo>
                    <a:pt x="1" y="3586"/>
                    <a:pt x="723" y="7180"/>
                    <a:pt x="2159" y="10479"/>
                  </a:cubicBezTo>
                  <a:cubicBezTo>
                    <a:pt x="3586" y="13786"/>
                    <a:pt x="5710" y="16779"/>
                    <a:pt x="8338" y="19242"/>
                  </a:cubicBezTo>
                  <a:cubicBezTo>
                    <a:pt x="10966" y="21705"/>
                    <a:pt x="14125" y="23611"/>
                    <a:pt x="17537" y="24803"/>
                  </a:cubicBezTo>
                  <a:cubicBezTo>
                    <a:pt x="19234" y="25395"/>
                    <a:pt x="21000" y="25813"/>
                    <a:pt x="22793" y="26048"/>
                  </a:cubicBezTo>
                  <a:cubicBezTo>
                    <a:pt x="23019" y="26082"/>
                    <a:pt x="23245" y="26109"/>
                    <a:pt x="23472" y="26135"/>
                  </a:cubicBezTo>
                  <a:lnTo>
                    <a:pt x="24142" y="26187"/>
                  </a:lnTo>
                  <a:cubicBezTo>
                    <a:pt x="24368" y="26204"/>
                    <a:pt x="24594" y="26230"/>
                    <a:pt x="24821" y="26239"/>
                  </a:cubicBezTo>
                  <a:lnTo>
                    <a:pt x="25499" y="26265"/>
                  </a:lnTo>
                  <a:cubicBezTo>
                    <a:pt x="25717" y="26265"/>
                    <a:pt x="25952" y="26283"/>
                    <a:pt x="26170" y="26283"/>
                  </a:cubicBezTo>
                  <a:lnTo>
                    <a:pt x="26848" y="26283"/>
                  </a:lnTo>
                  <a:lnTo>
                    <a:pt x="28189" y="26291"/>
                  </a:lnTo>
                  <a:lnTo>
                    <a:pt x="71249" y="26509"/>
                  </a:lnTo>
                  <a:lnTo>
                    <a:pt x="259130" y="26953"/>
                  </a:lnTo>
                  <a:lnTo>
                    <a:pt x="259130" y="25186"/>
                  </a:lnTo>
                  <a:lnTo>
                    <a:pt x="71249" y="25630"/>
                  </a:lnTo>
                  <a:lnTo>
                    <a:pt x="28189" y="25847"/>
                  </a:lnTo>
                  <a:lnTo>
                    <a:pt x="26848" y="25856"/>
                  </a:lnTo>
                  <a:lnTo>
                    <a:pt x="26170" y="25856"/>
                  </a:lnTo>
                  <a:cubicBezTo>
                    <a:pt x="25952" y="25856"/>
                    <a:pt x="25726" y="25847"/>
                    <a:pt x="25508" y="25847"/>
                  </a:cubicBezTo>
                  <a:lnTo>
                    <a:pt x="24838" y="25830"/>
                  </a:lnTo>
                  <a:cubicBezTo>
                    <a:pt x="24620" y="25830"/>
                    <a:pt x="24394" y="25804"/>
                    <a:pt x="24177" y="25787"/>
                  </a:cubicBezTo>
                  <a:lnTo>
                    <a:pt x="23507" y="25743"/>
                  </a:lnTo>
                  <a:cubicBezTo>
                    <a:pt x="23280" y="25726"/>
                    <a:pt x="23063" y="25691"/>
                    <a:pt x="22845" y="25665"/>
                  </a:cubicBezTo>
                  <a:cubicBezTo>
                    <a:pt x="21079" y="25456"/>
                    <a:pt x="19329" y="25056"/>
                    <a:pt x="17641" y="24490"/>
                  </a:cubicBezTo>
                  <a:cubicBezTo>
                    <a:pt x="14264" y="23341"/>
                    <a:pt x="11123" y="21496"/>
                    <a:pt x="8495" y="19077"/>
                  </a:cubicBezTo>
                  <a:cubicBezTo>
                    <a:pt x="5858" y="16666"/>
                    <a:pt x="3717" y="13707"/>
                    <a:pt x="2263" y="10435"/>
                  </a:cubicBezTo>
                  <a:cubicBezTo>
                    <a:pt x="801" y="7172"/>
                    <a:pt x="36" y="3586"/>
                    <a:pt x="18" y="1"/>
                  </a:cubicBezTo>
                  <a:close/>
                </a:path>
              </a:pathLst>
            </a:custGeom>
            <a:gradFill>
              <a:gsLst>
                <a:gs pos="0">
                  <a:schemeClr val="accent3"/>
                </a:gs>
                <a:gs pos="26000">
                  <a:schemeClr val="accent4"/>
                </a:gs>
                <a:gs pos="58000">
                  <a:schemeClr val="dk2"/>
                </a:gs>
                <a:gs pos="100000">
                  <a:schemeClr val="lt2"/>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20"/>
            <p:cNvSpPr/>
            <p:nvPr/>
          </p:nvSpPr>
          <p:spPr>
            <a:xfrm>
              <a:off x="284" y="3746808"/>
              <a:ext cx="9199763" cy="956899"/>
            </a:xfrm>
            <a:custGeom>
              <a:rect b="b" l="l" r="r" t="t"/>
              <a:pathLst>
                <a:path extrusionOk="0" h="26953" w="259130">
                  <a:moveTo>
                    <a:pt x="18" y="0"/>
                  </a:moveTo>
                  <a:lnTo>
                    <a:pt x="18" y="0"/>
                  </a:lnTo>
                  <a:cubicBezTo>
                    <a:pt x="1" y="3586"/>
                    <a:pt x="723" y="7189"/>
                    <a:pt x="2159" y="10487"/>
                  </a:cubicBezTo>
                  <a:cubicBezTo>
                    <a:pt x="3586" y="13785"/>
                    <a:pt x="5710" y="16779"/>
                    <a:pt x="8338" y="19242"/>
                  </a:cubicBezTo>
                  <a:cubicBezTo>
                    <a:pt x="10966" y="21713"/>
                    <a:pt x="14125" y="23610"/>
                    <a:pt x="17537" y="24803"/>
                  </a:cubicBezTo>
                  <a:cubicBezTo>
                    <a:pt x="19234" y="25403"/>
                    <a:pt x="21000" y="25821"/>
                    <a:pt x="22793" y="26056"/>
                  </a:cubicBezTo>
                  <a:cubicBezTo>
                    <a:pt x="23019" y="26082"/>
                    <a:pt x="23245" y="26117"/>
                    <a:pt x="23472" y="26134"/>
                  </a:cubicBezTo>
                  <a:lnTo>
                    <a:pt x="24142" y="26195"/>
                  </a:lnTo>
                  <a:cubicBezTo>
                    <a:pt x="24368" y="26212"/>
                    <a:pt x="24594" y="26230"/>
                    <a:pt x="24821" y="26247"/>
                  </a:cubicBezTo>
                  <a:lnTo>
                    <a:pt x="25499" y="26265"/>
                  </a:lnTo>
                  <a:cubicBezTo>
                    <a:pt x="25717" y="26273"/>
                    <a:pt x="25952" y="26282"/>
                    <a:pt x="26170" y="26282"/>
                  </a:cubicBezTo>
                  <a:lnTo>
                    <a:pt x="26848" y="26291"/>
                  </a:lnTo>
                  <a:lnTo>
                    <a:pt x="28189" y="26291"/>
                  </a:lnTo>
                  <a:lnTo>
                    <a:pt x="71249" y="26517"/>
                  </a:lnTo>
                  <a:lnTo>
                    <a:pt x="259130" y="26952"/>
                  </a:lnTo>
                  <a:lnTo>
                    <a:pt x="259130" y="25186"/>
                  </a:lnTo>
                  <a:lnTo>
                    <a:pt x="71249" y="25629"/>
                  </a:lnTo>
                  <a:lnTo>
                    <a:pt x="28189" y="25847"/>
                  </a:lnTo>
                  <a:lnTo>
                    <a:pt x="26848" y="25856"/>
                  </a:lnTo>
                  <a:lnTo>
                    <a:pt x="26170" y="25856"/>
                  </a:lnTo>
                  <a:cubicBezTo>
                    <a:pt x="25952" y="25856"/>
                    <a:pt x="25726" y="25856"/>
                    <a:pt x="25508" y="25847"/>
                  </a:cubicBezTo>
                  <a:lnTo>
                    <a:pt x="24838" y="25838"/>
                  </a:lnTo>
                  <a:cubicBezTo>
                    <a:pt x="24620" y="25830"/>
                    <a:pt x="24394" y="25803"/>
                    <a:pt x="24177" y="25795"/>
                  </a:cubicBezTo>
                  <a:lnTo>
                    <a:pt x="23507" y="25743"/>
                  </a:lnTo>
                  <a:cubicBezTo>
                    <a:pt x="23280" y="25725"/>
                    <a:pt x="23063" y="25690"/>
                    <a:pt x="22845" y="25664"/>
                  </a:cubicBezTo>
                  <a:cubicBezTo>
                    <a:pt x="21079" y="25455"/>
                    <a:pt x="19329" y="25064"/>
                    <a:pt x="17641" y="24489"/>
                  </a:cubicBezTo>
                  <a:cubicBezTo>
                    <a:pt x="14264" y="23341"/>
                    <a:pt x="11123" y="21496"/>
                    <a:pt x="8495" y="19076"/>
                  </a:cubicBezTo>
                  <a:cubicBezTo>
                    <a:pt x="5858" y="16666"/>
                    <a:pt x="3717" y="13707"/>
                    <a:pt x="2263" y="10435"/>
                  </a:cubicBezTo>
                  <a:cubicBezTo>
                    <a:pt x="801" y="7171"/>
                    <a:pt x="36" y="3586"/>
                    <a:pt x="18" y="0"/>
                  </a:cubicBezTo>
                  <a:close/>
                </a:path>
              </a:pathLst>
            </a:custGeom>
            <a:gradFill>
              <a:gsLst>
                <a:gs pos="0">
                  <a:schemeClr val="accent3"/>
                </a:gs>
                <a:gs pos="26000">
                  <a:schemeClr val="accent4"/>
                </a:gs>
                <a:gs pos="58000">
                  <a:schemeClr val="dk2"/>
                </a:gs>
                <a:gs pos="100000">
                  <a:schemeClr val="lt2"/>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20"/>
            <p:cNvSpPr/>
            <p:nvPr/>
          </p:nvSpPr>
          <p:spPr>
            <a:xfrm>
              <a:off x="284" y="3845969"/>
              <a:ext cx="9199763" cy="957218"/>
            </a:xfrm>
            <a:custGeom>
              <a:rect b="b" l="l" r="r" t="t"/>
              <a:pathLst>
                <a:path extrusionOk="0" h="26962" w="259130">
                  <a:moveTo>
                    <a:pt x="18" y="1"/>
                  </a:moveTo>
                  <a:lnTo>
                    <a:pt x="18" y="1"/>
                  </a:lnTo>
                  <a:cubicBezTo>
                    <a:pt x="1" y="3595"/>
                    <a:pt x="723" y="7189"/>
                    <a:pt x="2159" y="10487"/>
                  </a:cubicBezTo>
                  <a:cubicBezTo>
                    <a:pt x="3586" y="13786"/>
                    <a:pt x="5710" y="16788"/>
                    <a:pt x="8338" y="19242"/>
                  </a:cubicBezTo>
                  <a:cubicBezTo>
                    <a:pt x="10966" y="21714"/>
                    <a:pt x="14125" y="23611"/>
                    <a:pt x="17537" y="24803"/>
                  </a:cubicBezTo>
                  <a:cubicBezTo>
                    <a:pt x="19234" y="25404"/>
                    <a:pt x="21000" y="25821"/>
                    <a:pt x="22793" y="26056"/>
                  </a:cubicBezTo>
                  <a:cubicBezTo>
                    <a:pt x="23019" y="26082"/>
                    <a:pt x="23245" y="26117"/>
                    <a:pt x="23472" y="26143"/>
                  </a:cubicBezTo>
                  <a:lnTo>
                    <a:pt x="24142" y="26196"/>
                  </a:lnTo>
                  <a:cubicBezTo>
                    <a:pt x="24368" y="26213"/>
                    <a:pt x="24594" y="26239"/>
                    <a:pt x="24821" y="26248"/>
                  </a:cubicBezTo>
                  <a:lnTo>
                    <a:pt x="25499" y="26265"/>
                  </a:lnTo>
                  <a:cubicBezTo>
                    <a:pt x="25717" y="26274"/>
                    <a:pt x="25952" y="26283"/>
                    <a:pt x="26170" y="26283"/>
                  </a:cubicBezTo>
                  <a:lnTo>
                    <a:pt x="26848" y="26291"/>
                  </a:lnTo>
                  <a:lnTo>
                    <a:pt x="28189" y="26300"/>
                  </a:lnTo>
                  <a:lnTo>
                    <a:pt x="71249" y="26518"/>
                  </a:lnTo>
                  <a:lnTo>
                    <a:pt x="259130" y="26961"/>
                  </a:lnTo>
                  <a:lnTo>
                    <a:pt x="259130" y="25186"/>
                  </a:lnTo>
                  <a:lnTo>
                    <a:pt x="71249" y="25630"/>
                  </a:lnTo>
                  <a:lnTo>
                    <a:pt x="28189" y="25856"/>
                  </a:lnTo>
                  <a:lnTo>
                    <a:pt x="26848" y="25856"/>
                  </a:lnTo>
                  <a:lnTo>
                    <a:pt x="26170" y="25865"/>
                  </a:lnTo>
                  <a:cubicBezTo>
                    <a:pt x="25952" y="25865"/>
                    <a:pt x="25726" y="25856"/>
                    <a:pt x="25508" y="25847"/>
                  </a:cubicBezTo>
                  <a:lnTo>
                    <a:pt x="24838" y="25839"/>
                  </a:lnTo>
                  <a:cubicBezTo>
                    <a:pt x="24620" y="25830"/>
                    <a:pt x="24394" y="25813"/>
                    <a:pt x="24177" y="25795"/>
                  </a:cubicBezTo>
                  <a:lnTo>
                    <a:pt x="23507" y="25752"/>
                  </a:lnTo>
                  <a:cubicBezTo>
                    <a:pt x="23280" y="25726"/>
                    <a:pt x="23063" y="25700"/>
                    <a:pt x="22845" y="25673"/>
                  </a:cubicBezTo>
                  <a:cubicBezTo>
                    <a:pt x="21079" y="25456"/>
                    <a:pt x="19329" y="25064"/>
                    <a:pt x="17641" y="24490"/>
                  </a:cubicBezTo>
                  <a:cubicBezTo>
                    <a:pt x="14264" y="23350"/>
                    <a:pt x="11123" y="21505"/>
                    <a:pt x="8495" y="19086"/>
                  </a:cubicBezTo>
                  <a:cubicBezTo>
                    <a:pt x="5858" y="16675"/>
                    <a:pt x="3717" y="13716"/>
                    <a:pt x="2263" y="10444"/>
                  </a:cubicBezTo>
                  <a:cubicBezTo>
                    <a:pt x="801" y="7172"/>
                    <a:pt x="36" y="3595"/>
                    <a:pt x="18" y="1"/>
                  </a:cubicBezTo>
                  <a:close/>
                </a:path>
              </a:pathLst>
            </a:custGeom>
            <a:gradFill>
              <a:gsLst>
                <a:gs pos="0">
                  <a:schemeClr val="accent3"/>
                </a:gs>
                <a:gs pos="26000">
                  <a:schemeClr val="accent4"/>
                </a:gs>
                <a:gs pos="58000">
                  <a:schemeClr val="dk2"/>
                </a:gs>
                <a:gs pos="100000">
                  <a:schemeClr val="lt2"/>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279" name="Shape 279"/>
        <p:cNvGrpSpPr/>
        <p:nvPr/>
      </p:nvGrpSpPr>
      <p:grpSpPr>
        <a:xfrm>
          <a:off x="0" y="0"/>
          <a:ext cx="0" cy="0"/>
          <a:chOff x="0" y="0"/>
          <a:chExt cx="0" cy="0"/>
        </a:xfrm>
      </p:grpSpPr>
      <p:pic>
        <p:nvPicPr>
          <p:cNvPr id="280" name="Google Shape;280;p21"/>
          <p:cNvPicPr preferRelativeResize="0"/>
          <p:nvPr/>
        </p:nvPicPr>
        <p:blipFill rotWithShape="1">
          <a:blip r:embed="rId2">
            <a:alphaModFix/>
          </a:blip>
          <a:srcRect b="0" l="0" r="0" t="0"/>
          <a:stretch/>
        </p:blipFill>
        <p:spPr>
          <a:xfrm>
            <a:off x="0" y="0"/>
            <a:ext cx="9144003" cy="5143501"/>
          </a:xfrm>
          <a:prstGeom prst="rect">
            <a:avLst/>
          </a:prstGeom>
          <a:noFill/>
          <a:ln>
            <a:noFill/>
          </a:ln>
        </p:spPr>
      </p:pic>
      <p:grpSp>
        <p:nvGrpSpPr>
          <p:cNvPr id="281" name="Google Shape;281;p21"/>
          <p:cNvGrpSpPr/>
          <p:nvPr/>
        </p:nvGrpSpPr>
        <p:grpSpPr>
          <a:xfrm flipH="1" rot="10800000">
            <a:off x="-1573182" y="203697"/>
            <a:ext cx="12530077" cy="1573895"/>
            <a:chOff x="284" y="3845969"/>
            <a:chExt cx="9199763" cy="1155576"/>
          </a:xfrm>
        </p:grpSpPr>
        <p:sp>
          <p:nvSpPr>
            <p:cNvPr id="282" name="Google Shape;282;p21"/>
            <p:cNvSpPr/>
            <p:nvPr/>
          </p:nvSpPr>
          <p:spPr>
            <a:xfrm>
              <a:off x="284" y="3845969"/>
              <a:ext cx="9199763" cy="957218"/>
            </a:xfrm>
            <a:custGeom>
              <a:rect b="b" l="l" r="r" t="t"/>
              <a:pathLst>
                <a:path extrusionOk="0" h="26962" w="259130">
                  <a:moveTo>
                    <a:pt x="18" y="1"/>
                  </a:moveTo>
                  <a:lnTo>
                    <a:pt x="18" y="1"/>
                  </a:lnTo>
                  <a:cubicBezTo>
                    <a:pt x="1" y="3595"/>
                    <a:pt x="723" y="7189"/>
                    <a:pt x="2159" y="10487"/>
                  </a:cubicBezTo>
                  <a:cubicBezTo>
                    <a:pt x="3586" y="13786"/>
                    <a:pt x="5710" y="16788"/>
                    <a:pt x="8338" y="19242"/>
                  </a:cubicBezTo>
                  <a:cubicBezTo>
                    <a:pt x="10966" y="21714"/>
                    <a:pt x="14125" y="23611"/>
                    <a:pt x="17537" y="24803"/>
                  </a:cubicBezTo>
                  <a:cubicBezTo>
                    <a:pt x="19234" y="25404"/>
                    <a:pt x="21000" y="25821"/>
                    <a:pt x="22793" y="26056"/>
                  </a:cubicBezTo>
                  <a:cubicBezTo>
                    <a:pt x="23019" y="26082"/>
                    <a:pt x="23245" y="26117"/>
                    <a:pt x="23472" y="26143"/>
                  </a:cubicBezTo>
                  <a:lnTo>
                    <a:pt x="24142" y="26196"/>
                  </a:lnTo>
                  <a:cubicBezTo>
                    <a:pt x="24368" y="26213"/>
                    <a:pt x="24594" y="26239"/>
                    <a:pt x="24821" y="26248"/>
                  </a:cubicBezTo>
                  <a:lnTo>
                    <a:pt x="25499" y="26265"/>
                  </a:lnTo>
                  <a:cubicBezTo>
                    <a:pt x="25717" y="26274"/>
                    <a:pt x="25952" y="26283"/>
                    <a:pt x="26170" y="26283"/>
                  </a:cubicBezTo>
                  <a:lnTo>
                    <a:pt x="26848" y="26291"/>
                  </a:lnTo>
                  <a:lnTo>
                    <a:pt x="28189" y="26300"/>
                  </a:lnTo>
                  <a:lnTo>
                    <a:pt x="71249" y="26518"/>
                  </a:lnTo>
                  <a:lnTo>
                    <a:pt x="259130" y="26961"/>
                  </a:lnTo>
                  <a:lnTo>
                    <a:pt x="259130" y="25186"/>
                  </a:lnTo>
                  <a:lnTo>
                    <a:pt x="71249" y="25630"/>
                  </a:lnTo>
                  <a:lnTo>
                    <a:pt x="28189" y="25856"/>
                  </a:lnTo>
                  <a:lnTo>
                    <a:pt x="26848" y="25856"/>
                  </a:lnTo>
                  <a:lnTo>
                    <a:pt x="26170" y="25865"/>
                  </a:lnTo>
                  <a:cubicBezTo>
                    <a:pt x="25952" y="25865"/>
                    <a:pt x="25726" y="25856"/>
                    <a:pt x="25508" y="25847"/>
                  </a:cubicBezTo>
                  <a:lnTo>
                    <a:pt x="24838" y="25839"/>
                  </a:lnTo>
                  <a:cubicBezTo>
                    <a:pt x="24620" y="25830"/>
                    <a:pt x="24394" y="25813"/>
                    <a:pt x="24177" y="25795"/>
                  </a:cubicBezTo>
                  <a:lnTo>
                    <a:pt x="23507" y="25752"/>
                  </a:lnTo>
                  <a:cubicBezTo>
                    <a:pt x="23280" y="25726"/>
                    <a:pt x="23063" y="25700"/>
                    <a:pt x="22845" y="25673"/>
                  </a:cubicBezTo>
                  <a:cubicBezTo>
                    <a:pt x="21079" y="25456"/>
                    <a:pt x="19329" y="25064"/>
                    <a:pt x="17641" y="24490"/>
                  </a:cubicBezTo>
                  <a:cubicBezTo>
                    <a:pt x="14264" y="23350"/>
                    <a:pt x="11123" y="21505"/>
                    <a:pt x="8495" y="19086"/>
                  </a:cubicBezTo>
                  <a:cubicBezTo>
                    <a:pt x="5858" y="16675"/>
                    <a:pt x="3717" y="13716"/>
                    <a:pt x="2263" y="10444"/>
                  </a:cubicBezTo>
                  <a:cubicBezTo>
                    <a:pt x="801" y="7172"/>
                    <a:pt x="36" y="3595"/>
                    <a:pt x="18" y="1"/>
                  </a:cubicBezTo>
                  <a:close/>
                </a:path>
              </a:pathLst>
            </a:custGeom>
            <a:gradFill>
              <a:gsLst>
                <a:gs pos="0">
                  <a:schemeClr val="accent3"/>
                </a:gs>
                <a:gs pos="26000">
                  <a:schemeClr val="accent4"/>
                </a:gs>
                <a:gs pos="58000">
                  <a:schemeClr val="dk2"/>
                </a:gs>
                <a:gs pos="100000">
                  <a:schemeClr val="lt2"/>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21"/>
            <p:cNvSpPr/>
            <p:nvPr/>
          </p:nvSpPr>
          <p:spPr>
            <a:xfrm>
              <a:off x="284" y="3945485"/>
              <a:ext cx="9199763" cy="956863"/>
            </a:xfrm>
            <a:custGeom>
              <a:rect b="b" l="l" r="r" t="t"/>
              <a:pathLst>
                <a:path extrusionOk="0" h="26952" w="259130">
                  <a:moveTo>
                    <a:pt x="18" y="0"/>
                  </a:moveTo>
                  <a:lnTo>
                    <a:pt x="18" y="0"/>
                  </a:lnTo>
                  <a:cubicBezTo>
                    <a:pt x="1" y="3586"/>
                    <a:pt x="723" y="7180"/>
                    <a:pt x="2159" y="10478"/>
                  </a:cubicBezTo>
                  <a:cubicBezTo>
                    <a:pt x="3586" y="13776"/>
                    <a:pt x="5710" y="16779"/>
                    <a:pt x="8338" y="19241"/>
                  </a:cubicBezTo>
                  <a:cubicBezTo>
                    <a:pt x="10966" y="21704"/>
                    <a:pt x="14125" y="23601"/>
                    <a:pt x="17537" y="24802"/>
                  </a:cubicBezTo>
                  <a:cubicBezTo>
                    <a:pt x="19234" y="25394"/>
                    <a:pt x="21000" y="25812"/>
                    <a:pt x="22793" y="26047"/>
                  </a:cubicBezTo>
                  <a:cubicBezTo>
                    <a:pt x="23019" y="26073"/>
                    <a:pt x="23245" y="26108"/>
                    <a:pt x="23472" y="26134"/>
                  </a:cubicBezTo>
                  <a:lnTo>
                    <a:pt x="24142" y="26186"/>
                  </a:lnTo>
                  <a:cubicBezTo>
                    <a:pt x="24368" y="26204"/>
                    <a:pt x="24594" y="26230"/>
                    <a:pt x="24821" y="26238"/>
                  </a:cubicBezTo>
                  <a:lnTo>
                    <a:pt x="25499" y="26264"/>
                  </a:lnTo>
                  <a:cubicBezTo>
                    <a:pt x="25717" y="26264"/>
                    <a:pt x="25952" y="26273"/>
                    <a:pt x="26170" y="26282"/>
                  </a:cubicBezTo>
                  <a:lnTo>
                    <a:pt x="26848" y="26282"/>
                  </a:lnTo>
                  <a:lnTo>
                    <a:pt x="28189" y="26291"/>
                  </a:lnTo>
                  <a:lnTo>
                    <a:pt x="71249" y="26508"/>
                  </a:lnTo>
                  <a:lnTo>
                    <a:pt x="259130" y="26952"/>
                  </a:lnTo>
                  <a:lnTo>
                    <a:pt x="259130" y="25185"/>
                  </a:lnTo>
                  <a:lnTo>
                    <a:pt x="71249" y="25620"/>
                  </a:lnTo>
                  <a:lnTo>
                    <a:pt x="28189" y="25847"/>
                  </a:lnTo>
                  <a:lnTo>
                    <a:pt x="26848" y="25855"/>
                  </a:lnTo>
                  <a:lnTo>
                    <a:pt x="26170" y="25855"/>
                  </a:lnTo>
                  <a:cubicBezTo>
                    <a:pt x="25952" y="25855"/>
                    <a:pt x="25726" y="25847"/>
                    <a:pt x="25508" y="25847"/>
                  </a:cubicBezTo>
                  <a:lnTo>
                    <a:pt x="24838" y="25829"/>
                  </a:lnTo>
                  <a:cubicBezTo>
                    <a:pt x="24620" y="25821"/>
                    <a:pt x="24394" y="25803"/>
                    <a:pt x="24177" y="25786"/>
                  </a:cubicBezTo>
                  <a:lnTo>
                    <a:pt x="23507" y="25742"/>
                  </a:lnTo>
                  <a:cubicBezTo>
                    <a:pt x="23280" y="25716"/>
                    <a:pt x="23063" y="25690"/>
                    <a:pt x="22845" y="25664"/>
                  </a:cubicBezTo>
                  <a:cubicBezTo>
                    <a:pt x="21079" y="25455"/>
                    <a:pt x="19329" y="25055"/>
                    <a:pt x="17641" y="24480"/>
                  </a:cubicBezTo>
                  <a:cubicBezTo>
                    <a:pt x="14264" y="23340"/>
                    <a:pt x="11123" y="21495"/>
                    <a:pt x="8495" y="19076"/>
                  </a:cubicBezTo>
                  <a:cubicBezTo>
                    <a:pt x="5858" y="16666"/>
                    <a:pt x="3717" y="13707"/>
                    <a:pt x="2263" y="10434"/>
                  </a:cubicBezTo>
                  <a:cubicBezTo>
                    <a:pt x="801" y="7162"/>
                    <a:pt x="36" y="3586"/>
                    <a:pt x="18" y="0"/>
                  </a:cubicBezTo>
                  <a:close/>
                </a:path>
              </a:pathLst>
            </a:custGeom>
            <a:gradFill>
              <a:gsLst>
                <a:gs pos="0">
                  <a:schemeClr val="accent3"/>
                </a:gs>
                <a:gs pos="26000">
                  <a:schemeClr val="accent4"/>
                </a:gs>
                <a:gs pos="58000">
                  <a:schemeClr val="dk2"/>
                </a:gs>
                <a:gs pos="100000">
                  <a:schemeClr val="lt2"/>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21"/>
            <p:cNvSpPr/>
            <p:nvPr/>
          </p:nvSpPr>
          <p:spPr>
            <a:xfrm>
              <a:off x="284" y="4044646"/>
              <a:ext cx="9199763" cy="956899"/>
            </a:xfrm>
            <a:custGeom>
              <a:rect b="b" l="l" r="r" t="t"/>
              <a:pathLst>
                <a:path extrusionOk="0" h="26953" w="259130">
                  <a:moveTo>
                    <a:pt x="18" y="1"/>
                  </a:moveTo>
                  <a:lnTo>
                    <a:pt x="18" y="1"/>
                  </a:lnTo>
                  <a:cubicBezTo>
                    <a:pt x="1" y="3586"/>
                    <a:pt x="723" y="7180"/>
                    <a:pt x="2159" y="10479"/>
                  </a:cubicBezTo>
                  <a:cubicBezTo>
                    <a:pt x="3586" y="13785"/>
                    <a:pt x="5710" y="16779"/>
                    <a:pt x="8338" y="19242"/>
                  </a:cubicBezTo>
                  <a:cubicBezTo>
                    <a:pt x="10966" y="21705"/>
                    <a:pt x="14125" y="23611"/>
                    <a:pt x="17537" y="24803"/>
                  </a:cubicBezTo>
                  <a:cubicBezTo>
                    <a:pt x="19234" y="25395"/>
                    <a:pt x="21000" y="25812"/>
                    <a:pt x="22793" y="26047"/>
                  </a:cubicBezTo>
                  <a:cubicBezTo>
                    <a:pt x="23019" y="26082"/>
                    <a:pt x="23245" y="26108"/>
                    <a:pt x="23472" y="26134"/>
                  </a:cubicBezTo>
                  <a:lnTo>
                    <a:pt x="24142" y="26187"/>
                  </a:lnTo>
                  <a:cubicBezTo>
                    <a:pt x="24368" y="26204"/>
                    <a:pt x="24594" y="26230"/>
                    <a:pt x="24821" y="26239"/>
                  </a:cubicBezTo>
                  <a:lnTo>
                    <a:pt x="25499" y="26265"/>
                  </a:lnTo>
                  <a:cubicBezTo>
                    <a:pt x="25717" y="26265"/>
                    <a:pt x="25952" y="26282"/>
                    <a:pt x="26170" y="26282"/>
                  </a:cubicBezTo>
                  <a:lnTo>
                    <a:pt x="26848" y="26282"/>
                  </a:lnTo>
                  <a:lnTo>
                    <a:pt x="28189" y="26291"/>
                  </a:lnTo>
                  <a:lnTo>
                    <a:pt x="71249" y="26509"/>
                  </a:lnTo>
                  <a:lnTo>
                    <a:pt x="259130" y="26952"/>
                  </a:lnTo>
                  <a:lnTo>
                    <a:pt x="259130" y="25186"/>
                  </a:lnTo>
                  <a:lnTo>
                    <a:pt x="71249" y="25630"/>
                  </a:lnTo>
                  <a:lnTo>
                    <a:pt x="28189" y="25847"/>
                  </a:lnTo>
                  <a:lnTo>
                    <a:pt x="26848" y="25856"/>
                  </a:lnTo>
                  <a:lnTo>
                    <a:pt x="26170" y="25856"/>
                  </a:lnTo>
                  <a:cubicBezTo>
                    <a:pt x="25952" y="25856"/>
                    <a:pt x="25726" y="25847"/>
                    <a:pt x="25508" y="25847"/>
                  </a:cubicBezTo>
                  <a:lnTo>
                    <a:pt x="24838" y="25830"/>
                  </a:lnTo>
                  <a:cubicBezTo>
                    <a:pt x="24620" y="25830"/>
                    <a:pt x="24394" y="25804"/>
                    <a:pt x="24177" y="25786"/>
                  </a:cubicBezTo>
                  <a:lnTo>
                    <a:pt x="23507" y="25743"/>
                  </a:lnTo>
                  <a:cubicBezTo>
                    <a:pt x="23280" y="25725"/>
                    <a:pt x="23063" y="25691"/>
                    <a:pt x="22845" y="25664"/>
                  </a:cubicBezTo>
                  <a:cubicBezTo>
                    <a:pt x="21079" y="25456"/>
                    <a:pt x="19329" y="25055"/>
                    <a:pt x="17641" y="24490"/>
                  </a:cubicBezTo>
                  <a:cubicBezTo>
                    <a:pt x="14264" y="23341"/>
                    <a:pt x="11123" y="21496"/>
                    <a:pt x="8495" y="19077"/>
                  </a:cubicBezTo>
                  <a:cubicBezTo>
                    <a:pt x="5858" y="16666"/>
                    <a:pt x="3717" y="13707"/>
                    <a:pt x="2263" y="10435"/>
                  </a:cubicBezTo>
                  <a:cubicBezTo>
                    <a:pt x="801" y="7172"/>
                    <a:pt x="36" y="3586"/>
                    <a:pt x="18" y="1"/>
                  </a:cubicBezTo>
                  <a:close/>
                </a:path>
              </a:pathLst>
            </a:custGeom>
            <a:gradFill>
              <a:gsLst>
                <a:gs pos="0">
                  <a:schemeClr val="accent3"/>
                </a:gs>
                <a:gs pos="26000">
                  <a:schemeClr val="accent4"/>
                </a:gs>
                <a:gs pos="58000">
                  <a:schemeClr val="dk2"/>
                </a:gs>
                <a:gs pos="100000">
                  <a:schemeClr val="lt2"/>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5" name="Google Shape;285;p21"/>
          <p:cNvSpPr txBox="1"/>
          <p:nvPr>
            <p:ph hasCustomPrompt="1" type="title"/>
          </p:nvPr>
        </p:nvSpPr>
        <p:spPr>
          <a:xfrm>
            <a:off x="713225" y="1237932"/>
            <a:ext cx="3492600" cy="7689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Clr>
                <a:schemeClr val="lt1"/>
              </a:buClr>
              <a:buSzPts val="6000"/>
              <a:buNone/>
              <a:defRPr sz="4900">
                <a:solidFill>
                  <a:schemeClr val="lt2"/>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86" name="Google Shape;286;p21"/>
          <p:cNvSpPr txBox="1"/>
          <p:nvPr>
            <p:ph idx="1" type="subTitle"/>
          </p:nvPr>
        </p:nvSpPr>
        <p:spPr>
          <a:xfrm>
            <a:off x="125" y="2012868"/>
            <a:ext cx="4205700" cy="447600"/>
          </a:xfrm>
          <a:prstGeom prst="rect">
            <a:avLst/>
          </a:prstGeom>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lgn="r">
              <a:lnSpc>
                <a:spcPct val="100000"/>
              </a:lnSpc>
              <a:spcBef>
                <a:spcPts val="0"/>
              </a:spcBef>
              <a:spcAft>
                <a:spcPts val="0"/>
              </a:spcAft>
              <a:buClr>
                <a:schemeClr val="dk1"/>
              </a:buClr>
              <a:buSzPts val="1200"/>
              <a:buFont typeface="PT Sans"/>
              <a:buNone/>
              <a:defRPr sz="1500">
                <a:solidFill>
                  <a:schemeClr val="dk1"/>
                </a:solidFill>
                <a:latin typeface="Fira Sans Light"/>
                <a:ea typeface="Fira Sans Light"/>
                <a:cs typeface="Fira Sans Light"/>
                <a:sym typeface="Fira Sans Light"/>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287" name="Google Shape;287;p21"/>
          <p:cNvSpPr txBox="1"/>
          <p:nvPr>
            <p:ph hasCustomPrompt="1" idx="2" type="title"/>
          </p:nvPr>
        </p:nvSpPr>
        <p:spPr>
          <a:xfrm>
            <a:off x="713225" y="2695743"/>
            <a:ext cx="3492600" cy="7689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Clr>
                <a:schemeClr val="lt1"/>
              </a:buClr>
              <a:buSzPts val="6000"/>
              <a:buNone/>
              <a:defRPr sz="4900">
                <a:solidFill>
                  <a:schemeClr val="lt2"/>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88" name="Google Shape;288;p21"/>
          <p:cNvSpPr txBox="1"/>
          <p:nvPr>
            <p:ph idx="3" type="subTitle"/>
          </p:nvPr>
        </p:nvSpPr>
        <p:spPr>
          <a:xfrm>
            <a:off x="125" y="3457968"/>
            <a:ext cx="4205700" cy="447600"/>
          </a:xfrm>
          <a:prstGeom prst="rect">
            <a:avLst/>
          </a:prstGeom>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lgn="r">
              <a:lnSpc>
                <a:spcPct val="100000"/>
              </a:lnSpc>
              <a:spcBef>
                <a:spcPts val="0"/>
              </a:spcBef>
              <a:spcAft>
                <a:spcPts val="0"/>
              </a:spcAft>
              <a:buClr>
                <a:schemeClr val="dk1"/>
              </a:buClr>
              <a:buSzPts val="1200"/>
              <a:buFont typeface="PT Sans"/>
              <a:buNone/>
              <a:defRPr sz="1500">
                <a:solidFill>
                  <a:schemeClr val="dk1"/>
                </a:solidFill>
                <a:latin typeface="Fira Sans Light"/>
                <a:ea typeface="Fira Sans Light"/>
                <a:cs typeface="Fira Sans Light"/>
                <a:sym typeface="Fira Sans Light"/>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289" name="Google Shape;289;p21"/>
          <p:cNvSpPr txBox="1"/>
          <p:nvPr>
            <p:ph hasCustomPrompt="1" idx="4" type="title"/>
          </p:nvPr>
        </p:nvSpPr>
        <p:spPr>
          <a:xfrm>
            <a:off x="4938300" y="1237932"/>
            <a:ext cx="3492600" cy="768900"/>
          </a:xfrm>
          <a:prstGeom prst="rect">
            <a:avLst/>
          </a:prstGeom>
          <a:noFill/>
        </p:spPr>
        <p:txBody>
          <a:bodyPr anchorCtr="0" anchor="ctr" bIns="91425" lIns="91425" spcFirstLastPara="1" rIns="91425" wrap="square" tIns="91425">
            <a:noAutofit/>
          </a:bodyPr>
          <a:lstStyle>
            <a:lvl1pPr lvl="0" rtl="0">
              <a:spcBef>
                <a:spcPts val="0"/>
              </a:spcBef>
              <a:spcAft>
                <a:spcPts val="0"/>
              </a:spcAft>
              <a:buClr>
                <a:schemeClr val="lt1"/>
              </a:buClr>
              <a:buSzPts val="6000"/>
              <a:buNone/>
              <a:defRPr sz="4900">
                <a:solidFill>
                  <a:schemeClr val="lt2"/>
                </a:solidFill>
              </a:defRPr>
            </a:lvl1pPr>
            <a:lvl2pPr lvl="1" rtl="0">
              <a:spcBef>
                <a:spcPts val="0"/>
              </a:spcBef>
              <a:spcAft>
                <a:spcPts val="0"/>
              </a:spcAft>
              <a:buClr>
                <a:schemeClr val="lt1"/>
              </a:buClr>
              <a:buSzPts val="6000"/>
              <a:buNone/>
              <a:defRPr sz="6000">
                <a:solidFill>
                  <a:schemeClr val="lt1"/>
                </a:solidFill>
              </a:defRPr>
            </a:lvl2pPr>
            <a:lvl3pPr lvl="2" rtl="0">
              <a:spcBef>
                <a:spcPts val="0"/>
              </a:spcBef>
              <a:spcAft>
                <a:spcPts val="0"/>
              </a:spcAft>
              <a:buClr>
                <a:schemeClr val="lt1"/>
              </a:buClr>
              <a:buSzPts val="6000"/>
              <a:buNone/>
              <a:defRPr sz="6000">
                <a:solidFill>
                  <a:schemeClr val="lt1"/>
                </a:solidFill>
              </a:defRPr>
            </a:lvl3pPr>
            <a:lvl4pPr lvl="3" rtl="0">
              <a:spcBef>
                <a:spcPts val="0"/>
              </a:spcBef>
              <a:spcAft>
                <a:spcPts val="0"/>
              </a:spcAft>
              <a:buClr>
                <a:schemeClr val="lt1"/>
              </a:buClr>
              <a:buSzPts val="6000"/>
              <a:buNone/>
              <a:defRPr sz="6000">
                <a:solidFill>
                  <a:schemeClr val="lt1"/>
                </a:solidFill>
              </a:defRPr>
            </a:lvl4pPr>
            <a:lvl5pPr lvl="4" rtl="0">
              <a:spcBef>
                <a:spcPts val="0"/>
              </a:spcBef>
              <a:spcAft>
                <a:spcPts val="0"/>
              </a:spcAft>
              <a:buClr>
                <a:schemeClr val="lt1"/>
              </a:buClr>
              <a:buSzPts val="6000"/>
              <a:buNone/>
              <a:defRPr sz="6000">
                <a:solidFill>
                  <a:schemeClr val="lt1"/>
                </a:solidFill>
              </a:defRPr>
            </a:lvl5pPr>
            <a:lvl6pPr lvl="5" rtl="0">
              <a:spcBef>
                <a:spcPts val="0"/>
              </a:spcBef>
              <a:spcAft>
                <a:spcPts val="0"/>
              </a:spcAft>
              <a:buClr>
                <a:schemeClr val="lt1"/>
              </a:buClr>
              <a:buSzPts val="6000"/>
              <a:buNone/>
              <a:defRPr sz="6000">
                <a:solidFill>
                  <a:schemeClr val="lt1"/>
                </a:solidFill>
              </a:defRPr>
            </a:lvl6pPr>
            <a:lvl7pPr lvl="6" rtl="0">
              <a:spcBef>
                <a:spcPts val="0"/>
              </a:spcBef>
              <a:spcAft>
                <a:spcPts val="0"/>
              </a:spcAft>
              <a:buClr>
                <a:schemeClr val="lt1"/>
              </a:buClr>
              <a:buSzPts val="6000"/>
              <a:buNone/>
              <a:defRPr sz="6000">
                <a:solidFill>
                  <a:schemeClr val="lt1"/>
                </a:solidFill>
              </a:defRPr>
            </a:lvl7pPr>
            <a:lvl8pPr lvl="7" rtl="0">
              <a:spcBef>
                <a:spcPts val="0"/>
              </a:spcBef>
              <a:spcAft>
                <a:spcPts val="0"/>
              </a:spcAft>
              <a:buClr>
                <a:schemeClr val="lt1"/>
              </a:buClr>
              <a:buSzPts val="6000"/>
              <a:buNone/>
              <a:defRPr sz="6000">
                <a:solidFill>
                  <a:schemeClr val="lt1"/>
                </a:solidFill>
              </a:defRPr>
            </a:lvl8pPr>
            <a:lvl9pPr lvl="8" rtl="0">
              <a:spcBef>
                <a:spcPts val="0"/>
              </a:spcBef>
              <a:spcAft>
                <a:spcPts val="0"/>
              </a:spcAft>
              <a:buClr>
                <a:schemeClr val="lt1"/>
              </a:buClr>
              <a:buSzPts val="6000"/>
              <a:buNone/>
              <a:defRPr sz="6000">
                <a:solidFill>
                  <a:schemeClr val="lt1"/>
                </a:solidFill>
              </a:defRPr>
            </a:lvl9pPr>
          </a:lstStyle>
          <a:p>
            <a:r>
              <a:t>xx%</a:t>
            </a:r>
          </a:p>
        </p:txBody>
      </p:sp>
      <p:sp>
        <p:nvSpPr>
          <p:cNvPr id="290" name="Google Shape;290;p21"/>
          <p:cNvSpPr txBox="1"/>
          <p:nvPr>
            <p:ph idx="5" type="subTitle"/>
          </p:nvPr>
        </p:nvSpPr>
        <p:spPr>
          <a:xfrm>
            <a:off x="4938300" y="2012868"/>
            <a:ext cx="4205700" cy="447600"/>
          </a:xfrm>
          <a:prstGeom prst="rect">
            <a:avLst/>
          </a:prstGeom>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1200"/>
              <a:buFont typeface="PT Sans"/>
              <a:buNone/>
              <a:defRPr sz="1500">
                <a:solidFill>
                  <a:schemeClr val="dk1"/>
                </a:solidFill>
                <a:latin typeface="Fira Sans Light"/>
                <a:ea typeface="Fira Sans Light"/>
                <a:cs typeface="Fira Sans Light"/>
                <a:sym typeface="Fira Sans Light"/>
              </a:defRPr>
            </a:lvl1pPr>
            <a:lvl2pPr lvl="1" rtl="0">
              <a:lnSpc>
                <a:spcPct val="100000"/>
              </a:lnSpc>
              <a:spcBef>
                <a:spcPts val="0"/>
              </a:spcBef>
              <a:spcAft>
                <a:spcPts val="0"/>
              </a:spcAft>
              <a:buClr>
                <a:schemeClr val="dk1"/>
              </a:buClr>
              <a:buSzPts val="1200"/>
              <a:buNone/>
              <a:defRPr>
                <a:solidFill>
                  <a:schemeClr val="dk1"/>
                </a:solidFill>
              </a:defRPr>
            </a:lvl2pPr>
            <a:lvl3pPr lvl="2" rtl="0">
              <a:lnSpc>
                <a:spcPct val="100000"/>
              </a:lnSpc>
              <a:spcBef>
                <a:spcPts val="0"/>
              </a:spcBef>
              <a:spcAft>
                <a:spcPts val="0"/>
              </a:spcAft>
              <a:buClr>
                <a:schemeClr val="dk1"/>
              </a:buClr>
              <a:buSzPts val="1200"/>
              <a:buNone/>
              <a:defRPr>
                <a:solidFill>
                  <a:schemeClr val="dk1"/>
                </a:solidFill>
              </a:defRPr>
            </a:lvl3pPr>
            <a:lvl4pPr lvl="3"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291" name="Google Shape;291;p21"/>
          <p:cNvSpPr txBox="1"/>
          <p:nvPr>
            <p:ph hasCustomPrompt="1" idx="6" type="title"/>
          </p:nvPr>
        </p:nvSpPr>
        <p:spPr>
          <a:xfrm>
            <a:off x="4938300" y="2695743"/>
            <a:ext cx="3492600" cy="768900"/>
          </a:xfrm>
          <a:prstGeom prst="rect">
            <a:avLst/>
          </a:prstGeom>
          <a:noFill/>
        </p:spPr>
        <p:txBody>
          <a:bodyPr anchorCtr="0" anchor="ctr" bIns="91425" lIns="91425" spcFirstLastPara="1" rIns="91425" wrap="square" tIns="91425">
            <a:noAutofit/>
          </a:bodyPr>
          <a:lstStyle>
            <a:lvl1pPr lvl="0" rtl="0">
              <a:spcBef>
                <a:spcPts val="0"/>
              </a:spcBef>
              <a:spcAft>
                <a:spcPts val="0"/>
              </a:spcAft>
              <a:buClr>
                <a:schemeClr val="lt1"/>
              </a:buClr>
              <a:buSzPts val="6000"/>
              <a:buNone/>
              <a:defRPr sz="4900">
                <a:solidFill>
                  <a:schemeClr val="lt2"/>
                </a:solidFill>
              </a:defRPr>
            </a:lvl1pPr>
            <a:lvl2pPr lvl="1" rtl="0">
              <a:spcBef>
                <a:spcPts val="0"/>
              </a:spcBef>
              <a:spcAft>
                <a:spcPts val="0"/>
              </a:spcAft>
              <a:buClr>
                <a:schemeClr val="lt1"/>
              </a:buClr>
              <a:buSzPts val="6000"/>
              <a:buNone/>
              <a:defRPr sz="6000">
                <a:solidFill>
                  <a:schemeClr val="lt1"/>
                </a:solidFill>
              </a:defRPr>
            </a:lvl2pPr>
            <a:lvl3pPr lvl="2" rtl="0">
              <a:spcBef>
                <a:spcPts val="0"/>
              </a:spcBef>
              <a:spcAft>
                <a:spcPts val="0"/>
              </a:spcAft>
              <a:buClr>
                <a:schemeClr val="lt1"/>
              </a:buClr>
              <a:buSzPts val="6000"/>
              <a:buNone/>
              <a:defRPr sz="6000">
                <a:solidFill>
                  <a:schemeClr val="lt1"/>
                </a:solidFill>
              </a:defRPr>
            </a:lvl3pPr>
            <a:lvl4pPr lvl="3" rtl="0">
              <a:spcBef>
                <a:spcPts val="0"/>
              </a:spcBef>
              <a:spcAft>
                <a:spcPts val="0"/>
              </a:spcAft>
              <a:buClr>
                <a:schemeClr val="lt1"/>
              </a:buClr>
              <a:buSzPts val="6000"/>
              <a:buNone/>
              <a:defRPr sz="6000">
                <a:solidFill>
                  <a:schemeClr val="lt1"/>
                </a:solidFill>
              </a:defRPr>
            </a:lvl4pPr>
            <a:lvl5pPr lvl="4" rtl="0">
              <a:spcBef>
                <a:spcPts val="0"/>
              </a:spcBef>
              <a:spcAft>
                <a:spcPts val="0"/>
              </a:spcAft>
              <a:buClr>
                <a:schemeClr val="lt1"/>
              </a:buClr>
              <a:buSzPts val="6000"/>
              <a:buNone/>
              <a:defRPr sz="6000">
                <a:solidFill>
                  <a:schemeClr val="lt1"/>
                </a:solidFill>
              </a:defRPr>
            </a:lvl5pPr>
            <a:lvl6pPr lvl="5" rtl="0">
              <a:spcBef>
                <a:spcPts val="0"/>
              </a:spcBef>
              <a:spcAft>
                <a:spcPts val="0"/>
              </a:spcAft>
              <a:buClr>
                <a:schemeClr val="lt1"/>
              </a:buClr>
              <a:buSzPts val="6000"/>
              <a:buNone/>
              <a:defRPr sz="6000">
                <a:solidFill>
                  <a:schemeClr val="lt1"/>
                </a:solidFill>
              </a:defRPr>
            </a:lvl6pPr>
            <a:lvl7pPr lvl="6" rtl="0">
              <a:spcBef>
                <a:spcPts val="0"/>
              </a:spcBef>
              <a:spcAft>
                <a:spcPts val="0"/>
              </a:spcAft>
              <a:buClr>
                <a:schemeClr val="lt1"/>
              </a:buClr>
              <a:buSzPts val="6000"/>
              <a:buNone/>
              <a:defRPr sz="6000">
                <a:solidFill>
                  <a:schemeClr val="lt1"/>
                </a:solidFill>
              </a:defRPr>
            </a:lvl7pPr>
            <a:lvl8pPr lvl="7" rtl="0">
              <a:spcBef>
                <a:spcPts val="0"/>
              </a:spcBef>
              <a:spcAft>
                <a:spcPts val="0"/>
              </a:spcAft>
              <a:buClr>
                <a:schemeClr val="lt1"/>
              </a:buClr>
              <a:buSzPts val="6000"/>
              <a:buNone/>
              <a:defRPr sz="6000">
                <a:solidFill>
                  <a:schemeClr val="lt1"/>
                </a:solidFill>
              </a:defRPr>
            </a:lvl8pPr>
            <a:lvl9pPr lvl="8" rtl="0">
              <a:spcBef>
                <a:spcPts val="0"/>
              </a:spcBef>
              <a:spcAft>
                <a:spcPts val="0"/>
              </a:spcAft>
              <a:buClr>
                <a:schemeClr val="lt1"/>
              </a:buClr>
              <a:buSzPts val="6000"/>
              <a:buNone/>
              <a:defRPr sz="6000">
                <a:solidFill>
                  <a:schemeClr val="lt1"/>
                </a:solidFill>
              </a:defRPr>
            </a:lvl9pPr>
          </a:lstStyle>
          <a:p>
            <a:r>
              <a:t>xx%</a:t>
            </a:r>
          </a:p>
        </p:txBody>
      </p:sp>
      <p:sp>
        <p:nvSpPr>
          <p:cNvPr id="292" name="Google Shape;292;p21"/>
          <p:cNvSpPr txBox="1"/>
          <p:nvPr>
            <p:ph idx="7" type="subTitle"/>
          </p:nvPr>
        </p:nvSpPr>
        <p:spPr>
          <a:xfrm>
            <a:off x="4938300" y="3457968"/>
            <a:ext cx="4205700" cy="447600"/>
          </a:xfrm>
          <a:prstGeom prst="rect">
            <a:avLst/>
          </a:prstGeom>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1200"/>
              <a:buFont typeface="PT Sans"/>
              <a:buNone/>
              <a:defRPr sz="1500">
                <a:solidFill>
                  <a:schemeClr val="dk1"/>
                </a:solidFill>
                <a:latin typeface="Fira Sans Light"/>
                <a:ea typeface="Fira Sans Light"/>
                <a:cs typeface="Fira Sans Light"/>
                <a:sym typeface="Fira Sans Light"/>
              </a:defRPr>
            </a:lvl1pPr>
            <a:lvl2pPr lvl="1" rtl="0">
              <a:lnSpc>
                <a:spcPct val="100000"/>
              </a:lnSpc>
              <a:spcBef>
                <a:spcPts val="0"/>
              </a:spcBef>
              <a:spcAft>
                <a:spcPts val="0"/>
              </a:spcAft>
              <a:buClr>
                <a:schemeClr val="dk1"/>
              </a:buClr>
              <a:buSzPts val="1200"/>
              <a:buNone/>
              <a:defRPr>
                <a:solidFill>
                  <a:schemeClr val="dk1"/>
                </a:solidFill>
              </a:defRPr>
            </a:lvl2pPr>
            <a:lvl3pPr lvl="2" rtl="0">
              <a:lnSpc>
                <a:spcPct val="100000"/>
              </a:lnSpc>
              <a:spcBef>
                <a:spcPts val="0"/>
              </a:spcBef>
              <a:spcAft>
                <a:spcPts val="0"/>
              </a:spcAft>
              <a:buClr>
                <a:schemeClr val="dk1"/>
              </a:buClr>
              <a:buSzPts val="1200"/>
              <a:buNone/>
              <a:defRPr>
                <a:solidFill>
                  <a:schemeClr val="dk1"/>
                </a:solidFill>
              </a:defRPr>
            </a:lvl3pPr>
            <a:lvl4pPr lvl="3"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grpSp>
        <p:nvGrpSpPr>
          <p:cNvPr id="293" name="Google Shape;293;p21"/>
          <p:cNvGrpSpPr/>
          <p:nvPr/>
        </p:nvGrpSpPr>
        <p:grpSpPr>
          <a:xfrm flipH="1" rot="10800000">
            <a:off x="-1573182" y="4603997"/>
            <a:ext cx="12530077" cy="1573895"/>
            <a:chOff x="284" y="3845969"/>
            <a:chExt cx="9199763" cy="1155576"/>
          </a:xfrm>
        </p:grpSpPr>
        <p:sp>
          <p:nvSpPr>
            <p:cNvPr id="294" name="Google Shape;294;p21"/>
            <p:cNvSpPr/>
            <p:nvPr/>
          </p:nvSpPr>
          <p:spPr>
            <a:xfrm>
              <a:off x="284" y="3845969"/>
              <a:ext cx="9199763" cy="957218"/>
            </a:xfrm>
            <a:custGeom>
              <a:rect b="b" l="l" r="r" t="t"/>
              <a:pathLst>
                <a:path extrusionOk="0" h="26962" w="259130">
                  <a:moveTo>
                    <a:pt x="18" y="1"/>
                  </a:moveTo>
                  <a:lnTo>
                    <a:pt x="18" y="1"/>
                  </a:lnTo>
                  <a:cubicBezTo>
                    <a:pt x="1" y="3595"/>
                    <a:pt x="723" y="7189"/>
                    <a:pt x="2159" y="10487"/>
                  </a:cubicBezTo>
                  <a:cubicBezTo>
                    <a:pt x="3586" y="13786"/>
                    <a:pt x="5710" y="16788"/>
                    <a:pt x="8338" y="19242"/>
                  </a:cubicBezTo>
                  <a:cubicBezTo>
                    <a:pt x="10966" y="21714"/>
                    <a:pt x="14125" y="23611"/>
                    <a:pt x="17537" y="24803"/>
                  </a:cubicBezTo>
                  <a:cubicBezTo>
                    <a:pt x="19234" y="25404"/>
                    <a:pt x="21000" y="25821"/>
                    <a:pt x="22793" y="26056"/>
                  </a:cubicBezTo>
                  <a:cubicBezTo>
                    <a:pt x="23019" y="26082"/>
                    <a:pt x="23245" y="26117"/>
                    <a:pt x="23472" y="26143"/>
                  </a:cubicBezTo>
                  <a:lnTo>
                    <a:pt x="24142" y="26196"/>
                  </a:lnTo>
                  <a:cubicBezTo>
                    <a:pt x="24368" y="26213"/>
                    <a:pt x="24594" y="26239"/>
                    <a:pt x="24821" y="26248"/>
                  </a:cubicBezTo>
                  <a:lnTo>
                    <a:pt x="25499" y="26265"/>
                  </a:lnTo>
                  <a:cubicBezTo>
                    <a:pt x="25717" y="26274"/>
                    <a:pt x="25952" y="26283"/>
                    <a:pt x="26170" y="26283"/>
                  </a:cubicBezTo>
                  <a:lnTo>
                    <a:pt x="26848" y="26291"/>
                  </a:lnTo>
                  <a:lnTo>
                    <a:pt x="28189" y="26300"/>
                  </a:lnTo>
                  <a:lnTo>
                    <a:pt x="71249" y="26518"/>
                  </a:lnTo>
                  <a:lnTo>
                    <a:pt x="259130" y="26961"/>
                  </a:lnTo>
                  <a:lnTo>
                    <a:pt x="259130" y="25186"/>
                  </a:lnTo>
                  <a:lnTo>
                    <a:pt x="71249" y="25630"/>
                  </a:lnTo>
                  <a:lnTo>
                    <a:pt x="28189" y="25856"/>
                  </a:lnTo>
                  <a:lnTo>
                    <a:pt x="26848" y="25856"/>
                  </a:lnTo>
                  <a:lnTo>
                    <a:pt x="26170" y="25865"/>
                  </a:lnTo>
                  <a:cubicBezTo>
                    <a:pt x="25952" y="25865"/>
                    <a:pt x="25726" y="25856"/>
                    <a:pt x="25508" y="25847"/>
                  </a:cubicBezTo>
                  <a:lnTo>
                    <a:pt x="24838" y="25839"/>
                  </a:lnTo>
                  <a:cubicBezTo>
                    <a:pt x="24620" y="25830"/>
                    <a:pt x="24394" y="25813"/>
                    <a:pt x="24177" y="25795"/>
                  </a:cubicBezTo>
                  <a:lnTo>
                    <a:pt x="23507" y="25752"/>
                  </a:lnTo>
                  <a:cubicBezTo>
                    <a:pt x="23280" y="25726"/>
                    <a:pt x="23063" y="25700"/>
                    <a:pt x="22845" y="25673"/>
                  </a:cubicBezTo>
                  <a:cubicBezTo>
                    <a:pt x="21079" y="25456"/>
                    <a:pt x="19329" y="25064"/>
                    <a:pt x="17641" y="24490"/>
                  </a:cubicBezTo>
                  <a:cubicBezTo>
                    <a:pt x="14264" y="23350"/>
                    <a:pt x="11123" y="21505"/>
                    <a:pt x="8495" y="19086"/>
                  </a:cubicBezTo>
                  <a:cubicBezTo>
                    <a:pt x="5858" y="16675"/>
                    <a:pt x="3717" y="13716"/>
                    <a:pt x="2263" y="10444"/>
                  </a:cubicBezTo>
                  <a:cubicBezTo>
                    <a:pt x="801" y="7172"/>
                    <a:pt x="36" y="3595"/>
                    <a:pt x="18" y="1"/>
                  </a:cubicBezTo>
                  <a:close/>
                </a:path>
              </a:pathLst>
            </a:custGeom>
            <a:gradFill>
              <a:gsLst>
                <a:gs pos="0">
                  <a:schemeClr val="accent1"/>
                </a:gs>
                <a:gs pos="26000">
                  <a:schemeClr val="accent2"/>
                </a:gs>
                <a:gs pos="58000">
                  <a:schemeClr val="accent4"/>
                </a:gs>
                <a:gs pos="100000">
                  <a:schemeClr val="accent5"/>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21"/>
            <p:cNvSpPr/>
            <p:nvPr/>
          </p:nvSpPr>
          <p:spPr>
            <a:xfrm>
              <a:off x="284" y="3945485"/>
              <a:ext cx="9199763" cy="956863"/>
            </a:xfrm>
            <a:custGeom>
              <a:rect b="b" l="l" r="r" t="t"/>
              <a:pathLst>
                <a:path extrusionOk="0" h="26952" w="259130">
                  <a:moveTo>
                    <a:pt x="18" y="0"/>
                  </a:moveTo>
                  <a:lnTo>
                    <a:pt x="18" y="0"/>
                  </a:lnTo>
                  <a:cubicBezTo>
                    <a:pt x="1" y="3586"/>
                    <a:pt x="723" y="7180"/>
                    <a:pt x="2159" y="10478"/>
                  </a:cubicBezTo>
                  <a:cubicBezTo>
                    <a:pt x="3586" y="13776"/>
                    <a:pt x="5710" y="16779"/>
                    <a:pt x="8338" y="19241"/>
                  </a:cubicBezTo>
                  <a:cubicBezTo>
                    <a:pt x="10966" y="21704"/>
                    <a:pt x="14125" y="23601"/>
                    <a:pt x="17537" y="24802"/>
                  </a:cubicBezTo>
                  <a:cubicBezTo>
                    <a:pt x="19234" y="25394"/>
                    <a:pt x="21000" y="25812"/>
                    <a:pt x="22793" y="26047"/>
                  </a:cubicBezTo>
                  <a:cubicBezTo>
                    <a:pt x="23019" y="26073"/>
                    <a:pt x="23245" y="26108"/>
                    <a:pt x="23472" y="26134"/>
                  </a:cubicBezTo>
                  <a:lnTo>
                    <a:pt x="24142" y="26186"/>
                  </a:lnTo>
                  <a:cubicBezTo>
                    <a:pt x="24368" y="26204"/>
                    <a:pt x="24594" y="26230"/>
                    <a:pt x="24821" y="26238"/>
                  </a:cubicBezTo>
                  <a:lnTo>
                    <a:pt x="25499" y="26264"/>
                  </a:lnTo>
                  <a:cubicBezTo>
                    <a:pt x="25717" y="26264"/>
                    <a:pt x="25952" y="26273"/>
                    <a:pt x="26170" y="26282"/>
                  </a:cubicBezTo>
                  <a:lnTo>
                    <a:pt x="26848" y="26282"/>
                  </a:lnTo>
                  <a:lnTo>
                    <a:pt x="28189" y="26291"/>
                  </a:lnTo>
                  <a:lnTo>
                    <a:pt x="71249" y="26508"/>
                  </a:lnTo>
                  <a:lnTo>
                    <a:pt x="259130" y="26952"/>
                  </a:lnTo>
                  <a:lnTo>
                    <a:pt x="259130" y="25185"/>
                  </a:lnTo>
                  <a:lnTo>
                    <a:pt x="71249" y="25620"/>
                  </a:lnTo>
                  <a:lnTo>
                    <a:pt x="28189" y="25847"/>
                  </a:lnTo>
                  <a:lnTo>
                    <a:pt x="26848" y="25855"/>
                  </a:lnTo>
                  <a:lnTo>
                    <a:pt x="26170" y="25855"/>
                  </a:lnTo>
                  <a:cubicBezTo>
                    <a:pt x="25952" y="25855"/>
                    <a:pt x="25726" y="25847"/>
                    <a:pt x="25508" y="25847"/>
                  </a:cubicBezTo>
                  <a:lnTo>
                    <a:pt x="24838" y="25829"/>
                  </a:lnTo>
                  <a:cubicBezTo>
                    <a:pt x="24620" y="25821"/>
                    <a:pt x="24394" y="25803"/>
                    <a:pt x="24177" y="25786"/>
                  </a:cubicBezTo>
                  <a:lnTo>
                    <a:pt x="23507" y="25742"/>
                  </a:lnTo>
                  <a:cubicBezTo>
                    <a:pt x="23280" y="25716"/>
                    <a:pt x="23063" y="25690"/>
                    <a:pt x="22845" y="25664"/>
                  </a:cubicBezTo>
                  <a:cubicBezTo>
                    <a:pt x="21079" y="25455"/>
                    <a:pt x="19329" y="25055"/>
                    <a:pt x="17641" y="24480"/>
                  </a:cubicBezTo>
                  <a:cubicBezTo>
                    <a:pt x="14264" y="23340"/>
                    <a:pt x="11123" y="21495"/>
                    <a:pt x="8495" y="19076"/>
                  </a:cubicBezTo>
                  <a:cubicBezTo>
                    <a:pt x="5858" y="16666"/>
                    <a:pt x="3717" y="13707"/>
                    <a:pt x="2263" y="10434"/>
                  </a:cubicBezTo>
                  <a:cubicBezTo>
                    <a:pt x="801" y="7162"/>
                    <a:pt x="36" y="3586"/>
                    <a:pt x="18" y="0"/>
                  </a:cubicBezTo>
                  <a:close/>
                </a:path>
              </a:pathLst>
            </a:custGeom>
            <a:gradFill>
              <a:gsLst>
                <a:gs pos="0">
                  <a:schemeClr val="accent1"/>
                </a:gs>
                <a:gs pos="26000">
                  <a:schemeClr val="accent2"/>
                </a:gs>
                <a:gs pos="58000">
                  <a:schemeClr val="accent4"/>
                </a:gs>
                <a:gs pos="100000">
                  <a:schemeClr val="accent5"/>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21"/>
            <p:cNvSpPr/>
            <p:nvPr/>
          </p:nvSpPr>
          <p:spPr>
            <a:xfrm>
              <a:off x="284" y="4044646"/>
              <a:ext cx="9199763" cy="956899"/>
            </a:xfrm>
            <a:custGeom>
              <a:rect b="b" l="l" r="r" t="t"/>
              <a:pathLst>
                <a:path extrusionOk="0" h="26953" w="259130">
                  <a:moveTo>
                    <a:pt x="18" y="1"/>
                  </a:moveTo>
                  <a:lnTo>
                    <a:pt x="18" y="1"/>
                  </a:lnTo>
                  <a:cubicBezTo>
                    <a:pt x="1" y="3586"/>
                    <a:pt x="723" y="7180"/>
                    <a:pt x="2159" y="10479"/>
                  </a:cubicBezTo>
                  <a:cubicBezTo>
                    <a:pt x="3586" y="13785"/>
                    <a:pt x="5710" y="16779"/>
                    <a:pt x="8338" y="19242"/>
                  </a:cubicBezTo>
                  <a:cubicBezTo>
                    <a:pt x="10966" y="21705"/>
                    <a:pt x="14125" y="23611"/>
                    <a:pt x="17537" y="24803"/>
                  </a:cubicBezTo>
                  <a:cubicBezTo>
                    <a:pt x="19234" y="25395"/>
                    <a:pt x="21000" y="25812"/>
                    <a:pt x="22793" y="26047"/>
                  </a:cubicBezTo>
                  <a:cubicBezTo>
                    <a:pt x="23019" y="26082"/>
                    <a:pt x="23245" y="26108"/>
                    <a:pt x="23472" y="26134"/>
                  </a:cubicBezTo>
                  <a:lnTo>
                    <a:pt x="24142" y="26187"/>
                  </a:lnTo>
                  <a:cubicBezTo>
                    <a:pt x="24368" y="26204"/>
                    <a:pt x="24594" y="26230"/>
                    <a:pt x="24821" y="26239"/>
                  </a:cubicBezTo>
                  <a:lnTo>
                    <a:pt x="25499" y="26265"/>
                  </a:lnTo>
                  <a:cubicBezTo>
                    <a:pt x="25717" y="26265"/>
                    <a:pt x="25952" y="26282"/>
                    <a:pt x="26170" y="26282"/>
                  </a:cubicBezTo>
                  <a:lnTo>
                    <a:pt x="26848" y="26282"/>
                  </a:lnTo>
                  <a:lnTo>
                    <a:pt x="28189" y="26291"/>
                  </a:lnTo>
                  <a:lnTo>
                    <a:pt x="71249" y="26509"/>
                  </a:lnTo>
                  <a:lnTo>
                    <a:pt x="259130" y="26952"/>
                  </a:lnTo>
                  <a:lnTo>
                    <a:pt x="259130" y="25186"/>
                  </a:lnTo>
                  <a:lnTo>
                    <a:pt x="71249" y="25630"/>
                  </a:lnTo>
                  <a:lnTo>
                    <a:pt x="28189" y="25847"/>
                  </a:lnTo>
                  <a:lnTo>
                    <a:pt x="26848" y="25856"/>
                  </a:lnTo>
                  <a:lnTo>
                    <a:pt x="26170" y="25856"/>
                  </a:lnTo>
                  <a:cubicBezTo>
                    <a:pt x="25952" y="25856"/>
                    <a:pt x="25726" y="25847"/>
                    <a:pt x="25508" y="25847"/>
                  </a:cubicBezTo>
                  <a:lnTo>
                    <a:pt x="24838" y="25830"/>
                  </a:lnTo>
                  <a:cubicBezTo>
                    <a:pt x="24620" y="25830"/>
                    <a:pt x="24394" y="25804"/>
                    <a:pt x="24177" y="25786"/>
                  </a:cubicBezTo>
                  <a:lnTo>
                    <a:pt x="23507" y="25743"/>
                  </a:lnTo>
                  <a:cubicBezTo>
                    <a:pt x="23280" y="25725"/>
                    <a:pt x="23063" y="25691"/>
                    <a:pt x="22845" y="25664"/>
                  </a:cubicBezTo>
                  <a:cubicBezTo>
                    <a:pt x="21079" y="25456"/>
                    <a:pt x="19329" y="25055"/>
                    <a:pt x="17641" y="24490"/>
                  </a:cubicBezTo>
                  <a:cubicBezTo>
                    <a:pt x="14264" y="23341"/>
                    <a:pt x="11123" y="21496"/>
                    <a:pt x="8495" y="19077"/>
                  </a:cubicBezTo>
                  <a:cubicBezTo>
                    <a:pt x="5858" y="16666"/>
                    <a:pt x="3717" y="13707"/>
                    <a:pt x="2263" y="10435"/>
                  </a:cubicBezTo>
                  <a:cubicBezTo>
                    <a:pt x="801" y="7172"/>
                    <a:pt x="36" y="3586"/>
                    <a:pt x="18" y="1"/>
                  </a:cubicBezTo>
                  <a:close/>
                </a:path>
              </a:pathLst>
            </a:custGeom>
            <a:gradFill>
              <a:gsLst>
                <a:gs pos="0">
                  <a:schemeClr val="accent1"/>
                </a:gs>
                <a:gs pos="26000">
                  <a:schemeClr val="accent2"/>
                </a:gs>
                <a:gs pos="58000">
                  <a:schemeClr val="accent4"/>
                </a:gs>
                <a:gs pos="100000">
                  <a:schemeClr val="accent5"/>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297" name="Shape 297"/>
        <p:cNvGrpSpPr/>
        <p:nvPr/>
      </p:nvGrpSpPr>
      <p:grpSpPr>
        <a:xfrm>
          <a:off x="0" y="0"/>
          <a:ext cx="0" cy="0"/>
          <a:chOff x="0" y="0"/>
          <a:chExt cx="0" cy="0"/>
        </a:xfrm>
      </p:grpSpPr>
      <p:pic>
        <p:nvPicPr>
          <p:cNvPr id="298" name="Google Shape;298;p22"/>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299" name="Google Shape;299;p22"/>
          <p:cNvSpPr txBox="1"/>
          <p:nvPr>
            <p:ph type="title"/>
          </p:nvPr>
        </p:nvSpPr>
        <p:spPr>
          <a:xfrm>
            <a:off x="2005350" y="602813"/>
            <a:ext cx="5133300" cy="14874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sz="108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00" name="Google Shape;300;p22"/>
          <p:cNvSpPr txBox="1"/>
          <p:nvPr>
            <p:ph idx="1" type="subTitle"/>
          </p:nvPr>
        </p:nvSpPr>
        <p:spPr>
          <a:xfrm>
            <a:off x="2005350" y="2210726"/>
            <a:ext cx="2295000" cy="11301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grpSp>
        <p:nvGrpSpPr>
          <p:cNvPr id="301" name="Google Shape;301;p22"/>
          <p:cNvGrpSpPr/>
          <p:nvPr/>
        </p:nvGrpSpPr>
        <p:grpSpPr>
          <a:xfrm flipH="1">
            <a:off x="0" y="3717327"/>
            <a:ext cx="9199763" cy="1353934"/>
            <a:chOff x="284" y="3647611"/>
            <a:chExt cx="9199763" cy="1353934"/>
          </a:xfrm>
        </p:grpSpPr>
        <p:sp>
          <p:nvSpPr>
            <p:cNvPr id="302" name="Google Shape;302;p22"/>
            <p:cNvSpPr/>
            <p:nvPr/>
          </p:nvSpPr>
          <p:spPr>
            <a:xfrm>
              <a:off x="284" y="3647611"/>
              <a:ext cx="9199763" cy="956899"/>
            </a:xfrm>
            <a:custGeom>
              <a:rect b="b" l="l" r="r" t="t"/>
              <a:pathLst>
                <a:path extrusionOk="0" h="26953" w="259130">
                  <a:moveTo>
                    <a:pt x="18" y="1"/>
                  </a:moveTo>
                  <a:lnTo>
                    <a:pt x="18" y="1"/>
                  </a:lnTo>
                  <a:cubicBezTo>
                    <a:pt x="1" y="3586"/>
                    <a:pt x="723" y="7180"/>
                    <a:pt x="2159" y="10479"/>
                  </a:cubicBezTo>
                  <a:cubicBezTo>
                    <a:pt x="3586" y="13786"/>
                    <a:pt x="5710" y="16779"/>
                    <a:pt x="8338" y="19242"/>
                  </a:cubicBezTo>
                  <a:cubicBezTo>
                    <a:pt x="10966" y="21705"/>
                    <a:pt x="14125" y="23611"/>
                    <a:pt x="17537" y="24803"/>
                  </a:cubicBezTo>
                  <a:cubicBezTo>
                    <a:pt x="19234" y="25395"/>
                    <a:pt x="21000" y="25813"/>
                    <a:pt x="22793" y="26048"/>
                  </a:cubicBezTo>
                  <a:cubicBezTo>
                    <a:pt x="23019" y="26082"/>
                    <a:pt x="23245" y="26109"/>
                    <a:pt x="23472" y="26135"/>
                  </a:cubicBezTo>
                  <a:lnTo>
                    <a:pt x="24142" y="26187"/>
                  </a:lnTo>
                  <a:cubicBezTo>
                    <a:pt x="24368" y="26204"/>
                    <a:pt x="24594" y="26230"/>
                    <a:pt x="24821" y="26239"/>
                  </a:cubicBezTo>
                  <a:lnTo>
                    <a:pt x="25499" y="26265"/>
                  </a:lnTo>
                  <a:cubicBezTo>
                    <a:pt x="25717" y="26265"/>
                    <a:pt x="25952" y="26283"/>
                    <a:pt x="26170" y="26283"/>
                  </a:cubicBezTo>
                  <a:lnTo>
                    <a:pt x="26848" y="26283"/>
                  </a:lnTo>
                  <a:lnTo>
                    <a:pt x="28189" y="26291"/>
                  </a:lnTo>
                  <a:lnTo>
                    <a:pt x="71249" y="26509"/>
                  </a:lnTo>
                  <a:lnTo>
                    <a:pt x="259130" y="26953"/>
                  </a:lnTo>
                  <a:lnTo>
                    <a:pt x="259130" y="25186"/>
                  </a:lnTo>
                  <a:lnTo>
                    <a:pt x="71249" y="25630"/>
                  </a:lnTo>
                  <a:lnTo>
                    <a:pt x="28189" y="25847"/>
                  </a:lnTo>
                  <a:lnTo>
                    <a:pt x="26848" y="25856"/>
                  </a:lnTo>
                  <a:lnTo>
                    <a:pt x="26170" y="25856"/>
                  </a:lnTo>
                  <a:cubicBezTo>
                    <a:pt x="25952" y="25856"/>
                    <a:pt x="25726" y="25847"/>
                    <a:pt x="25508" y="25847"/>
                  </a:cubicBezTo>
                  <a:lnTo>
                    <a:pt x="24838" y="25830"/>
                  </a:lnTo>
                  <a:cubicBezTo>
                    <a:pt x="24620" y="25830"/>
                    <a:pt x="24394" y="25804"/>
                    <a:pt x="24177" y="25787"/>
                  </a:cubicBezTo>
                  <a:lnTo>
                    <a:pt x="23507" y="25743"/>
                  </a:lnTo>
                  <a:cubicBezTo>
                    <a:pt x="23280" y="25726"/>
                    <a:pt x="23063" y="25691"/>
                    <a:pt x="22845" y="25665"/>
                  </a:cubicBezTo>
                  <a:cubicBezTo>
                    <a:pt x="21079" y="25456"/>
                    <a:pt x="19329" y="25056"/>
                    <a:pt x="17641" y="24490"/>
                  </a:cubicBezTo>
                  <a:cubicBezTo>
                    <a:pt x="14264" y="23341"/>
                    <a:pt x="11123" y="21496"/>
                    <a:pt x="8495" y="19077"/>
                  </a:cubicBezTo>
                  <a:cubicBezTo>
                    <a:pt x="5858" y="16666"/>
                    <a:pt x="3717" y="13707"/>
                    <a:pt x="2263" y="10435"/>
                  </a:cubicBezTo>
                  <a:cubicBezTo>
                    <a:pt x="801" y="7172"/>
                    <a:pt x="36" y="3586"/>
                    <a:pt x="18" y="1"/>
                  </a:cubicBezTo>
                  <a:close/>
                </a:path>
              </a:pathLst>
            </a:custGeom>
            <a:gradFill>
              <a:gsLst>
                <a:gs pos="0">
                  <a:schemeClr val="accent3"/>
                </a:gs>
                <a:gs pos="26000">
                  <a:schemeClr val="accent4"/>
                </a:gs>
                <a:gs pos="58000">
                  <a:schemeClr val="dk2"/>
                </a:gs>
                <a:gs pos="100000">
                  <a:schemeClr val="lt2"/>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22"/>
            <p:cNvSpPr/>
            <p:nvPr/>
          </p:nvSpPr>
          <p:spPr>
            <a:xfrm>
              <a:off x="284" y="3746808"/>
              <a:ext cx="9199763" cy="956899"/>
            </a:xfrm>
            <a:custGeom>
              <a:rect b="b" l="l" r="r" t="t"/>
              <a:pathLst>
                <a:path extrusionOk="0" h="26953" w="259130">
                  <a:moveTo>
                    <a:pt x="18" y="0"/>
                  </a:moveTo>
                  <a:lnTo>
                    <a:pt x="18" y="0"/>
                  </a:lnTo>
                  <a:cubicBezTo>
                    <a:pt x="1" y="3586"/>
                    <a:pt x="723" y="7189"/>
                    <a:pt x="2159" y="10487"/>
                  </a:cubicBezTo>
                  <a:cubicBezTo>
                    <a:pt x="3586" y="13785"/>
                    <a:pt x="5710" y="16779"/>
                    <a:pt x="8338" y="19242"/>
                  </a:cubicBezTo>
                  <a:cubicBezTo>
                    <a:pt x="10966" y="21713"/>
                    <a:pt x="14125" y="23610"/>
                    <a:pt x="17537" y="24803"/>
                  </a:cubicBezTo>
                  <a:cubicBezTo>
                    <a:pt x="19234" y="25403"/>
                    <a:pt x="21000" y="25821"/>
                    <a:pt x="22793" y="26056"/>
                  </a:cubicBezTo>
                  <a:cubicBezTo>
                    <a:pt x="23019" y="26082"/>
                    <a:pt x="23245" y="26117"/>
                    <a:pt x="23472" y="26134"/>
                  </a:cubicBezTo>
                  <a:lnTo>
                    <a:pt x="24142" y="26195"/>
                  </a:lnTo>
                  <a:cubicBezTo>
                    <a:pt x="24368" y="26212"/>
                    <a:pt x="24594" y="26230"/>
                    <a:pt x="24821" y="26247"/>
                  </a:cubicBezTo>
                  <a:lnTo>
                    <a:pt x="25499" y="26265"/>
                  </a:lnTo>
                  <a:cubicBezTo>
                    <a:pt x="25717" y="26273"/>
                    <a:pt x="25952" y="26282"/>
                    <a:pt x="26170" y="26282"/>
                  </a:cubicBezTo>
                  <a:lnTo>
                    <a:pt x="26848" y="26291"/>
                  </a:lnTo>
                  <a:lnTo>
                    <a:pt x="28189" y="26291"/>
                  </a:lnTo>
                  <a:lnTo>
                    <a:pt x="71249" y="26517"/>
                  </a:lnTo>
                  <a:lnTo>
                    <a:pt x="259130" y="26952"/>
                  </a:lnTo>
                  <a:lnTo>
                    <a:pt x="259130" y="25186"/>
                  </a:lnTo>
                  <a:lnTo>
                    <a:pt x="71249" y="25629"/>
                  </a:lnTo>
                  <a:lnTo>
                    <a:pt x="28189" y="25847"/>
                  </a:lnTo>
                  <a:lnTo>
                    <a:pt x="26848" y="25856"/>
                  </a:lnTo>
                  <a:lnTo>
                    <a:pt x="26170" y="25856"/>
                  </a:lnTo>
                  <a:cubicBezTo>
                    <a:pt x="25952" y="25856"/>
                    <a:pt x="25726" y="25856"/>
                    <a:pt x="25508" y="25847"/>
                  </a:cubicBezTo>
                  <a:lnTo>
                    <a:pt x="24838" y="25838"/>
                  </a:lnTo>
                  <a:cubicBezTo>
                    <a:pt x="24620" y="25830"/>
                    <a:pt x="24394" y="25803"/>
                    <a:pt x="24177" y="25795"/>
                  </a:cubicBezTo>
                  <a:lnTo>
                    <a:pt x="23507" y="25743"/>
                  </a:lnTo>
                  <a:cubicBezTo>
                    <a:pt x="23280" y="25725"/>
                    <a:pt x="23063" y="25690"/>
                    <a:pt x="22845" y="25664"/>
                  </a:cubicBezTo>
                  <a:cubicBezTo>
                    <a:pt x="21079" y="25455"/>
                    <a:pt x="19329" y="25064"/>
                    <a:pt x="17641" y="24489"/>
                  </a:cubicBezTo>
                  <a:cubicBezTo>
                    <a:pt x="14264" y="23341"/>
                    <a:pt x="11123" y="21496"/>
                    <a:pt x="8495" y="19076"/>
                  </a:cubicBezTo>
                  <a:cubicBezTo>
                    <a:pt x="5858" y="16666"/>
                    <a:pt x="3717" y="13707"/>
                    <a:pt x="2263" y="10435"/>
                  </a:cubicBezTo>
                  <a:cubicBezTo>
                    <a:pt x="801" y="7171"/>
                    <a:pt x="36" y="3586"/>
                    <a:pt x="18" y="0"/>
                  </a:cubicBezTo>
                  <a:close/>
                </a:path>
              </a:pathLst>
            </a:custGeom>
            <a:gradFill>
              <a:gsLst>
                <a:gs pos="0">
                  <a:schemeClr val="accent3"/>
                </a:gs>
                <a:gs pos="26000">
                  <a:schemeClr val="accent4"/>
                </a:gs>
                <a:gs pos="58000">
                  <a:schemeClr val="dk2"/>
                </a:gs>
                <a:gs pos="100000">
                  <a:schemeClr val="lt2"/>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22"/>
            <p:cNvSpPr/>
            <p:nvPr/>
          </p:nvSpPr>
          <p:spPr>
            <a:xfrm>
              <a:off x="284" y="3845969"/>
              <a:ext cx="9199763" cy="957218"/>
            </a:xfrm>
            <a:custGeom>
              <a:rect b="b" l="l" r="r" t="t"/>
              <a:pathLst>
                <a:path extrusionOk="0" h="26962" w="259130">
                  <a:moveTo>
                    <a:pt x="18" y="1"/>
                  </a:moveTo>
                  <a:lnTo>
                    <a:pt x="18" y="1"/>
                  </a:lnTo>
                  <a:cubicBezTo>
                    <a:pt x="1" y="3595"/>
                    <a:pt x="723" y="7189"/>
                    <a:pt x="2159" y="10487"/>
                  </a:cubicBezTo>
                  <a:cubicBezTo>
                    <a:pt x="3586" y="13786"/>
                    <a:pt x="5710" y="16788"/>
                    <a:pt x="8338" y="19242"/>
                  </a:cubicBezTo>
                  <a:cubicBezTo>
                    <a:pt x="10966" y="21714"/>
                    <a:pt x="14125" y="23611"/>
                    <a:pt x="17537" y="24803"/>
                  </a:cubicBezTo>
                  <a:cubicBezTo>
                    <a:pt x="19234" y="25404"/>
                    <a:pt x="21000" y="25821"/>
                    <a:pt x="22793" y="26056"/>
                  </a:cubicBezTo>
                  <a:cubicBezTo>
                    <a:pt x="23019" y="26082"/>
                    <a:pt x="23245" y="26117"/>
                    <a:pt x="23472" y="26143"/>
                  </a:cubicBezTo>
                  <a:lnTo>
                    <a:pt x="24142" y="26196"/>
                  </a:lnTo>
                  <a:cubicBezTo>
                    <a:pt x="24368" y="26213"/>
                    <a:pt x="24594" y="26239"/>
                    <a:pt x="24821" y="26248"/>
                  </a:cubicBezTo>
                  <a:lnTo>
                    <a:pt x="25499" y="26265"/>
                  </a:lnTo>
                  <a:cubicBezTo>
                    <a:pt x="25717" y="26274"/>
                    <a:pt x="25952" y="26283"/>
                    <a:pt x="26170" y="26283"/>
                  </a:cubicBezTo>
                  <a:lnTo>
                    <a:pt x="26848" y="26291"/>
                  </a:lnTo>
                  <a:lnTo>
                    <a:pt x="28189" y="26300"/>
                  </a:lnTo>
                  <a:lnTo>
                    <a:pt x="71249" y="26518"/>
                  </a:lnTo>
                  <a:lnTo>
                    <a:pt x="259130" y="26961"/>
                  </a:lnTo>
                  <a:lnTo>
                    <a:pt x="259130" y="25186"/>
                  </a:lnTo>
                  <a:lnTo>
                    <a:pt x="71249" y="25630"/>
                  </a:lnTo>
                  <a:lnTo>
                    <a:pt x="28189" y="25856"/>
                  </a:lnTo>
                  <a:lnTo>
                    <a:pt x="26848" y="25856"/>
                  </a:lnTo>
                  <a:lnTo>
                    <a:pt x="26170" y="25865"/>
                  </a:lnTo>
                  <a:cubicBezTo>
                    <a:pt x="25952" y="25865"/>
                    <a:pt x="25726" y="25856"/>
                    <a:pt x="25508" y="25847"/>
                  </a:cubicBezTo>
                  <a:lnTo>
                    <a:pt x="24838" y="25839"/>
                  </a:lnTo>
                  <a:cubicBezTo>
                    <a:pt x="24620" y="25830"/>
                    <a:pt x="24394" y="25813"/>
                    <a:pt x="24177" y="25795"/>
                  </a:cubicBezTo>
                  <a:lnTo>
                    <a:pt x="23507" y="25752"/>
                  </a:lnTo>
                  <a:cubicBezTo>
                    <a:pt x="23280" y="25726"/>
                    <a:pt x="23063" y="25700"/>
                    <a:pt x="22845" y="25673"/>
                  </a:cubicBezTo>
                  <a:cubicBezTo>
                    <a:pt x="21079" y="25456"/>
                    <a:pt x="19329" y="25064"/>
                    <a:pt x="17641" y="24490"/>
                  </a:cubicBezTo>
                  <a:cubicBezTo>
                    <a:pt x="14264" y="23350"/>
                    <a:pt x="11123" y="21505"/>
                    <a:pt x="8495" y="19086"/>
                  </a:cubicBezTo>
                  <a:cubicBezTo>
                    <a:pt x="5858" y="16675"/>
                    <a:pt x="3717" y="13716"/>
                    <a:pt x="2263" y="10444"/>
                  </a:cubicBezTo>
                  <a:cubicBezTo>
                    <a:pt x="801" y="7172"/>
                    <a:pt x="36" y="3595"/>
                    <a:pt x="18" y="1"/>
                  </a:cubicBezTo>
                  <a:close/>
                </a:path>
              </a:pathLst>
            </a:custGeom>
            <a:gradFill>
              <a:gsLst>
                <a:gs pos="0">
                  <a:schemeClr val="accent3"/>
                </a:gs>
                <a:gs pos="26000">
                  <a:schemeClr val="accent4"/>
                </a:gs>
                <a:gs pos="58000">
                  <a:schemeClr val="dk2"/>
                </a:gs>
                <a:gs pos="100000">
                  <a:schemeClr val="lt2"/>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22"/>
            <p:cNvSpPr/>
            <p:nvPr/>
          </p:nvSpPr>
          <p:spPr>
            <a:xfrm>
              <a:off x="284" y="3945485"/>
              <a:ext cx="9199763" cy="956863"/>
            </a:xfrm>
            <a:custGeom>
              <a:rect b="b" l="l" r="r" t="t"/>
              <a:pathLst>
                <a:path extrusionOk="0" h="26952" w="259130">
                  <a:moveTo>
                    <a:pt x="18" y="0"/>
                  </a:moveTo>
                  <a:lnTo>
                    <a:pt x="18" y="0"/>
                  </a:lnTo>
                  <a:cubicBezTo>
                    <a:pt x="1" y="3586"/>
                    <a:pt x="723" y="7180"/>
                    <a:pt x="2159" y="10478"/>
                  </a:cubicBezTo>
                  <a:cubicBezTo>
                    <a:pt x="3586" y="13776"/>
                    <a:pt x="5710" y="16779"/>
                    <a:pt x="8338" y="19241"/>
                  </a:cubicBezTo>
                  <a:cubicBezTo>
                    <a:pt x="10966" y="21704"/>
                    <a:pt x="14125" y="23601"/>
                    <a:pt x="17537" y="24802"/>
                  </a:cubicBezTo>
                  <a:cubicBezTo>
                    <a:pt x="19234" y="25394"/>
                    <a:pt x="21000" y="25812"/>
                    <a:pt x="22793" y="26047"/>
                  </a:cubicBezTo>
                  <a:cubicBezTo>
                    <a:pt x="23019" y="26073"/>
                    <a:pt x="23245" y="26108"/>
                    <a:pt x="23472" y="26134"/>
                  </a:cubicBezTo>
                  <a:lnTo>
                    <a:pt x="24142" y="26186"/>
                  </a:lnTo>
                  <a:cubicBezTo>
                    <a:pt x="24368" y="26204"/>
                    <a:pt x="24594" y="26230"/>
                    <a:pt x="24821" y="26238"/>
                  </a:cubicBezTo>
                  <a:lnTo>
                    <a:pt x="25499" y="26264"/>
                  </a:lnTo>
                  <a:cubicBezTo>
                    <a:pt x="25717" y="26264"/>
                    <a:pt x="25952" y="26273"/>
                    <a:pt x="26170" y="26282"/>
                  </a:cubicBezTo>
                  <a:lnTo>
                    <a:pt x="26848" y="26282"/>
                  </a:lnTo>
                  <a:lnTo>
                    <a:pt x="28189" y="26291"/>
                  </a:lnTo>
                  <a:lnTo>
                    <a:pt x="71249" y="26508"/>
                  </a:lnTo>
                  <a:lnTo>
                    <a:pt x="259130" y="26952"/>
                  </a:lnTo>
                  <a:lnTo>
                    <a:pt x="259130" y="25185"/>
                  </a:lnTo>
                  <a:lnTo>
                    <a:pt x="71249" y="25620"/>
                  </a:lnTo>
                  <a:lnTo>
                    <a:pt x="28189" y="25847"/>
                  </a:lnTo>
                  <a:lnTo>
                    <a:pt x="26848" y="25855"/>
                  </a:lnTo>
                  <a:lnTo>
                    <a:pt x="26170" y="25855"/>
                  </a:lnTo>
                  <a:cubicBezTo>
                    <a:pt x="25952" y="25855"/>
                    <a:pt x="25726" y="25847"/>
                    <a:pt x="25508" y="25847"/>
                  </a:cubicBezTo>
                  <a:lnTo>
                    <a:pt x="24838" y="25829"/>
                  </a:lnTo>
                  <a:cubicBezTo>
                    <a:pt x="24620" y="25821"/>
                    <a:pt x="24394" y="25803"/>
                    <a:pt x="24177" y="25786"/>
                  </a:cubicBezTo>
                  <a:lnTo>
                    <a:pt x="23507" y="25742"/>
                  </a:lnTo>
                  <a:cubicBezTo>
                    <a:pt x="23280" y="25716"/>
                    <a:pt x="23063" y="25690"/>
                    <a:pt x="22845" y="25664"/>
                  </a:cubicBezTo>
                  <a:cubicBezTo>
                    <a:pt x="21079" y="25455"/>
                    <a:pt x="19329" y="25055"/>
                    <a:pt x="17641" y="24480"/>
                  </a:cubicBezTo>
                  <a:cubicBezTo>
                    <a:pt x="14264" y="23340"/>
                    <a:pt x="11123" y="21495"/>
                    <a:pt x="8495" y="19076"/>
                  </a:cubicBezTo>
                  <a:cubicBezTo>
                    <a:pt x="5858" y="16666"/>
                    <a:pt x="3717" y="13707"/>
                    <a:pt x="2263" y="10434"/>
                  </a:cubicBezTo>
                  <a:cubicBezTo>
                    <a:pt x="801" y="7162"/>
                    <a:pt x="36" y="3586"/>
                    <a:pt x="18" y="0"/>
                  </a:cubicBezTo>
                  <a:close/>
                </a:path>
              </a:pathLst>
            </a:custGeom>
            <a:gradFill>
              <a:gsLst>
                <a:gs pos="0">
                  <a:schemeClr val="accent3"/>
                </a:gs>
                <a:gs pos="26000">
                  <a:schemeClr val="accent4"/>
                </a:gs>
                <a:gs pos="58000">
                  <a:schemeClr val="dk2"/>
                </a:gs>
                <a:gs pos="100000">
                  <a:schemeClr val="lt2"/>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22"/>
            <p:cNvSpPr/>
            <p:nvPr/>
          </p:nvSpPr>
          <p:spPr>
            <a:xfrm>
              <a:off x="284" y="4044646"/>
              <a:ext cx="9199763" cy="956899"/>
            </a:xfrm>
            <a:custGeom>
              <a:rect b="b" l="l" r="r" t="t"/>
              <a:pathLst>
                <a:path extrusionOk="0" h="26953" w="259130">
                  <a:moveTo>
                    <a:pt x="18" y="1"/>
                  </a:moveTo>
                  <a:lnTo>
                    <a:pt x="18" y="1"/>
                  </a:lnTo>
                  <a:cubicBezTo>
                    <a:pt x="1" y="3586"/>
                    <a:pt x="723" y="7180"/>
                    <a:pt x="2159" y="10479"/>
                  </a:cubicBezTo>
                  <a:cubicBezTo>
                    <a:pt x="3586" y="13785"/>
                    <a:pt x="5710" y="16779"/>
                    <a:pt x="8338" y="19242"/>
                  </a:cubicBezTo>
                  <a:cubicBezTo>
                    <a:pt x="10966" y="21705"/>
                    <a:pt x="14125" y="23611"/>
                    <a:pt x="17537" y="24803"/>
                  </a:cubicBezTo>
                  <a:cubicBezTo>
                    <a:pt x="19234" y="25395"/>
                    <a:pt x="21000" y="25812"/>
                    <a:pt x="22793" y="26047"/>
                  </a:cubicBezTo>
                  <a:cubicBezTo>
                    <a:pt x="23019" y="26082"/>
                    <a:pt x="23245" y="26108"/>
                    <a:pt x="23472" y="26134"/>
                  </a:cubicBezTo>
                  <a:lnTo>
                    <a:pt x="24142" y="26187"/>
                  </a:lnTo>
                  <a:cubicBezTo>
                    <a:pt x="24368" y="26204"/>
                    <a:pt x="24594" y="26230"/>
                    <a:pt x="24821" y="26239"/>
                  </a:cubicBezTo>
                  <a:lnTo>
                    <a:pt x="25499" y="26265"/>
                  </a:lnTo>
                  <a:cubicBezTo>
                    <a:pt x="25717" y="26265"/>
                    <a:pt x="25952" y="26282"/>
                    <a:pt x="26170" y="26282"/>
                  </a:cubicBezTo>
                  <a:lnTo>
                    <a:pt x="26848" y="26282"/>
                  </a:lnTo>
                  <a:lnTo>
                    <a:pt x="28189" y="26291"/>
                  </a:lnTo>
                  <a:lnTo>
                    <a:pt x="71249" y="26509"/>
                  </a:lnTo>
                  <a:lnTo>
                    <a:pt x="259130" y="26952"/>
                  </a:lnTo>
                  <a:lnTo>
                    <a:pt x="259130" y="25186"/>
                  </a:lnTo>
                  <a:lnTo>
                    <a:pt x="71249" y="25630"/>
                  </a:lnTo>
                  <a:lnTo>
                    <a:pt x="28189" y="25847"/>
                  </a:lnTo>
                  <a:lnTo>
                    <a:pt x="26848" y="25856"/>
                  </a:lnTo>
                  <a:lnTo>
                    <a:pt x="26170" y="25856"/>
                  </a:lnTo>
                  <a:cubicBezTo>
                    <a:pt x="25952" y="25856"/>
                    <a:pt x="25726" y="25847"/>
                    <a:pt x="25508" y="25847"/>
                  </a:cubicBezTo>
                  <a:lnTo>
                    <a:pt x="24838" y="25830"/>
                  </a:lnTo>
                  <a:cubicBezTo>
                    <a:pt x="24620" y="25830"/>
                    <a:pt x="24394" y="25804"/>
                    <a:pt x="24177" y="25786"/>
                  </a:cubicBezTo>
                  <a:lnTo>
                    <a:pt x="23507" y="25743"/>
                  </a:lnTo>
                  <a:cubicBezTo>
                    <a:pt x="23280" y="25725"/>
                    <a:pt x="23063" y="25691"/>
                    <a:pt x="22845" y="25664"/>
                  </a:cubicBezTo>
                  <a:cubicBezTo>
                    <a:pt x="21079" y="25456"/>
                    <a:pt x="19329" y="25055"/>
                    <a:pt x="17641" y="24490"/>
                  </a:cubicBezTo>
                  <a:cubicBezTo>
                    <a:pt x="14264" y="23341"/>
                    <a:pt x="11123" y="21496"/>
                    <a:pt x="8495" y="19077"/>
                  </a:cubicBezTo>
                  <a:cubicBezTo>
                    <a:pt x="5858" y="16666"/>
                    <a:pt x="3717" y="13707"/>
                    <a:pt x="2263" y="10435"/>
                  </a:cubicBezTo>
                  <a:cubicBezTo>
                    <a:pt x="801" y="7172"/>
                    <a:pt x="36" y="3586"/>
                    <a:pt x="18" y="1"/>
                  </a:cubicBezTo>
                  <a:close/>
                </a:path>
              </a:pathLst>
            </a:custGeom>
            <a:gradFill>
              <a:gsLst>
                <a:gs pos="0">
                  <a:schemeClr val="accent3"/>
                </a:gs>
                <a:gs pos="26000">
                  <a:schemeClr val="accent4"/>
                </a:gs>
                <a:gs pos="58000">
                  <a:schemeClr val="dk2"/>
                </a:gs>
                <a:gs pos="100000">
                  <a:schemeClr val="lt2"/>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7" name="Google Shape;307;p22"/>
          <p:cNvGrpSpPr/>
          <p:nvPr/>
        </p:nvGrpSpPr>
        <p:grpSpPr>
          <a:xfrm flipH="1" rot="10800000">
            <a:off x="284" y="85875"/>
            <a:ext cx="9199763" cy="1353934"/>
            <a:chOff x="284" y="3647611"/>
            <a:chExt cx="9199763" cy="1353934"/>
          </a:xfrm>
        </p:grpSpPr>
        <p:sp>
          <p:nvSpPr>
            <p:cNvPr id="308" name="Google Shape;308;p22"/>
            <p:cNvSpPr/>
            <p:nvPr/>
          </p:nvSpPr>
          <p:spPr>
            <a:xfrm>
              <a:off x="284" y="3647611"/>
              <a:ext cx="9199763" cy="956899"/>
            </a:xfrm>
            <a:custGeom>
              <a:rect b="b" l="l" r="r" t="t"/>
              <a:pathLst>
                <a:path extrusionOk="0" h="26953" w="259130">
                  <a:moveTo>
                    <a:pt x="18" y="1"/>
                  </a:moveTo>
                  <a:lnTo>
                    <a:pt x="18" y="1"/>
                  </a:lnTo>
                  <a:cubicBezTo>
                    <a:pt x="1" y="3586"/>
                    <a:pt x="723" y="7180"/>
                    <a:pt x="2159" y="10479"/>
                  </a:cubicBezTo>
                  <a:cubicBezTo>
                    <a:pt x="3586" y="13786"/>
                    <a:pt x="5710" y="16779"/>
                    <a:pt x="8338" y="19242"/>
                  </a:cubicBezTo>
                  <a:cubicBezTo>
                    <a:pt x="10966" y="21705"/>
                    <a:pt x="14125" y="23611"/>
                    <a:pt x="17537" y="24803"/>
                  </a:cubicBezTo>
                  <a:cubicBezTo>
                    <a:pt x="19234" y="25395"/>
                    <a:pt x="21000" y="25813"/>
                    <a:pt x="22793" y="26048"/>
                  </a:cubicBezTo>
                  <a:cubicBezTo>
                    <a:pt x="23019" y="26082"/>
                    <a:pt x="23245" y="26109"/>
                    <a:pt x="23472" y="26135"/>
                  </a:cubicBezTo>
                  <a:lnTo>
                    <a:pt x="24142" y="26187"/>
                  </a:lnTo>
                  <a:cubicBezTo>
                    <a:pt x="24368" y="26204"/>
                    <a:pt x="24594" y="26230"/>
                    <a:pt x="24821" y="26239"/>
                  </a:cubicBezTo>
                  <a:lnTo>
                    <a:pt x="25499" y="26265"/>
                  </a:lnTo>
                  <a:cubicBezTo>
                    <a:pt x="25717" y="26265"/>
                    <a:pt x="25952" y="26283"/>
                    <a:pt x="26170" y="26283"/>
                  </a:cubicBezTo>
                  <a:lnTo>
                    <a:pt x="26848" y="26283"/>
                  </a:lnTo>
                  <a:lnTo>
                    <a:pt x="28189" y="26291"/>
                  </a:lnTo>
                  <a:lnTo>
                    <a:pt x="71249" y="26509"/>
                  </a:lnTo>
                  <a:lnTo>
                    <a:pt x="259130" y="26953"/>
                  </a:lnTo>
                  <a:lnTo>
                    <a:pt x="259130" y="25186"/>
                  </a:lnTo>
                  <a:lnTo>
                    <a:pt x="71249" y="25630"/>
                  </a:lnTo>
                  <a:lnTo>
                    <a:pt x="28189" y="25847"/>
                  </a:lnTo>
                  <a:lnTo>
                    <a:pt x="26848" y="25856"/>
                  </a:lnTo>
                  <a:lnTo>
                    <a:pt x="26170" y="25856"/>
                  </a:lnTo>
                  <a:cubicBezTo>
                    <a:pt x="25952" y="25856"/>
                    <a:pt x="25726" y="25847"/>
                    <a:pt x="25508" y="25847"/>
                  </a:cubicBezTo>
                  <a:lnTo>
                    <a:pt x="24838" y="25830"/>
                  </a:lnTo>
                  <a:cubicBezTo>
                    <a:pt x="24620" y="25830"/>
                    <a:pt x="24394" y="25804"/>
                    <a:pt x="24177" y="25787"/>
                  </a:cubicBezTo>
                  <a:lnTo>
                    <a:pt x="23507" y="25743"/>
                  </a:lnTo>
                  <a:cubicBezTo>
                    <a:pt x="23280" y="25726"/>
                    <a:pt x="23063" y="25691"/>
                    <a:pt x="22845" y="25665"/>
                  </a:cubicBezTo>
                  <a:cubicBezTo>
                    <a:pt x="21079" y="25456"/>
                    <a:pt x="19329" y="25056"/>
                    <a:pt x="17641" y="24490"/>
                  </a:cubicBezTo>
                  <a:cubicBezTo>
                    <a:pt x="14264" y="23341"/>
                    <a:pt x="11123" y="21496"/>
                    <a:pt x="8495" y="19077"/>
                  </a:cubicBezTo>
                  <a:cubicBezTo>
                    <a:pt x="5858" y="16666"/>
                    <a:pt x="3717" y="13707"/>
                    <a:pt x="2263" y="10435"/>
                  </a:cubicBezTo>
                  <a:cubicBezTo>
                    <a:pt x="801" y="7172"/>
                    <a:pt x="36" y="3586"/>
                    <a:pt x="18" y="1"/>
                  </a:cubicBezTo>
                  <a:close/>
                </a:path>
              </a:pathLst>
            </a:custGeom>
            <a:gradFill>
              <a:gsLst>
                <a:gs pos="0">
                  <a:schemeClr val="accent3"/>
                </a:gs>
                <a:gs pos="26000">
                  <a:schemeClr val="accent4"/>
                </a:gs>
                <a:gs pos="58000">
                  <a:schemeClr val="dk2"/>
                </a:gs>
                <a:gs pos="100000">
                  <a:schemeClr val="lt2"/>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22"/>
            <p:cNvSpPr/>
            <p:nvPr/>
          </p:nvSpPr>
          <p:spPr>
            <a:xfrm>
              <a:off x="284" y="3746808"/>
              <a:ext cx="9199763" cy="956899"/>
            </a:xfrm>
            <a:custGeom>
              <a:rect b="b" l="l" r="r" t="t"/>
              <a:pathLst>
                <a:path extrusionOk="0" h="26953" w="259130">
                  <a:moveTo>
                    <a:pt x="18" y="0"/>
                  </a:moveTo>
                  <a:lnTo>
                    <a:pt x="18" y="0"/>
                  </a:lnTo>
                  <a:cubicBezTo>
                    <a:pt x="1" y="3586"/>
                    <a:pt x="723" y="7189"/>
                    <a:pt x="2159" y="10487"/>
                  </a:cubicBezTo>
                  <a:cubicBezTo>
                    <a:pt x="3586" y="13785"/>
                    <a:pt x="5710" y="16779"/>
                    <a:pt x="8338" y="19242"/>
                  </a:cubicBezTo>
                  <a:cubicBezTo>
                    <a:pt x="10966" y="21713"/>
                    <a:pt x="14125" y="23610"/>
                    <a:pt x="17537" y="24803"/>
                  </a:cubicBezTo>
                  <a:cubicBezTo>
                    <a:pt x="19234" y="25403"/>
                    <a:pt x="21000" y="25821"/>
                    <a:pt x="22793" y="26056"/>
                  </a:cubicBezTo>
                  <a:cubicBezTo>
                    <a:pt x="23019" y="26082"/>
                    <a:pt x="23245" y="26117"/>
                    <a:pt x="23472" y="26134"/>
                  </a:cubicBezTo>
                  <a:lnTo>
                    <a:pt x="24142" y="26195"/>
                  </a:lnTo>
                  <a:cubicBezTo>
                    <a:pt x="24368" y="26212"/>
                    <a:pt x="24594" y="26230"/>
                    <a:pt x="24821" y="26247"/>
                  </a:cubicBezTo>
                  <a:lnTo>
                    <a:pt x="25499" y="26265"/>
                  </a:lnTo>
                  <a:cubicBezTo>
                    <a:pt x="25717" y="26273"/>
                    <a:pt x="25952" y="26282"/>
                    <a:pt x="26170" y="26282"/>
                  </a:cubicBezTo>
                  <a:lnTo>
                    <a:pt x="26848" y="26291"/>
                  </a:lnTo>
                  <a:lnTo>
                    <a:pt x="28189" y="26291"/>
                  </a:lnTo>
                  <a:lnTo>
                    <a:pt x="71249" y="26517"/>
                  </a:lnTo>
                  <a:lnTo>
                    <a:pt x="259130" y="26952"/>
                  </a:lnTo>
                  <a:lnTo>
                    <a:pt x="259130" y="25186"/>
                  </a:lnTo>
                  <a:lnTo>
                    <a:pt x="71249" y="25629"/>
                  </a:lnTo>
                  <a:lnTo>
                    <a:pt x="28189" y="25847"/>
                  </a:lnTo>
                  <a:lnTo>
                    <a:pt x="26848" y="25856"/>
                  </a:lnTo>
                  <a:lnTo>
                    <a:pt x="26170" y="25856"/>
                  </a:lnTo>
                  <a:cubicBezTo>
                    <a:pt x="25952" y="25856"/>
                    <a:pt x="25726" y="25856"/>
                    <a:pt x="25508" y="25847"/>
                  </a:cubicBezTo>
                  <a:lnTo>
                    <a:pt x="24838" y="25838"/>
                  </a:lnTo>
                  <a:cubicBezTo>
                    <a:pt x="24620" y="25830"/>
                    <a:pt x="24394" y="25803"/>
                    <a:pt x="24177" y="25795"/>
                  </a:cubicBezTo>
                  <a:lnTo>
                    <a:pt x="23507" y="25743"/>
                  </a:lnTo>
                  <a:cubicBezTo>
                    <a:pt x="23280" y="25725"/>
                    <a:pt x="23063" y="25690"/>
                    <a:pt x="22845" y="25664"/>
                  </a:cubicBezTo>
                  <a:cubicBezTo>
                    <a:pt x="21079" y="25455"/>
                    <a:pt x="19329" y="25064"/>
                    <a:pt x="17641" y="24489"/>
                  </a:cubicBezTo>
                  <a:cubicBezTo>
                    <a:pt x="14264" y="23341"/>
                    <a:pt x="11123" y="21496"/>
                    <a:pt x="8495" y="19076"/>
                  </a:cubicBezTo>
                  <a:cubicBezTo>
                    <a:pt x="5858" y="16666"/>
                    <a:pt x="3717" y="13707"/>
                    <a:pt x="2263" y="10435"/>
                  </a:cubicBezTo>
                  <a:cubicBezTo>
                    <a:pt x="801" y="7171"/>
                    <a:pt x="36" y="3586"/>
                    <a:pt x="18" y="0"/>
                  </a:cubicBezTo>
                  <a:close/>
                </a:path>
              </a:pathLst>
            </a:custGeom>
            <a:gradFill>
              <a:gsLst>
                <a:gs pos="0">
                  <a:schemeClr val="accent3"/>
                </a:gs>
                <a:gs pos="26000">
                  <a:schemeClr val="accent4"/>
                </a:gs>
                <a:gs pos="58000">
                  <a:schemeClr val="dk2"/>
                </a:gs>
                <a:gs pos="100000">
                  <a:schemeClr val="lt2"/>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22"/>
            <p:cNvSpPr/>
            <p:nvPr/>
          </p:nvSpPr>
          <p:spPr>
            <a:xfrm>
              <a:off x="284" y="3845969"/>
              <a:ext cx="9199763" cy="957218"/>
            </a:xfrm>
            <a:custGeom>
              <a:rect b="b" l="l" r="r" t="t"/>
              <a:pathLst>
                <a:path extrusionOk="0" h="26962" w="259130">
                  <a:moveTo>
                    <a:pt x="18" y="1"/>
                  </a:moveTo>
                  <a:lnTo>
                    <a:pt x="18" y="1"/>
                  </a:lnTo>
                  <a:cubicBezTo>
                    <a:pt x="1" y="3595"/>
                    <a:pt x="723" y="7189"/>
                    <a:pt x="2159" y="10487"/>
                  </a:cubicBezTo>
                  <a:cubicBezTo>
                    <a:pt x="3586" y="13786"/>
                    <a:pt x="5710" y="16788"/>
                    <a:pt x="8338" y="19242"/>
                  </a:cubicBezTo>
                  <a:cubicBezTo>
                    <a:pt x="10966" y="21714"/>
                    <a:pt x="14125" y="23611"/>
                    <a:pt x="17537" y="24803"/>
                  </a:cubicBezTo>
                  <a:cubicBezTo>
                    <a:pt x="19234" y="25404"/>
                    <a:pt x="21000" y="25821"/>
                    <a:pt x="22793" y="26056"/>
                  </a:cubicBezTo>
                  <a:cubicBezTo>
                    <a:pt x="23019" y="26082"/>
                    <a:pt x="23245" y="26117"/>
                    <a:pt x="23472" y="26143"/>
                  </a:cubicBezTo>
                  <a:lnTo>
                    <a:pt x="24142" y="26196"/>
                  </a:lnTo>
                  <a:cubicBezTo>
                    <a:pt x="24368" y="26213"/>
                    <a:pt x="24594" y="26239"/>
                    <a:pt x="24821" y="26248"/>
                  </a:cubicBezTo>
                  <a:lnTo>
                    <a:pt x="25499" y="26265"/>
                  </a:lnTo>
                  <a:cubicBezTo>
                    <a:pt x="25717" y="26274"/>
                    <a:pt x="25952" y="26283"/>
                    <a:pt x="26170" y="26283"/>
                  </a:cubicBezTo>
                  <a:lnTo>
                    <a:pt x="26848" y="26291"/>
                  </a:lnTo>
                  <a:lnTo>
                    <a:pt x="28189" y="26300"/>
                  </a:lnTo>
                  <a:lnTo>
                    <a:pt x="71249" y="26518"/>
                  </a:lnTo>
                  <a:lnTo>
                    <a:pt x="259130" y="26961"/>
                  </a:lnTo>
                  <a:lnTo>
                    <a:pt x="259130" y="25186"/>
                  </a:lnTo>
                  <a:lnTo>
                    <a:pt x="71249" y="25630"/>
                  </a:lnTo>
                  <a:lnTo>
                    <a:pt x="28189" y="25856"/>
                  </a:lnTo>
                  <a:lnTo>
                    <a:pt x="26848" y="25856"/>
                  </a:lnTo>
                  <a:lnTo>
                    <a:pt x="26170" y="25865"/>
                  </a:lnTo>
                  <a:cubicBezTo>
                    <a:pt x="25952" y="25865"/>
                    <a:pt x="25726" y="25856"/>
                    <a:pt x="25508" y="25847"/>
                  </a:cubicBezTo>
                  <a:lnTo>
                    <a:pt x="24838" y="25839"/>
                  </a:lnTo>
                  <a:cubicBezTo>
                    <a:pt x="24620" y="25830"/>
                    <a:pt x="24394" y="25813"/>
                    <a:pt x="24177" y="25795"/>
                  </a:cubicBezTo>
                  <a:lnTo>
                    <a:pt x="23507" y="25752"/>
                  </a:lnTo>
                  <a:cubicBezTo>
                    <a:pt x="23280" y="25726"/>
                    <a:pt x="23063" y="25700"/>
                    <a:pt x="22845" y="25673"/>
                  </a:cubicBezTo>
                  <a:cubicBezTo>
                    <a:pt x="21079" y="25456"/>
                    <a:pt x="19329" y="25064"/>
                    <a:pt x="17641" y="24490"/>
                  </a:cubicBezTo>
                  <a:cubicBezTo>
                    <a:pt x="14264" y="23350"/>
                    <a:pt x="11123" y="21505"/>
                    <a:pt x="8495" y="19086"/>
                  </a:cubicBezTo>
                  <a:cubicBezTo>
                    <a:pt x="5858" y="16675"/>
                    <a:pt x="3717" y="13716"/>
                    <a:pt x="2263" y="10444"/>
                  </a:cubicBezTo>
                  <a:cubicBezTo>
                    <a:pt x="801" y="7172"/>
                    <a:pt x="36" y="3595"/>
                    <a:pt x="18" y="1"/>
                  </a:cubicBezTo>
                  <a:close/>
                </a:path>
              </a:pathLst>
            </a:custGeom>
            <a:gradFill>
              <a:gsLst>
                <a:gs pos="0">
                  <a:schemeClr val="accent3"/>
                </a:gs>
                <a:gs pos="26000">
                  <a:schemeClr val="accent4"/>
                </a:gs>
                <a:gs pos="58000">
                  <a:schemeClr val="dk2"/>
                </a:gs>
                <a:gs pos="100000">
                  <a:schemeClr val="lt2"/>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22"/>
            <p:cNvSpPr/>
            <p:nvPr/>
          </p:nvSpPr>
          <p:spPr>
            <a:xfrm>
              <a:off x="284" y="3945485"/>
              <a:ext cx="9199763" cy="956863"/>
            </a:xfrm>
            <a:custGeom>
              <a:rect b="b" l="l" r="r" t="t"/>
              <a:pathLst>
                <a:path extrusionOk="0" h="26952" w="259130">
                  <a:moveTo>
                    <a:pt x="18" y="0"/>
                  </a:moveTo>
                  <a:lnTo>
                    <a:pt x="18" y="0"/>
                  </a:lnTo>
                  <a:cubicBezTo>
                    <a:pt x="1" y="3586"/>
                    <a:pt x="723" y="7180"/>
                    <a:pt x="2159" y="10478"/>
                  </a:cubicBezTo>
                  <a:cubicBezTo>
                    <a:pt x="3586" y="13776"/>
                    <a:pt x="5710" y="16779"/>
                    <a:pt x="8338" y="19241"/>
                  </a:cubicBezTo>
                  <a:cubicBezTo>
                    <a:pt x="10966" y="21704"/>
                    <a:pt x="14125" y="23601"/>
                    <a:pt x="17537" y="24802"/>
                  </a:cubicBezTo>
                  <a:cubicBezTo>
                    <a:pt x="19234" y="25394"/>
                    <a:pt x="21000" y="25812"/>
                    <a:pt x="22793" y="26047"/>
                  </a:cubicBezTo>
                  <a:cubicBezTo>
                    <a:pt x="23019" y="26073"/>
                    <a:pt x="23245" y="26108"/>
                    <a:pt x="23472" y="26134"/>
                  </a:cubicBezTo>
                  <a:lnTo>
                    <a:pt x="24142" y="26186"/>
                  </a:lnTo>
                  <a:cubicBezTo>
                    <a:pt x="24368" y="26204"/>
                    <a:pt x="24594" y="26230"/>
                    <a:pt x="24821" y="26238"/>
                  </a:cubicBezTo>
                  <a:lnTo>
                    <a:pt x="25499" y="26264"/>
                  </a:lnTo>
                  <a:cubicBezTo>
                    <a:pt x="25717" y="26264"/>
                    <a:pt x="25952" y="26273"/>
                    <a:pt x="26170" y="26282"/>
                  </a:cubicBezTo>
                  <a:lnTo>
                    <a:pt x="26848" y="26282"/>
                  </a:lnTo>
                  <a:lnTo>
                    <a:pt x="28189" y="26291"/>
                  </a:lnTo>
                  <a:lnTo>
                    <a:pt x="71249" y="26508"/>
                  </a:lnTo>
                  <a:lnTo>
                    <a:pt x="259130" y="26952"/>
                  </a:lnTo>
                  <a:lnTo>
                    <a:pt x="259130" y="25185"/>
                  </a:lnTo>
                  <a:lnTo>
                    <a:pt x="71249" y="25620"/>
                  </a:lnTo>
                  <a:lnTo>
                    <a:pt x="28189" y="25847"/>
                  </a:lnTo>
                  <a:lnTo>
                    <a:pt x="26848" y="25855"/>
                  </a:lnTo>
                  <a:lnTo>
                    <a:pt x="26170" y="25855"/>
                  </a:lnTo>
                  <a:cubicBezTo>
                    <a:pt x="25952" y="25855"/>
                    <a:pt x="25726" y="25847"/>
                    <a:pt x="25508" y="25847"/>
                  </a:cubicBezTo>
                  <a:lnTo>
                    <a:pt x="24838" y="25829"/>
                  </a:lnTo>
                  <a:cubicBezTo>
                    <a:pt x="24620" y="25821"/>
                    <a:pt x="24394" y="25803"/>
                    <a:pt x="24177" y="25786"/>
                  </a:cubicBezTo>
                  <a:lnTo>
                    <a:pt x="23507" y="25742"/>
                  </a:lnTo>
                  <a:cubicBezTo>
                    <a:pt x="23280" y="25716"/>
                    <a:pt x="23063" y="25690"/>
                    <a:pt x="22845" y="25664"/>
                  </a:cubicBezTo>
                  <a:cubicBezTo>
                    <a:pt x="21079" y="25455"/>
                    <a:pt x="19329" y="25055"/>
                    <a:pt x="17641" y="24480"/>
                  </a:cubicBezTo>
                  <a:cubicBezTo>
                    <a:pt x="14264" y="23340"/>
                    <a:pt x="11123" y="21495"/>
                    <a:pt x="8495" y="19076"/>
                  </a:cubicBezTo>
                  <a:cubicBezTo>
                    <a:pt x="5858" y="16666"/>
                    <a:pt x="3717" y="13707"/>
                    <a:pt x="2263" y="10434"/>
                  </a:cubicBezTo>
                  <a:cubicBezTo>
                    <a:pt x="801" y="7162"/>
                    <a:pt x="36" y="3586"/>
                    <a:pt x="18" y="0"/>
                  </a:cubicBezTo>
                  <a:close/>
                </a:path>
              </a:pathLst>
            </a:custGeom>
            <a:gradFill>
              <a:gsLst>
                <a:gs pos="0">
                  <a:schemeClr val="accent3"/>
                </a:gs>
                <a:gs pos="26000">
                  <a:schemeClr val="accent4"/>
                </a:gs>
                <a:gs pos="58000">
                  <a:schemeClr val="dk2"/>
                </a:gs>
                <a:gs pos="100000">
                  <a:schemeClr val="lt2"/>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22"/>
            <p:cNvSpPr/>
            <p:nvPr/>
          </p:nvSpPr>
          <p:spPr>
            <a:xfrm>
              <a:off x="284" y="4044646"/>
              <a:ext cx="9199763" cy="956899"/>
            </a:xfrm>
            <a:custGeom>
              <a:rect b="b" l="l" r="r" t="t"/>
              <a:pathLst>
                <a:path extrusionOk="0" h="26953" w="259130">
                  <a:moveTo>
                    <a:pt x="18" y="1"/>
                  </a:moveTo>
                  <a:lnTo>
                    <a:pt x="18" y="1"/>
                  </a:lnTo>
                  <a:cubicBezTo>
                    <a:pt x="1" y="3586"/>
                    <a:pt x="723" y="7180"/>
                    <a:pt x="2159" y="10479"/>
                  </a:cubicBezTo>
                  <a:cubicBezTo>
                    <a:pt x="3586" y="13785"/>
                    <a:pt x="5710" y="16779"/>
                    <a:pt x="8338" y="19242"/>
                  </a:cubicBezTo>
                  <a:cubicBezTo>
                    <a:pt x="10966" y="21705"/>
                    <a:pt x="14125" y="23611"/>
                    <a:pt x="17537" y="24803"/>
                  </a:cubicBezTo>
                  <a:cubicBezTo>
                    <a:pt x="19234" y="25395"/>
                    <a:pt x="21000" y="25812"/>
                    <a:pt x="22793" y="26047"/>
                  </a:cubicBezTo>
                  <a:cubicBezTo>
                    <a:pt x="23019" y="26082"/>
                    <a:pt x="23245" y="26108"/>
                    <a:pt x="23472" y="26134"/>
                  </a:cubicBezTo>
                  <a:lnTo>
                    <a:pt x="24142" y="26187"/>
                  </a:lnTo>
                  <a:cubicBezTo>
                    <a:pt x="24368" y="26204"/>
                    <a:pt x="24594" y="26230"/>
                    <a:pt x="24821" y="26239"/>
                  </a:cubicBezTo>
                  <a:lnTo>
                    <a:pt x="25499" y="26265"/>
                  </a:lnTo>
                  <a:cubicBezTo>
                    <a:pt x="25717" y="26265"/>
                    <a:pt x="25952" y="26282"/>
                    <a:pt x="26170" y="26282"/>
                  </a:cubicBezTo>
                  <a:lnTo>
                    <a:pt x="26848" y="26282"/>
                  </a:lnTo>
                  <a:lnTo>
                    <a:pt x="28189" y="26291"/>
                  </a:lnTo>
                  <a:lnTo>
                    <a:pt x="71249" y="26509"/>
                  </a:lnTo>
                  <a:lnTo>
                    <a:pt x="259130" y="26952"/>
                  </a:lnTo>
                  <a:lnTo>
                    <a:pt x="259130" y="25186"/>
                  </a:lnTo>
                  <a:lnTo>
                    <a:pt x="71249" y="25630"/>
                  </a:lnTo>
                  <a:lnTo>
                    <a:pt x="28189" y="25847"/>
                  </a:lnTo>
                  <a:lnTo>
                    <a:pt x="26848" y="25856"/>
                  </a:lnTo>
                  <a:lnTo>
                    <a:pt x="26170" y="25856"/>
                  </a:lnTo>
                  <a:cubicBezTo>
                    <a:pt x="25952" y="25856"/>
                    <a:pt x="25726" y="25847"/>
                    <a:pt x="25508" y="25847"/>
                  </a:cubicBezTo>
                  <a:lnTo>
                    <a:pt x="24838" y="25830"/>
                  </a:lnTo>
                  <a:cubicBezTo>
                    <a:pt x="24620" y="25830"/>
                    <a:pt x="24394" y="25804"/>
                    <a:pt x="24177" y="25786"/>
                  </a:cubicBezTo>
                  <a:lnTo>
                    <a:pt x="23507" y="25743"/>
                  </a:lnTo>
                  <a:cubicBezTo>
                    <a:pt x="23280" y="25725"/>
                    <a:pt x="23063" y="25691"/>
                    <a:pt x="22845" y="25664"/>
                  </a:cubicBezTo>
                  <a:cubicBezTo>
                    <a:pt x="21079" y="25456"/>
                    <a:pt x="19329" y="25055"/>
                    <a:pt x="17641" y="24490"/>
                  </a:cubicBezTo>
                  <a:cubicBezTo>
                    <a:pt x="14264" y="23341"/>
                    <a:pt x="11123" y="21496"/>
                    <a:pt x="8495" y="19077"/>
                  </a:cubicBezTo>
                  <a:cubicBezTo>
                    <a:pt x="5858" y="16666"/>
                    <a:pt x="3717" y="13707"/>
                    <a:pt x="2263" y="10435"/>
                  </a:cubicBezTo>
                  <a:cubicBezTo>
                    <a:pt x="801" y="7172"/>
                    <a:pt x="36" y="3586"/>
                    <a:pt x="18" y="1"/>
                  </a:cubicBezTo>
                  <a:close/>
                </a:path>
              </a:pathLst>
            </a:custGeom>
            <a:gradFill>
              <a:gsLst>
                <a:gs pos="0">
                  <a:schemeClr val="accent3"/>
                </a:gs>
                <a:gs pos="26000">
                  <a:schemeClr val="accent4"/>
                </a:gs>
                <a:gs pos="58000">
                  <a:schemeClr val="dk2"/>
                </a:gs>
                <a:gs pos="100000">
                  <a:schemeClr val="lt2"/>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3" name="Google Shape;313;p22"/>
          <p:cNvSpPr txBox="1"/>
          <p:nvPr/>
        </p:nvSpPr>
        <p:spPr>
          <a:xfrm>
            <a:off x="4153500" y="3389938"/>
            <a:ext cx="2985000" cy="6198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lang="en" sz="1000">
                <a:solidFill>
                  <a:schemeClr val="dk1"/>
                </a:solidFill>
                <a:latin typeface="Fira Sans"/>
                <a:ea typeface="Fira Sans"/>
                <a:cs typeface="Fira Sans"/>
                <a:sym typeface="Fira Sans"/>
              </a:rPr>
              <a:t>CREDITS: This presentation template was created by </a:t>
            </a:r>
            <a:r>
              <a:rPr lang="en" sz="1000" u="sng">
                <a:solidFill>
                  <a:schemeClr val="dk1"/>
                </a:solidFill>
                <a:latin typeface="Fira Sans"/>
                <a:ea typeface="Fira Sans"/>
                <a:cs typeface="Fira Sans"/>
                <a:sym typeface="Fira Sans"/>
                <a:hlinkClick r:id="rId3">
                  <a:extLst>
                    <a:ext uri="{A12FA001-AC4F-418D-AE19-62706E023703}">
                      <ahyp:hlinkClr val="tx"/>
                    </a:ext>
                  </a:extLst>
                </a:hlinkClick>
              </a:rPr>
              <a:t>Slidesgo</a:t>
            </a:r>
            <a:r>
              <a:rPr lang="en" sz="1000">
                <a:solidFill>
                  <a:schemeClr val="dk1"/>
                </a:solidFill>
                <a:latin typeface="Fira Sans"/>
                <a:ea typeface="Fira Sans"/>
                <a:cs typeface="Fira Sans"/>
                <a:sym typeface="Fira Sans"/>
              </a:rPr>
              <a:t>, and includes icons by </a:t>
            </a:r>
            <a:r>
              <a:rPr lang="en" sz="1000" u="sng">
                <a:solidFill>
                  <a:schemeClr val="dk1"/>
                </a:solidFill>
                <a:latin typeface="Fira Sans"/>
                <a:ea typeface="Fira Sans"/>
                <a:cs typeface="Fira Sans"/>
                <a:sym typeface="Fira Sans"/>
                <a:hlinkClick r:id="rId4">
                  <a:extLst>
                    <a:ext uri="{A12FA001-AC4F-418D-AE19-62706E023703}">
                      <ahyp:hlinkClr val="tx"/>
                    </a:ext>
                  </a:extLst>
                </a:hlinkClick>
              </a:rPr>
              <a:t>Flaticon</a:t>
            </a:r>
            <a:r>
              <a:rPr lang="en" sz="1000">
                <a:solidFill>
                  <a:schemeClr val="dk1"/>
                </a:solidFill>
                <a:latin typeface="Fira Sans"/>
                <a:ea typeface="Fira Sans"/>
                <a:cs typeface="Fira Sans"/>
                <a:sym typeface="Fira Sans"/>
              </a:rPr>
              <a:t>, and infographics &amp; images by </a:t>
            </a:r>
            <a:r>
              <a:rPr lang="en" sz="1000" u="sng">
                <a:solidFill>
                  <a:schemeClr val="dk1"/>
                </a:solidFill>
                <a:latin typeface="Fira Sans"/>
                <a:ea typeface="Fira Sans"/>
                <a:cs typeface="Fira Sans"/>
                <a:sym typeface="Fira Sans"/>
                <a:hlinkClick r:id="rId5">
                  <a:extLst>
                    <a:ext uri="{A12FA001-AC4F-418D-AE19-62706E023703}">
                      <ahyp:hlinkClr val="tx"/>
                    </a:ext>
                  </a:extLst>
                </a:hlinkClick>
              </a:rPr>
              <a:t>Freepik</a:t>
            </a:r>
            <a:r>
              <a:rPr lang="en" sz="1000" u="sng">
                <a:solidFill>
                  <a:schemeClr val="dk1"/>
                </a:solidFill>
                <a:latin typeface="Fira Sans"/>
                <a:ea typeface="Fira Sans"/>
                <a:cs typeface="Fira Sans"/>
                <a:sym typeface="Fira Sans"/>
              </a:rPr>
              <a:t> </a:t>
            </a:r>
            <a:endParaRPr sz="1000" u="sng">
              <a:solidFill>
                <a:schemeClr val="dk1"/>
              </a:solidFill>
              <a:latin typeface="Fira Sans"/>
              <a:ea typeface="Fira Sans"/>
              <a:cs typeface="Fira Sans"/>
              <a:sym typeface="Fira Sa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314" name="Shape 314"/>
        <p:cNvGrpSpPr/>
        <p:nvPr/>
      </p:nvGrpSpPr>
      <p:grpSpPr>
        <a:xfrm>
          <a:off x="0" y="0"/>
          <a:ext cx="0" cy="0"/>
          <a:chOff x="0" y="0"/>
          <a:chExt cx="0" cy="0"/>
        </a:xfrm>
      </p:grpSpPr>
      <p:pic>
        <p:nvPicPr>
          <p:cNvPr id="315" name="Google Shape;315;p23"/>
          <p:cNvPicPr preferRelativeResize="0"/>
          <p:nvPr/>
        </p:nvPicPr>
        <p:blipFill rotWithShape="1">
          <a:blip r:embed="rId2">
            <a:alphaModFix/>
          </a:blip>
          <a:srcRect b="0" l="0" r="0" t="0"/>
          <a:stretch/>
        </p:blipFill>
        <p:spPr>
          <a:xfrm>
            <a:off x="0" y="0"/>
            <a:ext cx="9144003" cy="5143501"/>
          </a:xfrm>
          <a:prstGeom prst="rect">
            <a:avLst/>
          </a:prstGeom>
          <a:noFill/>
          <a:ln>
            <a:noFill/>
          </a:ln>
        </p:spPr>
      </p:pic>
      <p:grpSp>
        <p:nvGrpSpPr>
          <p:cNvPr id="316" name="Google Shape;316;p23"/>
          <p:cNvGrpSpPr/>
          <p:nvPr/>
        </p:nvGrpSpPr>
        <p:grpSpPr>
          <a:xfrm rot="5400000">
            <a:off x="-3800750" y="198400"/>
            <a:ext cx="9200047" cy="1453095"/>
            <a:chOff x="0" y="3548450"/>
            <a:chExt cx="9200047" cy="1453095"/>
          </a:xfrm>
        </p:grpSpPr>
        <p:sp>
          <p:nvSpPr>
            <p:cNvPr id="317" name="Google Shape;317;p23"/>
            <p:cNvSpPr/>
            <p:nvPr/>
          </p:nvSpPr>
          <p:spPr>
            <a:xfrm>
              <a:off x="0" y="3548450"/>
              <a:ext cx="9200047" cy="956899"/>
            </a:xfrm>
            <a:custGeom>
              <a:rect b="b" l="l" r="r" t="t"/>
              <a:pathLst>
                <a:path extrusionOk="0" h="26953" w="259138">
                  <a:moveTo>
                    <a:pt x="26" y="0"/>
                  </a:moveTo>
                  <a:lnTo>
                    <a:pt x="26" y="0"/>
                  </a:lnTo>
                  <a:cubicBezTo>
                    <a:pt x="0" y="3586"/>
                    <a:pt x="731" y="7180"/>
                    <a:pt x="2167" y="10478"/>
                  </a:cubicBezTo>
                  <a:cubicBezTo>
                    <a:pt x="3594" y="13776"/>
                    <a:pt x="5718" y="16779"/>
                    <a:pt x="8346" y="19242"/>
                  </a:cubicBezTo>
                  <a:cubicBezTo>
                    <a:pt x="10974" y="21704"/>
                    <a:pt x="14133" y="23602"/>
                    <a:pt x="17545" y="24794"/>
                  </a:cubicBezTo>
                  <a:cubicBezTo>
                    <a:pt x="19242" y="25394"/>
                    <a:pt x="21008" y="25812"/>
                    <a:pt x="22801" y="26047"/>
                  </a:cubicBezTo>
                  <a:cubicBezTo>
                    <a:pt x="23027" y="26073"/>
                    <a:pt x="23253" y="26108"/>
                    <a:pt x="23471" y="26134"/>
                  </a:cubicBezTo>
                  <a:lnTo>
                    <a:pt x="24150" y="26186"/>
                  </a:lnTo>
                  <a:cubicBezTo>
                    <a:pt x="24376" y="26204"/>
                    <a:pt x="24602" y="26230"/>
                    <a:pt x="24829" y="26239"/>
                  </a:cubicBezTo>
                  <a:lnTo>
                    <a:pt x="25507" y="26256"/>
                  </a:lnTo>
                  <a:cubicBezTo>
                    <a:pt x="25725" y="26265"/>
                    <a:pt x="25960" y="26273"/>
                    <a:pt x="26178" y="26282"/>
                  </a:cubicBezTo>
                  <a:lnTo>
                    <a:pt x="26856" y="26282"/>
                  </a:lnTo>
                  <a:lnTo>
                    <a:pt x="28197" y="26291"/>
                  </a:lnTo>
                  <a:lnTo>
                    <a:pt x="71257" y="26508"/>
                  </a:lnTo>
                  <a:lnTo>
                    <a:pt x="259138" y="26952"/>
                  </a:lnTo>
                  <a:lnTo>
                    <a:pt x="259138" y="25186"/>
                  </a:lnTo>
                  <a:lnTo>
                    <a:pt x="71257" y="25621"/>
                  </a:lnTo>
                  <a:lnTo>
                    <a:pt x="28197" y="25847"/>
                  </a:lnTo>
                  <a:lnTo>
                    <a:pt x="26856" y="25847"/>
                  </a:lnTo>
                  <a:lnTo>
                    <a:pt x="26178" y="25856"/>
                  </a:lnTo>
                  <a:cubicBezTo>
                    <a:pt x="25960" y="25856"/>
                    <a:pt x="25734" y="25847"/>
                    <a:pt x="25516" y="25847"/>
                  </a:cubicBezTo>
                  <a:lnTo>
                    <a:pt x="24846" y="25830"/>
                  </a:lnTo>
                  <a:cubicBezTo>
                    <a:pt x="24620" y="25821"/>
                    <a:pt x="24402" y="25803"/>
                    <a:pt x="24176" y="25786"/>
                  </a:cubicBezTo>
                  <a:lnTo>
                    <a:pt x="23515" y="25742"/>
                  </a:lnTo>
                  <a:cubicBezTo>
                    <a:pt x="23288" y="25716"/>
                    <a:pt x="23071" y="25690"/>
                    <a:pt x="22853" y="25664"/>
                  </a:cubicBezTo>
                  <a:cubicBezTo>
                    <a:pt x="21087" y="25447"/>
                    <a:pt x="19337" y="25055"/>
                    <a:pt x="17649" y="24481"/>
                  </a:cubicBezTo>
                  <a:cubicBezTo>
                    <a:pt x="14272" y="23341"/>
                    <a:pt x="11131" y="21496"/>
                    <a:pt x="8503" y="19076"/>
                  </a:cubicBezTo>
                  <a:cubicBezTo>
                    <a:pt x="5866" y="16666"/>
                    <a:pt x="3725" y="13707"/>
                    <a:pt x="2271" y="10435"/>
                  </a:cubicBezTo>
                  <a:cubicBezTo>
                    <a:pt x="809" y="7163"/>
                    <a:pt x="44" y="3586"/>
                    <a:pt x="26" y="0"/>
                  </a:cubicBezTo>
                  <a:close/>
                </a:path>
              </a:pathLst>
            </a:custGeom>
            <a:gradFill>
              <a:gsLst>
                <a:gs pos="0">
                  <a:schemeClr val="accent3"/>
                </a:gs>
                <a:gs pos="26000">
                  <a:schemeClr val="accent4"/>
                </a:gs>
                <a:gs pos="58000">
                  <a:schemeClr val="dk2"/>
                </a:gs>
                <a:gs pos="100000">
                  <a:schemeClr val="lt2"/>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23"/>
            <p:cNvSpPr/>
            <p:nvPr/>
          </p:nvSpPr>
          <p:spPr>
            <a:xfrm>
              <a:off x="284" y="3647611"/>
              <a:ext cx="9199763" cy="956899"/>
            </a:xfrm>
            <a:custGeom>
              <a:rect b="b" l="l" r="r" t="t"/>
              <a:pathLst>
                <a:path extrusionOk="0" h="26953" w="259130">
                  <a:moveTo>
                    <a:pt x="18" y="1"/>
                  </a:moveTo>
                  <a:lnTo>
                    <a:pt x="18" y="1"/>
                  </a:lnTo>
                  <a:cubicBezTo>
                    <a:pt x="1" y="3586"/>
                    <a:pt x="723" y="7180"/>
                    <a:pt x="2159" y="10479"/>
                  </a:cubicBezTo>
                  <a:cubicBezTo>
                    <a:pt x="3586" y="13786"/>
                    <a:pt x="5710" y="16779"/>
                    <a:pt x="8338" y="19242"/>
                  </a:cubicBezTo>
                  <a:cubicBezTo>
                    <a:pt x="10966" y="21705"/>
                    <a:pt x="14125" y="23611"/>
                    <a:pt x="17537" y="24803"/>
                  </a:cubicBezTo>
                  <a:cubicBezTo>
                    <a:pt x="19234" y="25395"/>
                    <a:pt x="21000" y="25813"/>
                    <a:pt x="22793" y="26048"/>
                  </a:cubicBezTo>
                  <a:cubicBezTo>
                    <a:pt x="23019" y="26082"/>
                    <a:pt x="23245" y="26109"/>
                    <a:pt x="23472" y="26135"/>
                  </a:cubicBezTo>
                  <a:lnTo>
                    <a:pt x="24142" y="26187"/>
                  </a:lnTo>
                  <a:cubicBezTo>
                    <a:pt x="24368" y="26204"/>
                    <a:pt x="24594" y="26230"/>
                    <a:pt x="24821" y="26239"/>
                  </a:cubicBezTo>
                  <a:lnTo>
                    <a:pt x="25499" y="26265"/>
                  </a:lnTo>
                  <a:cubicBezTo>
                    <a:pt x="25717" y="26265"/>
                    <a:pt x="25952" y="26283"/>
                    <a:pt x="26170" y="26283"/>
                  </a:cubicBezTo>
                  <a:lnTo>
                    <a:pt x="26848" y="26283"/>
                  </a:lnTo>
                  <a:lnTo>
                    <a:pt x="28189" y="26291"/>
                  </a:lnTo>
                  <a:lnTo>
                    <a:pt x="71249" y="26509"/>
                  </a:lnTo>
                  <a:lnTo>
                    <a:pt x="259130" y="26953"/>
                  </a:lnTo>
                  <a:lnTo>
                    <a:pt x="259130" y="25186"/>
                  </a:lnTo>
                  <a:lnTo>
                    <a:pt x="71249" y="25630"/>
                  </a:lnTo>
                  <a:lnTo>
                    <a:pt x="28189" y="25847"/>
                  </a:lnTo>
                  <a:lnTo>
                    <a:pt x="26848" y="25856"/>
                  </a:lnTo>
                  <a:lnTo>
                    <a:pt x="26170" y="25856"/>
                  </a:lnTo>
                  <a:cubicBezTo>
                    <a:pt x="25952" y="25856"/>
                    <a:pt x="25726" y="25847"/>
                    <a:pt x="25508" y="25847"/>
                  </a:cubicBezTo>
                  <a:lnTo>
                    <a:pt x="24838" y="25830"/>
                  </a:lnTo>
                  <a:cubicBezTo>
                    <a:pt x="24620" y="25830"/>
                    <a:pt x="24394" y="25804"/>
                    <a:pt x="24177" y="25787"/>
                  </a:cubicBezTo>
                  <a:lnTo>
                    <a:pt x="23507" y="25743"/>
                  </a:lnTo>
                  <a:cubicBezTo>
                    <a:pt x="23280" y="25726"/>
                    <a:pt x="23063" y="25691"/>
                    <a:pt x="22845" y="25665"/>
                  </a:cubicBezTo>
                  <a:cubicBezTo>
                    <a:pt x="21079" y="25456"/>
                    <a:pt x="19329" y="25056"/>
                    <a:pt x="17641" y="24490"/>
                  </a:cubicBezTo>
                  <a:cubicBezTo>
                    <a:pt x="14264" y="23341"/>
                    <a:pt x="11123" y="21496"/>
                    <a:pt x="8495" y="19077"/>
                  </a:cubicBezTo>
                  <a:cubicBezTo>
                    <a:pt x="5858" y="16666"/>
                    <a:pt x="3717" y="13707"/>
                    <a:pt x="2263" y="10435"/>
                  </a:cubicBezTo>
                  <a:cubicBezTo>
                    <a:pt x="801" y="7172"/>
                    <a:pt x="36" y="3586"/>
                    <a:pt x="18" y="1"/>
                  </a:cubicBezTo>
                  <a:close/>
                </a:path>
              </a:pathLst>
            </a:custGeom>
            <a:gradFill>
              <a:gsLst>
                <a:gs pos="0">
                  <a:schemeClr val="accent3"/>
                </a:gs>
                <a:gs pos="26000">
                  <a:schemeClr val="accent4"/>
                </a:gs>
                <a:gs pos="58000">
                  <a:schemeClr val="dk2"/>
                </a:gs>
                <a:gs pos="100000">
                  <a:schemeClr val="lt2"/>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23"/>
            <p:cNvSpPr/>
            <p:nvPr/>
          </p:nvSpPr>
          <p:spPr>
            <a:xfrm>
              <a:off x="284" y="3746808"/>
              <a:ext cx="9199763" cy="956899"/>
            </a:xfrm>
            <a:custGeom>
              <a:rect b="b" l="l" r="r" t="t"/>
              <a:pathLst>
                <a:path extrusionOk="0" h="26953" w="259130">
                  <a:moveTo>
                    <a:pt x="18" y="0"/>
                  </a:moveTo>
                  <a:lnTo>
                    <a:pt x="18" y="0"/>
                  </a:lnTo>
                  <a:cubicBezTo>
                    <a:pt x="1" y="3586"/>
                    <a:pt x="723" y="7189"/>
                    <a:pt x="2159" y="10487"/>
                  </a:cubicBezTo>
                  <a:cubicBezTo>
                    <a:pt x="3586" y="13785"/>
                    <a:pt x="5710" y="16779"/>
                    <a:pt x="8338" y="19242"/>
                  </a:cubicBezTo>
                  <a:cubicBezTo>
                    <a:pt x="10966" y="21713"/>
                    <a:pt x="14125" y="23610"/>
                    <a:pt x="17537" y="24803"/>
                  </a:cubicBezTo>
                  <a:cubicBezTo>
                    <a:pt x="19234" y="25403"/>
                    <a:pt x="21000" y="25821"/>
                    <a:pt x="22793" y="26056"/>
                  </a:cubicBezTo>
                  <a:cubicBezTo>
                    <a:pt x="23019" y="26082"/>
                    <a:pt x="23245" y="26117"/>
                    <a:pt x="23472" y="26134"/>
                  </a:cubicBezTo>
                  <a:lnTo>
                    <a:pt x="24142" y="26195"/>
                  </a:lnTo>
                  <a:cubicBezTo>
                    <a:pt x="24368" y="26212"/>
                    <a:pt x="24594" y="26230"/>
                    <a:pt x="24821" y="26247"/>
                  </a:cubicBezTo>
                  <a:lnTo>
                    <a:pt x="25499" y="26265"/>
                  </a:lnTo>
                  <a:cubicBezTo>
                    <a:pt x="25717" y="26273"/>
                    <a:pt x="25952" y="26282"/>
                    <a:pt x="26170" y="26282"/>
                  </a:cubicBezTo>
                  <a:lnTo>
                    <a:pt x="26848" y="26291"/>
                  </a:lnTo>
                  <a:lnTo>
                    <a:pt x="28189" y="26291"/>
                  </a:lnTo>
                  <a:lnTo>
                    <a:pt x="71249" y="26517"/>
                  </a:lnTo>
                  <a:lnTo>
                    <a:pt x="259130" y="26952"/>
                  </a:lnTo>
                  <a:lnTo>
                    <a:pt x="259130" y="25186"/>
                  </a:lnTo>
                  <a:lnTo>
                    <a:pt x="71249" y="25629"/>
                  </a:lnTo>
                  <a:lnTo>
                    <a:pt x="28189" y="25847"/>
                  </a:lnTo>
                  <a:lnTo>
                    <a:pt x="26848" y="25856"/>
                  </a:lnTo>
                  <a:lnTo>
                    <a:pt x="26170" y="25856"/>
                  </a:lnTo>
                  <a:cubicBezTo>
                    <a:pt x="25952" y="25856"/>
                    <a:pt x="25726" y="25856"/>
                    <a:pt x="25508" y="25847"/>
                  </a:cubicBezTo>
                  <a:lnTo>
                    <a:pt x="24838" y="25838"/>
                  </a:lnTo>
                  <a:cubicBezTo>
                    <a:pt x="24620" y="25830"/>
                    <a:pt x="24394" y="25803"/>
                    <a:pt x="24177" y="25795"/>
                  </a:cubicBezTo>
                  <a:lnTo>
                    <a:pt x="23507" y="25743"/>
                  </a:lnTo>
                  <a:cubicBezTo>
                    <a:pt x="23280" y="25725"/>
                    <a:pt x="23063" y="25690"/>
                    <a:pt x="22845" y="25664"/>
                  </a:cubicBezTo>
                  <a:cubicBezTo>
                    <a:pt x="21079" y="25455"/>
                    <a:pt x="19329" y="25064"/>
                    <a:pt x="17641" y="24489"/>
                  </a:cubicBezTo>
                  <a:cubicBezTo>
                    <a:pt x="14264" y="23341"/>
                    <a:pt x="11123" y="21496"/>
                    <a:pt x="8495" y="19076"/>
                  </a:cubicBezTo>
                  <a:cubicBezTo>
                    <a:pt x="5858" y="16666"/>
                    <a:pt x="3717" y="13707"/>
                    <a:pt x="2263" y="10435"/>
                  </a:cubicBezTo>
                  <a:cubicBezTo>
                    <a:pt x="801" y="7171"/>
                    <a:pt x="36" y="3586"/>
                    <a:pt x="18" y="0"/>
                  </a:cubicBezTo>
                  <a:close/>
                </a:path>
              </a:pathLst>
            </a:custGeom>
            <a:gradFill>
              <a:gsLst>
                <a:gs pos="0">
                  <a:schemeClr val="accent3"/>
                </a:gs>
                <a:gs pos="26000">
                  <a:schemeClr val="accent4"/>
                </a:gs>
                <a:gs pos="58000">
                  <a:schemeClr val="dk2"/>
                </a:gs>
                <a:gs pos="100000">
                  <a:schemeClr val="lt2"/>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23"/>
            <p:cNvSpPr/>
            <p:nvPr/>
          </p:nvSpPr>
          <p:spPr>
            <a:xfrm>
              <a:off x="284" y="3845969"/>
              <a:ext cx="9199763" cy="957218"/>
            </a:xfrm>
            <a:custGeom>
              <a:rect b="b" l="l" r="r" t="t"/>
              <a:pathLst>
                <a:path extrusionOk="0" h="26962" w="259130">
                  <a:moveTo>
                    <a:pt x="18" y="1"/>
                  </a:moveTo>
                  <a:lnTo>
                    <a:pt x="18" y="1"/>
                  </a:lnTo>
                  <a:cubicBezTo>
                    <a:pt x="1" y="3595"/>
                    <a:pt x="723" y="7189"/>
                    <a:pt x="2159" y="10487"/>
                  </a:cubicBezTo>
                  <a:cubicBezTo>
                    <a:pt x="3586" y="13786"/>
                    <a:pt x="5710" y="16788"/>
                    <a:pt x="8338" y="19242"/>
                  </a:cubicBezTo>
                  <a:cubicBezTo>
                    <a:pt x="10966" y="21714"/>
                    <a:pt x="14125" y="23611"/>
                    <a:pt x="17537" y="24803"/>
                  </a:cubicBezTo>
                  <a:cubicBezTo>
                    <a:pt x="19234" y="25404"/>
                    <a:pt x="21000" y="25821"/>
                    <a:pt x="22793" y="26056"/>
                  </a:cubicBezTo>
                  <a:cubicBezTo>
                    <a:pt x="23019" y="26082"/>
                    <a:pt x="23245" y="26117"/>
                    <a:pt x="23472" y="26143"/>
                  </a:cubicBezTo>
                  <a:lnTo>
                    <a:pt x="24142" y="26196"/>
                  </a:lnTo>
                  <a:cubicBezTo>
                    <a:pt x="24368" y="26213"/>
                    <a:pt x="24594" y="26239"/>
                    <a:pt x="24821" y="26248"/>
                  </a:cubicBezTo>
                  <a:lnTo>
                    <a:pt x="25499" y="26265"/>
                  </a:lnTo>
                  <a:cubicBezTo>
                    <a:pt x="25717" y="26274"/>
                    <a:pt x="25952" y="26283"/>
                    <a:pt x="26170" y="26283"/>
                  </a:cubicBezTo>
                  <a:lnTo>
                    <a:pt x="26848" y="26291"/>
                  </a:lnTo>
                  <a:lnTo>
                    <a:pt x="28189" y="26300"/>
                  </a:lnTo>
                  <a:lnTo>
                    <a:pt x="71249" y="26518"/>
                  </a:lnTo>
                  <a:lnTo>
                    <a:pt x="259130" y="26961"/>
                  </a:lnTo>
                  <a:lnTo>
                    <a:pt x="259130" y="25186"/>
                  </a:lnTo>
                  <a:lnTo>
                    <a:pt x="71249" y="25630"/>
                  </a:lnTo>
                  <a:lnTo>
                    <a:pt x="28189" y="25856"/>
                  </a:lnTo>
                  <a:lnTo>
                    <a:pt x="26848" y="25856"/>
                  </a:lnTo>
                  <a:lnTo>
                    <a:pt x="26170" y="25865"/>
                  </a:lnTo>
                  <a:cubicBezTo>
                    <a:pt x="25952" y="25865"/>
                    <a:pt x="25726" y="25856"/>
                    <a:pt x="25508" y="25847"/>
                  </a:cubicBezTo>
                  <a:lnTo>
                    <a:pt x="24838" y="25839"/>
                  </a:lnTo>
                  <a:cubicBezTo>
                    <a:pt x="24620" y="25830"/>
                    <a:pt x="24394" y="25813"/>
                    <a:pt x="24177" y="25795"/>
                  </a:cubicBezTo>
                  <a:lnTo>
                    <a:pt x="23507" y="25752"/>
                  </a:lnTo>
                  <a:cubicBezTo>
                    <a:pt x="23280" y="25726"/>
                    <a:pt x="23063" y="25700"/>
                    <a:pt x="22845" y="25673"/>
                  </a:cubicBezTo>
                  <a:cubicBezTo>
                    <a:pt x="21079" y="25456"/>
                    <a:pt x="19329" y="25064"/>
                    <a:pt x="17641" y="24490"/>
                  </a:cubicBezTo>
                  <a:cubicBezTo>
                    <a:pt x="14264" y="23350"/>
                    <a:pt x="11123" y="21505"/>
                    <a:pt x="8495" y="19086"/>
                  </a:cubicBezTo>
                  <a:cubicBezTo>
                    <a:pt x="5858" y="16675"/>
                    <a:pt x="3717" y="13716"/>
                    <a:pt x="2263" y="10444"/>
                  </a:cubicBezTo>
                  <a:cubicBezTo>
                    <a:pt x="801" y="7172"/>
                    <a:pt x="36" y="3595"/>
                    <a:pt x="18" y="1"/>
                  </a:cubicBezTo>
                  <a:close/>
                </a:path>
              </a:pathLst>
            </a:custGeom>
            <a:gradFill>
              <a:gsLst>
                <a:gs pos="0">
                  <a:schemeClr val="accent3"/>
                </a:gs>
                <a:gs pos="26000">
                  <a:schemeClr val="accent4"/>
                </a:gs>
                <a:gs pos="58000">
                  <a:schemeClr val="dk2"/>
                </a:gs>
                <a:gs pos="100000">
                  <a:schemeClr val="lt2"/>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23"/>
            <p:cNvSpPr/>
            <p:nvPr/>
          </p:nvSpPr>
          <p:spPr>
            <a:xfrm>
              <a:off x="284" y="3945485"/>
              <a:ext cx="9199763" cy="956863"/>
            </a:xfrm>
            <a:custGeom>
              <a:rect b="b" l="l" r="r" t="t"/>
              <a:pathLst>
                <a:path extrusionOk="0" h="26952" w="259130">
                  <a:moveTo>
                    <a:pt x="18" y="0"/>
                  </a:moveTo>
                  <a:lnTo>
                    <a:pt x="18" y="0"/>
                  </a:lnTo>
                  <a:cubicBezTo>
                    <a:pt x="1" y="3586"/>
                    <a:pt x="723" y="7180"/>
                    <a:pt x="2159" y="10478"/>
                  </a:cubicBezTo>
                  <a:cubicBezTo>
                    <a:pt x="3586" y="13776"/>
                    <a:pt x="5710" y="16779"/>
                    <a:pt x="8338" y="19241"/>
                  </a:cubicBezTo>
                  <a:cubicBezTo>
                    <a:pt x="10966" y="21704"/>
                    <a:pt x="14125" y="23601"/>
                    <a:pt x="17537" y="24802"/>
                  </a:cubicBezTo>
                  <a:cubicBezTo>
                    <a:pt x="19234" y="25394"/>
                    <a:pt x="21000" y="25812"/>
                    <a:pt x="22793" y="26047"/>
                  </a:cubicBezTo>
                  <a:cubicBezTo>
                    <a:pt x="23019" y="26073"/>
                    <a:pt x="23245" y="26108"/>
                    <a:pt x="23472" y="26134"/>
                  </a:cubicBezTo>
                  <a:lnTo>
                    <a:pt x="24142" y="26186"/>
                  </a:lnTo>
                  <a:cubicBezTo>
                    <a:pt x="24368" y="26204"/>
                    <a:pt x="24594" y="26230"/>
                    <a:pt x="24821" y="26238"/>
                  </a:cubicBezTo>
                  <a:lnTo>
                    <a:pt x="25499" y="26264"/>
                  </a:lnTo>
                  <a:cubicBezTo>
                    <a:pt x="25717" y="26264"/>
                    <a:pt x="25952" y="26273"/>
                    <a:pt x="26170" y="26282"/>
                  </a:cubicBezTo>
                  <a:lnTo>
                    <a:pt x="26848" y="26282"/>
                  </a:lnTo>
                  <a:lnTo>
                    <a:pt x="28189" y="26291"/>
                  </a:lnTo>
                  <a:lnTo>
                    <a:pt x="71249" y="26508"/>
                  </a:lnTo>
                  <a:lnTo>
                    <a:pt x="259130" y="26952"/>
                  </a:lnTo>
                  <a:lnTo>
                    <a:pt x="259130" y="25185"/>
                  </a:lnTo>
                  <a:lnTo>
                    <a:pt x="71249" y="25620"/>
                  </a:lnTo>
                  <a:lnTo>
                    <a:pt x="28189" y="25847"/>
                  </a:lnTo>
                  <a:lnTo>
                    <a:pt x="26848" y="25855"/>
                  </a:lnTo>
                  <a:lnTo>
                    <a:pt x="26170" y="25855"/>
                  </a:lnTo>
                  <a:cubicBezTo>
                    <a:pt x="25952" y="25855"/>
                    <a:pt x="25726" y="25847"/>
                    <a:pt x="25508" y="25847"/>
                  </a:cubicBezTo>
                  <a:lnTo>
                    <a:pt x="24838" y="25829"/>
                  </a:lnTo>
                  <a:cubicBezTo>
                    <a:pt x="24620" y="25821"/>
                    <a:pt x="24394" y="25803"/>
                    <a:pt x="24177" y="25786"/>
                  </a:cubicBezTo>
                  <a:lnTo>
                    <a:pt x="23507" y="25742"/>
                  </a:lnTo>
                  <a:cubicBezTo>
                    <a:pt x="23280" y="25716"/>
                    <a:pt x="23063" y="25690"/>
                    <a:pt x="22845" y="25664"/>
                  </a:cubicBezTo>
                  <a:cubicBezTo>
                    <a:pt x="21079" y="25455"/>
                    <a:pt x="19329" y="25055"/>
                    <a:pt x="17641" y="24480"/>
                  </a:cubicBezTo>
                  <a:cubicBezTo>
                    <a:pt x="14264" y="23340"/>
                    <a:pt x="11123" y="21495"/>
                    <a:pt x="8495" y="19076"/>
                  </a:cubicBezTo>
                  <a:cubicBezTo>
                    <a:pt x="5858" y="16666"/>
                    <a:pt x="3717" y="13707"/>
                    <a:pt x="2263" y="10434"/>
                  </a:cubicBezTo>
                  <a:cubicBezTo>
                    <a:pt x="801" y="7162"/>
                    <a:pt x="36" y="3586"/>
                    <a:pt x="18" y="0"/>
                  </a:cubicBezTo>
                  <a:close/>
                </a:path>
              </a:pathLst>
            </a:custGeom>
            <a:gradFill>
              <a:gsLst>
                <a:gs pos="0">
                  <a:schemeClr val="accent3"/>
                </a:gs>
                <a:gs pos="26000">
                  <a:schemeClr val="accent4"/>
                </a:gs>
                <a:gs pos="58000">
                  <a:schemeClr val="dk2"/>
                </a:gs>
                <a:gs pos="100000">
                  <a:schemeClr val="lt2"/>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23"/>
            <p:cNvSpPr/>
            <p:nvPr/>
          </p:nvSpPr>
          <p:spPr>
            <a:xfrm>
              <a:off x="284" y="4044646"/>
              <a:ext cx="9199763" cy="956899"/>
            </a:xfrm>
            <a:custGeom>
              <a:rect b="b" l="l" r="r" t="t"/>
              <a:pathLst>
                <a:path extrusionOk="0" h="26953" w="259130">
                  <a:moveTo>
                    <a:pt x="18" y="1"/>
                  </a:moveTo>
                  <a:lnTo>
                    <a:pt x="18" y="1"/>
                  </a:lnTo>
                  <a:cubicBezTo>
                    <a:pt x="1" y="3586"/>
                    <a:pt x="723" y="7180"/>
                    <a:pt x="2159" y="10479"/>
                  </a:cubicBezTo>
                  <a:cubicBezTo>
                    <a:pt x="3586" y="13785"/>
                    <a:pt x="5710" y="16779"/>
                    <a:pt x="8338" y="19242"/>
                  </a:cubicBezTo>
                  <a:cubicBezTo>
                    <a:pt x="10966" y="21705"/>
                    <a:pt x="14125" y="23611"/>
                    <a:pt x="17537" y="24803"/>
                  </a:cubicBezTo>
                  <a:cubicBezTo>
                    <a:pt x="19234" y="25395"/>
                    <a:pt x="21000" y="25812"/>
                    <a:pt x="22793" y="26047"/>
                  </a:cubicBezTo>
                  <a:cubicBezTo>
                    <a:pt x="23019" y="26082"/>
                    <a:pt x="23245" y="26108"/>
                    <a:pt x="23472" y="26134"/>
                  </a:cubicBezTo>
                  <a:lnTo>
                    <a:pt x="24142" y="26187"/>
                  </a:lnTo>
                  <a:cubicBezTo>
                    <a:pt x="24368" y="26204"/>
                    <a:pt x="24594" y="26230"/>
                    <a:pt x="24821" y="26239"/>
                  </a:cubicBezTo>
                  <a:lnTo>
                    <a:pt x="25499" y="26265"/>
                  </a:lnTo>
                  <a:cubicBezTo>
                    <a:pt x="25717" y="26265"/>
                    <a:pt x="25952" y="26282"/>
                    <a:pt x="26170" y="26282"/>
                  </a:cubicBezTo>
                  <a:lnTo>
                    <a:pt x="26848" y="26282"/>
                  </a:lnTo>
                  <a:lnTo>
                    <a:pt x="28189" y="26291"/>
                  </a:lnTo>
                  <a:lnTo>
                    <a:pt x="71249" y="26509"/>
                  </a:lnTo>
                  <a:lnTo>
                    <a:pt x="259130" y="26952"/>
                  </a:lnTo>
                  <a:lnTo>
                    <a:pt x="259130" y="25186"/>
                  </a:lnTo>
                  <a:lnTo>
                    <a:pt x="71249" y="25630"/>
                  </a:lnTo>
                  <a:lnTo>
                    <a:pt x="28189" y="25847"/>
                  </a:lnTo>
                  <a:lnTo>
                    <a:pt x="26848" y="25856"/>
                  </a:lnTo>
                  <a:lnTo>
                    <a:pt x="26170" y="25856"/>
                  </a:lnTo>
                  <a:cubicBezTo>
                    <a:pt x="25952" y="25856"/>
                    <a:pt x="25726" y="25847"/>
                    <a:pt x="25508" y="25847"/>
                  </a:cubicBezTo>
                  <a:lnTo>
                    <a:pt x="24838" y="25830"/>
                  </a:lnTo>
                  <a:cubicBezTo>
                    <a:pt x="24620" y="25830"/>
                    <a:pt x="24394" y="25804"/>
                    <a:pt x="24177" y="25786"/>
                  </a:cubicBezTo>
                  <a:lnTo>
                    <a:pt x="23507" y="25743"/>
                  </a:lnTo>
                  <a:cubicBezTo>
                    <a:pt x="23280" y="25725"/>
                    <a:pt x="23063" y="25691"/>
                    <a:pt x="22845" y="25664"/>
                  </a:cubicBezTo>
                  <a:cubicBezTo>
                    <a:pt x="21079" y="25456"/>
                    <a:pt x="19329" y="25055"/>
                    <a:pt x="17641" y="24490"/>
                  </a:cubicBezTo>
                  <a:cubicBezTo>
                    <a:pt x="14264" y="23341"/>
                    <a:pt x="11123" y="21496"/>
                    <a:pt x="8495" y="19077"/>
                  </a:cubicBezTo>
                  <a:cubicBezTo>
                    <a:pt x="5858" y="16666"/>
                    <a:pt x="3717" y="13707"/>
                    <a:pt x="2263" y="10435"/>
                  </a:cubicBezTo>
                  <a:cubicBezTo>
                    <a:pt x="801" y="7172"/>
                    <a:pt x="36" y="3586"/>
                    <a:pt x="18" y="1"/>
                  </a:cubicBezTo>
                  <a:close/>
                </a:path>
              </a:pathLst>
            </a:custGeom>
            <a:gradFill>
              <a:gsLst>
                <a:gs pos="0">
                  <a:schemeClr val="accent3"/>
                </a:gs>
                <a:gs pos="26000">
                  <a:schemeClr val="accent4"/>
                </a:gs>
                <a:gs pos="58000">
                  <a:schemeClr val="dk2"/>
                </a:gs>
                <a:gs pos="100000">
                  <a:schemeClr val="lt2"/>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3" name="Google Shape;323;p23"/>
          <p:cNvGrpSpPr/>
          <p:nvPr/>
        </p:nvGrpSpPr>
        <p:grpSpPr>
          <a:xfrm rot="5400000">
            <a:off x="4639357" y="198400"/>
            <a:ext cx="9200047" cy="1453095"/>
            <a:chOff x="0" y="3548450"/>
            <a:chExt cx="9200047" cy="1453095"/>
          </a:xfrm>
        </p:grpSpPr>
        <p:sp>
          <p:nvSpPr>
            <p:cNvPr id="324" name="Google Shape;324;p23"/>
            <p:cNvSpPr/>
            <p:nvPr/>
          </p:nvSpPr>
          <p:spPr>
            <a:xfrm>
              <a:off x="0" y="3548450"/>
              <a:ext cx="9200047" cy="956899"/>
            </a:xfrm>
            <a:custGeom>
              <a:rect b="b" l="l" r="r" t="t"/>
              <a:pathLst>
                <a:path extrusionOk="0" h="26953" w="259138">
                  <a:moveTo>
                    <a:pt x="26" y="0"/>
                  </a:moveTo>
                  <a:lnTo>
                    <a:pt x="26" y="0"/>
                  </a:lnTo>
                  <a:cubicBezTo>
                    <a:pt x="0" y="3586"/>
                    <a:pt x="731" y="7180"/>
                    <a:pt x="2167" y="10478"/>
                  </a:cubicBezTo>
                  <a:cubicBezTo>
                    <a:pt x="3594" y="13776"/>
                    <a:pt x="5718" y="16779"/>
                    <a:pt x="8346" y="19242"/>
                  </a:cubicBezTo>
                  <a:cubicBezTo>
                    <a:pt x="10974" y="21704"/>
                    <a:pt x="14133" y="23602"/>
                    <a:pt x="17545" y="24794"/>
                  </a:cubicBezTo>
                  <a:cubicBezTo>
                    <a:pt x="19242" y="25394"/>
                    <a:pt x="21008" y="25812"/>
                    <a:pt x="22801" y="26047"/>
                  </a:cubicBezTo>
                  <a:cubicBezTo>
                    <a:pt x="23027" y="26073"/>
                    <a:pt x="23253" y="26108"/>
                    <a:pt x="23471" y="26134"/>
                  </a:cubicBezTo>
                  <a:lnTo>
                    <a:pt x="24150" y="26186"/>
                  </a:lnTo>
                  <a:cubicBezTo>
                    <a:pt x="24376" y="26204"/>
                    <a:pt x="24602" y="26230"/>
                    <a:pt x="24829" y="26239"/>
                  </a:cubicBezTo>
                  <a:lnTo>
                    <a:pt x="25507" y="26256"/>
                  </a:lnTo>
                  <a:cubicBezTo>
                    <a:pt x="25725" y="26265"/>
                    <a:pt x="25960" y="26273"/>
                    <a:pt x="26178" y="26282"/>
                  </a:cubicBezTo>
                  <a:lnTo>
                    <a:pt x="26856" y="26282"/>
                  </a:lnTo>
                  <a:lnTo>
                    <a:pt x="28197" y="26291"/>
                  </a:lnTo>
                  <a:lnTo>
                    <a:pt x="71257" y="26508"/>
                  </a:lnTo>
                  <a:lnTo>
                    <a:pt x="259138" y="26952"/>
                  </a:lnTo>
                  <a:lnTo>
                    <a:pt x="259138" y="25186"/>
                  </a:lnTo>
                  <a:lnTo>
                    <a:pt x="71257" y="25621"/>
                  </a:lnTo>
                  <a:lnTo>
                    <a:pt x="28197" y="25847"/>
                  </a:lnTo>
                  <a:lnTo>
                    <a:pt x="26856" y="25847"/>
                  </a:lnTo>
                  <a:lnTo>
                    <a:pt x="26178" y="25856"/>
                  </a:lnTo>
                  <a:cubicBezTo>
                    <a:pt x="25960" y="25856"/>
                    <a:pt x="25734" y="25847"/>
                    <a:pt x="25516" y="25847"/>
                  </a:cubicBezTo>
                  <a:lnTo>
                    <a:pt x="24846" y="25830"/>
                  </a:lnTo>
                  <a:cubicBezTo>
                    <a:pt x="24620" y="25821"/>
                    <a:pt x="24402" y="25803"/>
                    <a:pt x="24176" y="25786"/>
                  </a:cubicBezTo>
                  <a:lnTo>
                    <a:pt x="23515" y="25742"/>
                  </a:lnTo>
                  <a:cubicBezTo>
                    <a:pt x="23288" y="25716"/>
                    <a:pt x="23071" y="25690"/>
                    <a:pt x="22853" y="25664"/>
                  </a:cubicBezTo>
                  <a:cubicBezTo>
                    <a:pt x="21087" y="25447"/>
                    <a:pt x="19337" y="25055"/>
                    <a:pt x="17649" y="24481"/>
                  </a:cubicBezTo>
                  <a:cubicBezTo>
                    <a:pt x="14272" y="23341"/>
                    <a:pt x="11131" y="21496"/>
                    <a:pt x="8503" y="19076"/>
                  </a:cubicBezTo>
                  <a:cubicBezTo>
                    <a:pt x="5866" y="16666"/>
                    <a:pt x="3725" y="13707"/>
                    <a:pt x="2271" y="10435"/>
                  </a:cubicBezTo>
                  <a:cubicBezTo>
                    <a:pt x="809" y="7163"/>
                    <a:pt x="44" y="3586"/>
                    <a:pt x="26" y="0"/>
                  </a:cubicBezTo>
                  <a:close/>
                </a:path>
              </a:pathLst>
            </a:custGeom>
            <a:gradFill>
              <a:gsLst>
                <a:gs pos="0">
                  <a:schemeClr val="accent3"/>
                </a:gs>
                <a:gs pos="26000">
                  <a:schemeClr val="accent4"/>
                </a:gs>
                <a:gs pos="58000">
                  <a:schemeClr val="dk2"/>
                </a:gs>
                <a:gs pos="100000">
                  <a:schemeClr val="lt2"/>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23"/>
            <p:cNvSpPr/>
            <p:nvPr/>
          </p:nvSpPr>
          <p:spPr>
            <a:xfrm>
              <a:off x="284" y="3647611"/>
              <a:ext cx="9199763" cy="956899"/>
            </a:xfrm>
            <a:custGeom>
              <a:rect b="b" l="l" r="r" t="t"/>
              <a:pathLst>
                <a:path extrusionOk="0" h="26953" w="259130">
                  <a:moveTo>
                    <a:pt x="18" y="1"/>
                  </a:moveTo>
                  <a:lnTo>
                    <a:pt x="18" y="1"/>
                  </a:lnTo>
                  <a:cubicBezTo>
                    <a:pt x="1" y="3586"/>
                    <a:pt x="723" y="7180"/>
                    <a:pt x="2159" y="10479"/>
                  </a:cubicBezTo>
                  <a:cubicBezTo>
                    <a:pt x="3586" y="13786"/>
                    <a:pt x="5710" y="16779"/>
                    <a:pt x="8338" y="19242"/>
                  </a:cubicBezTo>
                  <a:cubicBezTo>
                    <a:pt x="10966" y="21705"/>
                    <a:pt x="14125" y="23611"/>
                    <a:pt x="17537" y="24803"/>
                  </a:cubicBezTo>
                  <a:cubicBezTo>
                    <a:pt x="19234" y="25395"/>
                    <a:pt x="21000" y="25813"/>
                    <a:pt x="22793" y="26048"/>
                  </a:cubicBezTo>
                  <a:cubicBezTo>
                    <a:pt x="23019" y="26082"/>
                    <a:pt x="23245" y="26109"/>
                    <a:pt x="23472" y="26135"/>
                  </a:cubicBezTo>
                  <a:lnTo>
                    <a:pt x="24142" y="26187"/>
                  </a:lnTo>
                  <a:cubicBezTo>
                    <a:pt x="24368" y="26204"/>
                    <a:pt x="24594" y="26230"/>
                    <a:pt x="24821" y="26239"/>
                  </a:cubicBezTo>
                  <a:lnTo>
                    <a:pt x="25499" y="26265"/>
                  </a:lnTo>
                  <a:cubicBezTo>
                    <a:pt x="25717" y="26265"/>
                    <a:pt x="25952" y="26283"/>
                    <a:pt x="26170" y="26283"/>
                  </a:cubicBezTo>
                  <a:lnTo>
                    <a:pt x="26848" y="26283"/>
                  </a:lnTo>
                  <a:lnTo>
                    <a:pt x="28189" y="26291"/>
                  </a:lnTo>
                  <a:lnTo>
                    <a:pt x="71249" y="26509"/>
                  </a:lnTo>
                  <a:lnTo>
                    <a:pt x="259130" y="26953"/>
                  </a:lnTo>
                  <a:lnTo>
                    <a:pt x="259130" y="25186"/>
                  </a:lnTo>
                  <a:lnTo>
                    <a:pt x="71249" y="25630"/>
                  </a:lnTo>
                  <a:lnTo>
                    <a:pt x="28189" y="25847"/>
                  </a:lnTo>
                  <a:lnTo>
                    <a:pt x="26848" y="25856"/>
                  </a:lnTo>
                  <a:lnTo>
                    <a:pt x="26170" y="25856"/>
                  </a:lnTo>
                  <a:cubicBezTo>
                    <a:pt x="25952" y="25856"/>
                    <a:pt x="25726" y="25847"/>
                    <a:pt x="25508" y="25847"/>
                  </a:cubicBezTo>
                  <a:lnTo>
                    <a:pt x="24838" y="25830"/>
                  </a:lnTo>
                  <a:cubicBezTo>
                    <a:pt x="24620" y="25830"/>
                    <a:pt x="24394" y="25804"/>
                    <a:pt x="24177" y="25787"/>
                  </a:cubicBezTo>
                  <a:lnTo>
                    <a:pt x="23507" y="25743"/>
                  </a:lnTo>
                  <a:cubicBezTo>
                    <a:pt x="23280" y="25726"/>
                    <a:pt x="23063" y="25691"/>
                    <a:pt x="22845" y="25665"/>
                  </a:cubicBezTo>
                  <a:cubicBezTo>
                    <a:pt x="21079" y="25456"/>
                    <a:pt x="19329" y="25056"/>
                    <a:pt x="17641" y="24490"/>
                  </a:cubicBezTo>
                  <a:cubicBezTo>
                    <a:pt x="14264" y="23341"/>
                    <a:pt x="11123" y="21496"/>
                    <a:pt x="8495" y="19077"/>
                  </a:cubicBezTo>
                  <a:cubicBezTo>
                    <a:pt x="5858" y="16666"/>
                    <a:pt x="3717" y="13707"/>
                    <a:pt x="2263" y="10435"/>
                  </a:cubicBezTo>
                  <a:cubicBezTo>
                    <a:pt x="801" y="7172"/>
                    <a:pt x="36" y="3586"/>
                    <a:pt x="18" y="1"/>
                  </a:cubicBezTo>
                  <a:close/>
                </a:path>
              </a:pathLst>
            </a:custGeom>
            <a:gradFill>
              <a:gsLst>
                <a:gs pos="0">
                  <a:schemeClr val="accent3"/>
                </a:gs>
                <a:gs pos="26000">
                  <a:schemeClr val="accent4"/>
                </a:gs>
                <a:gs pos="58000">
                  <a:schemeClr val="dk2"/>
                </a:gs>
                <a:gs pos="100000">
                  <a:schemeClr val="lt2"/>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23"/>
            <p:cNvSpPr/>
            <p:nvPr/>
          </p:nvSpPr>
          <p:spPr>
            <a:xfrm>
              <a:off x="284" y="3746808"/>
              <a:ext cx="9199763" cy="956899"/>
            </a:xfrm>
            <a:custGeom>
              <a:rect b="b" l="l" r="r" t="t"/>
              <a:pathLst>
                <a:path extrusionOk="0" h="26953" w="259130">
                  <a:moveTo>
                    <a:pt x="18" y="0"/>
                  </a:moveTo>
                  <a:lnTo>
                    <a:pt x="18" y="0"/>
                  </a:lnTo>
                  <a:cubicBezTo>
                    <a:pt x="1" y="3586"/>
                    <a:pt x="723" y="7189"/>
                    <a:pt x="2159" y="10487"/>
                  </a:cubicBezTo>
                  <a:cubicBezTo>
                    <a:pt x="3586" y="13785"/>
                    <a:pt x="5710" y="16779"/>
                    <a:pt x="8338" y="19242"/>
                  </a:cubicBezTo>
                  <a:cubicBezTo>
                    <a:pt x="10966" y="21713"/>
                    <a:pt x="14125" y="23610"/>
                    <a:pt x="17537" y="24803"/>
                  </a:cubicBezTo>
                  <a:cubicBezTo>
                    <a:pt x="19234" y="25403"/>
                    <a:pt x="21000" y="25821"/>
                    <a:pt x="22793" y="26056"/>
                  </a:cubicBezTo>
                  <a:cubicBezTo>
                    <a:pt x="23019" y="26082"/>
                    <a:pt x="23245" y="26117"/>
                    <a:pt x="23472" y="26134"/>
                  </a:cubicBezTo>
                  <a:lnTo>
                    <a:pt x="24142" y="26195"/>
                  </a:lnTo>
                  <a:cubicBezTo>
                    <a:pt x="24368" y="26212"/>
                    <a:pt x="24594" y="26230"/>
                    <a:pt x="24821" y="26247"/>
                  </a:cubicBezTo>
                  <a:lnTo>
                    <a:pt x="25499" y="26265"/>
                  </a:lnTo>
                  <a:cubicBezTo>
                    <a:pt x="25717" y="26273"/>
                    <a:pt x="25952" y="26282"/>
                    <a:pt x="26170" y="26282"/>
                  </a:cubicBezTo>
                  <a:lnTo>
                    <a:pt x="26848" y="26291"/>
                  </a:lnTo>
                  <a:lnTo>
                    <a:pt x="28189" y="26291"/>
                  </a:lnTo>
                  <a:lnTo>
                    <a:pt x="71249" y="26517"/>
                  </a:lnTo>
                  <a:lnTo>
                    <a:pt x="259130" y="26952"/>
                  </a:lnTo>
                  <a:lnTo>
                    <a:pt x="259130" y="25186"/>
                  </a:lnTo>
                  <a:lnTo>
                    <a:pt x="71249" y="25629"/>
                  </a:lnTo>
                  <a:lnTo>
                    <a:pt x="28189" y="25847"/>
                  </a:lnTo>
                  <a:lnTo>
                    <a:pt x="26848" y="25856"/>
                  </a:lnTo>
                  <a:lnTo>
                    <a:pt x="26170" y="25856"/>
                  </a:lnTo>
                  <a:cubicBezTo>
                    <a:pt x="25952" y="25856"/>
                    <a:pt x="25726" y="25856"/>
                    <a:pt x="25508" y="25847"/>
                  </a:cubicBezTo>
                  <a:lnTo>
                    <a:pt x="24838" y="25838"/>
                  </a:lnTo>
                  <a:cubicBezTo>
                    <a:pt x="24620" y="25830"/>
                    <a:pt x="24394" y="25803"/>
                    <a:pt x="24177" y="25795"/>
                  </a:cubicBezTo>
                  <a:lnTo>
                    <a:pt x="23507" y="25743"/>
                  </a:lnTo>
                  <a:cubicBezTo>
                    <a:pt x="23280" y="25725"/>
                    <a:pt x="23063" y="25690"/>
                    <a:pt x="22845" y="25664"/>
                  </a:cubicBezTo>
                  <a:cubicBezTo>
                    <a:pt x="21079" y="25455"/>
                    <a:pt x="19329" y="25064"/>
                    <a:pt x="17641" y="24489"/>
                  </a:cubicBezTo>
                  <a:cubicBezTo>
                    <a:pt x="14264" y="23341"/>
                    <a:pt x="11123" y="21496"/>
                    <a:pt x="8495" y="19076"/>
                  </a:cubicBezTo>
                  <a:cubicBezTo>
                    <a:pt x="5858" y="16666"/>
                    <a:pt x="3717" y="13707"/>
                    <a:pt x="2263" y="10435"/>
                  </a:cubicBezTo>
                  <a:cubicBezTo>
                    <a:pt x="801" y="7171"/>
                    <a:pt x="36" y="3586"/>
                    <a:pt x="18" y="0"/>
                  </a:cubicBezTo>
                  <a:close/>
                </a:path>
              </a:pathLst>
            </a:custGeom>
            <a:gradFill>
              <a:gsLst>
                <a:gs pos="0">
                  <a:schemeClr val="accent3"/>
                </a:gs>
                <a:gs pos="26000">
                  <a:schemeClr val="accent4"/>
                </a:gs>
                <a:gs pos="58000">
                  <a:schemeClr val="dk2"/>
                </a:gs>
                <a:gs pos="100000">
                  <a:schemeClr val="lt2"/>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23"/>
            <p:cNvSpPr/>
            <p:nvPr/>
          </p:nvSpPr>
          <p:spPr>
            <a:xfrm>
              <a:off x="284" y="3845969"/>
              <a:ext cx="9199763" cy="957218"/>
            </a:xfrm>
            <a:custGeom>
              <a:rect b="b" l="l" r="r" t="t"/>
              <a:pathLst>
                <a:path extrusionOk="0" h="26962" w="259130">
                  <a:moveTo>
                    <a:pt x="18" y="1"/>
                  </a:moveTo>
                  <a:lnTo>
                    <a:pt x="18" y="1"/>
                  </a:lnTo>
                  <a:cubicBezTo>
                    <a:pt x="1" y="3595"/>
                    <a:pt x="723" y="7189"/>
                    <a:pt x="2159" y="10487"/>
                  </a:cubicBezTo>
                  <a:cubicBezTo>
                    <a:pt x="3586" y="13786"/>
                    <a:pt x="5710" y="16788"/>
                    <a:pt x="8338" y="19242"/>
                  </a:cubicBezTo>
                  <a:cubicBezTo>
                    <a:pt x="10966" y="21714"/>
                    <a:pt x="14125" y="23611"/>
                    <a:pt x="17537" y="24803"/>
                  </a:cubicBezTo>
                  <a:cubicBezTo>
                    <a:pt x="19234" y="25404"/>
                    <a:pt x="21000" y="25821"/>
                    <a:pt x="22793" y="26056"/>
                  </a:cubicBezTo>
                  <a:cubicBezTo>
                    <a:pt x="23019" y="26082"/>
                    <a:pt x="23245" y="26117"/>
                    <a:pt x="23472" y="26143"/>
                  </a:cubicBezTo>
                  <a:lnTo>
                    <a:pt x="24142" y="26196"/>
                  </a:lnTo>
                  <a:cubicBezTo>
                    <a:pt x="24368" y="26213"/>
                    <a:pt x="24594" y="26239"/>
                    <a:pt x="24821" y="26248"/>
                  </a:cubicBezTo>
                  <a:lnTo>
                    <a:pt x="25499" y="26265"/>
                  </a:lnTo>
                  <a:cubicBezTo>
                    <a:pt x="25717" y="26274"/>
                    <a:pt x="25952" y="26283"/>
                    <a:pt x="26170" y="26283"/>
                  </a:cubicBezTo>
                  <a:lnTo>
                    <a:pt x="26848" y="26291"/>
                  </a:lnTo>
                  <a:lnTo>
                    <a:pt x="28189" y="26300"/>
                  </a:lnTo>
                  <a:lnTo>
                    <a:pt x="71249" y="26518"/>
                  </a:lnTo>
                  <a:lnTo>
                    <a:pt x="259130" y="26961"/>
                  </a:lnTo>
                  <a:lnTo>
                    <a:pt x="259130" y="25186"/>
                  </a:lnTo>
                  <a:lnTo>
                    <a:pt x="71249" y="25630"/>
                  </a:lnTo>
                  <a:lnTo>
                    <a:pt x="28189" y="25856"/>
                  </a:lnTo>
                  <a:lnTo>
                    <a:pt x="26848" y="25856"/>
                  </a:lnTo>
                  <a:lnTo>
                    <a:pt x="26170" y="25865"/>
                  </a:lnTo>
                  <a:cubicBezTo>
                    <a:pt x="25952" y="25865"/>
                    <a:pt x="25726" y="25856"/>
                    <a:pt x="25508" y="25847"/>
                  </a:cubicBezTo>
                  <a:lnTo>
                    <a:pt x="24838" y="25839"/>
                  </a:lnTo>
                  <a:cubicBezTo>
                    <a:pt x="24620" y="25830"/>
                    <a:pt x="24394" y="25813"/>
                    <a:pt x="24177" y="25795"/>
                  </a:cubicBezTo>
                  <a:lnTo>
                    <a:pt x="23507" y="25752"/>
                  </a:lnTo>
                  <a:cubicBezTo>
                    <a:pt x="23280" y="25726"/>
                    <a:pt x="23063" y="25700"/>
                    <a:pt x="22845" y="25673"/>
                  </a:cubicBezTo>
                  <a:cubicBezTo>
                    <a:pt x="21079" y="25456"/>
                    <a:pt x="19329" y="25064"/>
                    <a:pt x="17641" y="24490"/>
                  </a:cubicBezTo>
                  <a:cubicBezTo>
                    <a:pt x="14264" y="23350"/>
                    <a:pt x="11123" y="21505"/>
                    <a:pt x="8495" y="19086"/>
                  </a:cubicBezTo>
                  <a:cubicBezTo>
                    <a:pt x="5858" y="16675"/>
                    <a:pt x="3717" y="13716"/>
                    <a:pt x="2263" y="10444"/>
                  </a:cubicBezTo>
                  <a:cubicBezTo>
                    <a:pt x="801" y="7172"/>
                    <a:pt x="36" y="3595"/>
                    <a:pt x="18" y="1"/>
                  </a:cubicBezTo>
                  <a:close/>
                </a:path>
              </a:pathLst>
            </a:custGeom>
            <a:gradFill>
              <a:gsLst>
                <a:gs pos="0">
                  <a:schemeClr val="accent3"/>
                </a:gs>
                <a:gs pos="26000">
                  <a:schemeClr val="accent4"/>
                </a:gs>
                <a:gs pos="58000">
                  <a:schemeClr val="dk2"/>
                </a:gs>
                <a:gs pos="100000">
                  <a:schemeClr val="lt2"/>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23"/>
            <p:cNvSpPr/>
            <p:nvPr/>
          </p:nvSpPr>
          <p:spPr>
            <a:xfrm>
              <a:off x="284" y="3945485"/>
              <a:ext cx="9199763" cy="956863"/>
            </a:xfrm>
            <a:custGeom>
              <a:rect b="b" l="l" r="r" t="t"/>
              <a:pathLst>
                <a:path extrusionOk="0" h="26952" w="259130">
                  <a:moveTo>
                    <a:pt x="18" y="0"/>
                  </a:moveTo>
                  <a:lnTo>
                    <a:pt x="18" y="0"/>
                  </a:lnTo>
                  <a:cubicBezTo>
                    <a:pt x="1" y="3586"/>
                    <a:pt x="723" y="7180"/>
                    <a:pt x="2159" y="10478"/>
                  </a:cubicBezTo>
                  <a:cubicBezTo>
                    <a:pt x="3586" y="13776"/>
                    <a:pt x="5710" y="16779"/>
                    <a:pt x="8338" y="19241"/>
                  </a:cubicBezTo>
                  <a:cubicBezTo>
                    <a:pt x="10966" y="21704"/>
                    <a:pt x="14125" y="23601"/>
                    <a:pt x="17537" y="24802"/>
                  </a:cubicBezTo>
                  <a:cubicBezTo>
                    <a:pt x="19234" y="25394"/>
                    <a:pt x="21000" y="25812"/>
                    <a:pt x="22793" y="26047"/>
                  </a:cubicBezTo>
                  <a:cubicBezTo>
                    <a:pt x="23019" y="26073"/>
                    <a:pt x="23245" y="26108"/>
                    <a:pt x="23472" y="26134"/>
                  </a:cubicBezTo>
                  <a:lnTo>
                    <a:pt x="24142" y="26186"/>
                  </a:lnTo>
                  <a:cubicBezTo>
                    <a:pt x="24368" y="26204"/>
                    <a:pt x="24594" y="26230"/>
                    <a:pt x="24821" y="26238"/>
                  </a:cubicBezTo>
                  <a:lnTo>
                    <a:pt x="25499" y="26264"/>
                  </a:lnTo>
                  <a:cubicBezTo>
                    <a:pt x="25717" y="26264"/>
                    <a:pt x="25952" y="26273"/>
                    <a:pt x="26170" y="26282"/>
                  </a:cubicBezTo>
                  <a:lnTo>
                    <a:pt x="26848" y="26282"/>
                  </a:lnTo>
                  <a:lnTo>
                    <a:pt x="28189" y="26291"/>
                  </a:lnTo>
                  <a:lnTo>
                    <a:pt x="71249" y="26508"/>
                  </a:lnTo>
                  <a:lnTo>
                    <a:pt x="259130" y="26952"/>
                  </a:lnTo>
                  <a:lnTo>
                    <a:pt x="259130" y="25185"/>
                  </a:lnTo>
                  <a:lnTo>
                    <a:pt x="71249" y="25620"/>
                  </a:lnTo>
                  <a:lnTo>
                    <a:pt x="28189" y="25847"/>
                  </a:lnTo>
                  <a:lnTo>
                    <a:pt x="26848" y="25855"/>
                  </a:lnTo>
                  <a:lnTo>
                    <a:pt x="26170" y="25855"/>
                  </a:lnTo>
                  <a:cubicBezTo>
                    <a:pt x="25952" y="25855"/>
                    <a:pt x="25726" y="25847"/>
                    <a:pt x="25508" y="25847"/>
                  </a:cubicBezTo>
                  <a:lnTo>
                    <a:pt x="24838" y="25829"/>
                  </a:lnTo>
                  <a:cubicBezTo>
                    <a:pt x="24620" y="25821"/>
                    <a:pt x="24394" y="25803"/>
                    <a:pt x="24177" y="25786"/>
                  </a:cubicBezTo>
                  <a:lnTo>
                    <a:pt x="23507" y="25742"/>
                  </a:lnTo>
                  <a:cubicBezTo>
                    <a:pt x="23280" y="25716"/>
                    <a:pt x="23063" y="25690"/>
                    <a:pt x="22845" y="25664"/>
                  </a:cubicBezTo>
                  <a:cubicBezTo>
                    <a:pt x="21079" y="25455"/>
                    <a:pt x="19329" y="25055"/>
                    <a:pt x="17641" y="24480"/>
                  </a:cubicBezTo>
                  <a:cubicBezTo>
                    <a:pt x="14264" y="23340"/>
                    <a:pt x="11123" y="21495"/>
                    <a:pt x="8495" y="19076"/>
                  </a:cubicBezTo>
                  <a:cubicBezTo>
                    <a:pt x="5858" y="16666"/>
                    <a:pt x="3717" y="13707"/>
                    <a:pt x="2263" y="10434"/>
                  </a:cubicBezTo>
                  <a:cubicBezTo>
                    <a:pt x="801" y="7162"/>
                    <a:pt x="36" y="3586"/>
                    <a:pt x="18" y="0"/>
                  </a:cubicBezTo>
                  <a:close/>
                </a:path>
              </a:pathLst>
            </a:custGeom>
            <a:gradFill>
              <a:gsLst>
                <a:gs pos="0">
                  <a:schemeClr val="accent3"/>
                </a:gs>
                <a:gs pos="26000">
                  <a:schemeClr val="accent4"/>
                </a:gs>
                <a:gs pos="58000">
                  <a:schemeClr val="dk2"/>
                </a:gs>
                <a:gs pos="100000">
                  <a:schemeClr val="lt2"/>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23"/>
            <p:cNvSpPr/>
            <p:nvPr/>
          </p:nvSpPr>
          <p:spPr>
            <a:xfrm>
              <a:off x="284" y="4044646"/>
              <a:ext cx="9199763" cy="956899"/>
            </a:xfrm>
            <a:custGeom>
              <a:rect b="b" l="l" r="r" t="t"/>
              <a:pathLst>
                <a:path extrusionOk="0" h="26953" w="259130">
                  <a:moveTo>
                    <a:pt x="18" y="1"/>
                  </a:moveTo>
                  <a:lnTo>
                    <a:pt x="18" y="1"/>
                  </a:lnTo>
                  <a:cubicBezTo>
                    <a:pt x="1" y="3586"/>
                    <a:pt x="723" y="7180"/>
                    <a:pt x="2159" y="10479"/>
                  </a:cubicBezTo>
                  <a:cubicBezTo>
                    <a:pt x="3586" y="13785"/>
                    <a:pt x="5710" y="16779"/>
                    <a:pt x="8338" y="19242"/>
                  </a:cubicBezTo>
                  <a:cubicBezTo>
                    <a:pt x="10966" y="21705"/>
                    <a:pt x="14125" y="23611"/>
                    <a:pt x="17537" y="24803"/>
                  </a:cubicBezTo>
                  <a:cubicBezTo>
                    <a:pt x="19234" y="25395"/>
                    <a:pt x="21000" y="25812"/>
                    <a:pt x="22793" y="26047"/>
                  </a:cubicBezTo>
                  <a:cubicBezTo>
                    <a:pt x="23019" y="26082"/>
                    <a:pt x="23245" y="26108"/>
                    <a:pt x="23472" y="26134"/>
                  </a:cubicBezTo>
                  <a:lnTo>
                    <a:pt x="24142" y="26187"/>
                  </a:lnTo>
                  <a:cubicBezTo>
                    <a:pt x="24368" y="26204"/>
                    <a:pt x="24594" y="26230"/>
                    <a:pt x="24821" y="26239"/>
                  </a:cubicBezTo>
                  <a:lnTo>
                    <a:pt x="25499" y="26265"/>
                  </a:lnTo>
                  <a:cubicBezTo>
                    <a:pt x="25717" y="26265"/>
                    <a:pt x="25952" y="26282"/>
                    <a:pt x="26170" y="26282"/>
                  </a:cubicBezTo>
                  <a:lnTo>
                    <a:pt x="26848" y="26282"/>
                  </a:lnTo>
                  <a:lnTo>
                    <a:pt x="28189" y="26291"/>
                  </a:lnTo>
                  <a:lnTo>
                    <a:pt x="71249" y="26509"/>
                  </a:lnTo>
                  <a:lnTo>
                    <a:pt x="259130" y="26952"/>
                  </a:lnTo>
                  <a:lnTo>
                    <a:pt x="259130" y="25186"/>
                  </a:lnTo>
                  <a:lnTo>
                    <a:pt x="71249" y="25630"/>
                  </a:lnTo>
                  <a:lnTo>
                    <a:pt x="28189" y="25847"/>
                  </a:lnTo>
                  <a:lnTo>
                    <a:pt x="26848" y="25856"/>
                  </a:lnTo>
                  <a:lnTo>
                    <a:pt x="26170" y="25856"/>
                  </a:lnTo>
                  <a:cubicBezTo>
                    <a:pt x="25952" y="25856"/>
                    <a:pt x="25726" y="25847"/>
                    <a:pt x="25508" y="25847"/>
                  </a:cubicBezTo>
                  <a:lnTo>
                    <a:pt x="24838" y="25830"/>
                  </a:lnTo>
                  <a:cubicBezTo>
                    <a:pt x="24620" y="25830"/>
                    <a:pt x="24394" y="25804"/>
                    <a:pt x="24177" y="25786"/>
                  </a:cubicBezTo>
                  <a:lnTo>
                    <a:pt x="23507" y="25743"/>
                  </a:lnTo>
                  <a:cubicBezTo>
                    <a:pt x="23280" y="25725"/>
                    <a:pt x="23063" y="25691"/>
                    <a:pt x="22845" y="25664"/>
                  </a:cubicBezTo>
                  <a:cubicBezTo>
                    <a:pt x="21079" y="25456"/>
                    <a:pt x="19329" y="25055"/>
                    <a:pt x="17641" y="24490"/>
                  </a:cubicBezTo>
                  <a:cubicBezTo>
                    <a:pt x="14264" y="23341"/>
                    <a:pt x="11123" y="21496"/>
                    <a:pt x="8495" y="19077"/>
                  </a:cubicBezTo>
                  <a:cubicBezTo>
                    <a:pt x="5858" y="16666"/>
                    <a:pt x="3717" y="13707"/>
                    <a:pt x="2263" y="10435"/>
                  </a:cubicBezTo>
                  <a:cubicBezTo>
                    <a:pt x="801" y="7172"/>
                    <a:pt x="36" y="3586"/>
                    <a:pt x="18" y="1"/>
                  </a:cubicBezTo>
                  <a:close/>
                </a:path>
              </a:pathLst>
            </a:custGeom>
            <a:gradFill>
              <a:gsLst>
                <a:gs pos="0">
                  <a:schemeClr val="accent3"/>
                </a:gs>
                <a:gs pos="26000">
                  <a:schemeClr val="accent4"/>
                </a:gs>
                <a:gs pos="58000">
                  <a:schemeClr val="dk2"/>
                </a:gs>
                <a:gs pos="100000">
                  <a:schemeClr val="lt2"/>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330" name="Shape 330"/>
        <p:cNvGrpSpPr/>
        <p:nvPr/>
      </p:nvGrpSpPr>
      <p:grpSpPr>
        <a:xfrm>
          <a:off x="0" y="0"/>
          <a:ext cx="0" cy="0"/>
          <a:chOff x="0" y="0"/>
          <a:chExt cx="0" cy="0"/>
        </a:xfrm>
      </p:grpSpPr>
      <p:pic>
        <p:nvPicPr>
          <p:cNvPr id="331" name="Google Shape;331;p24"/>
          <p:cNvPicPr preferRelativeResize="0"/>
          <p:nvPr/>
        </p:nvPicPr>
        <p:blipFill rotWithShape="1">
          <a:blip r:embed="rId2">
            <a:alphaModFix/>
          </a:blip>
          <a:srcRect b="0" l="0" r="0" t="0"/>
          <a:stretch/>
        </p:blipFill>
        <p:spPr>
          <a:xfrm>
            <a:off x="0" y="0"/>
            <a:ext cx="9144003" cy="5143501"/>
          </a:xfrm>
          <a:prstGeom prst="rect">
            <a:avLst/>
          </a:prstGeom>
          <a:noFill/>
          <a:ln>
            <a:noFill/>
          </a:ln>
        </p:spPr>
      </p:pic>
      <p:grpSp>
        <p:nvGrpSpPr>
          <p:cNvPr id="332" name="Google Shape;332;p24"/>
          <p:cNvGrpSpPr/>
          <p:nvPr/>
        </p:nvGrpSpPr>
        <p:grpSpPr>
          <a:xfrm rot="-5400000">
            <a:off x="-47075" y="4089270"/>
            <a:ext cx="977975" cy="883810"/>
            <a:chOff x="4538725" y="1476075"/>
            <a:chExt cx="977975" cy="727775"/>
          </a:xfrm>
        </p:grpSpPr>
        <p:sp>
          <p:nvSpPr>
            <p:cNvPr id="333" name="Google Shape;333;p24"/>
            <p:cNvSpPr/>
            <p:nvPr/>
          </p:nvSpPr>
          <p:spPr>
            <a:xfrm>
              <a:off x="5496225" y="1476075"/>
              <a:ext cx="20475" cy="727775"/>
            </a:xfrm>
            <a:custGeom>
              <a:rect b="b" l="l" r="r" t="t"/>
              <a:pathLst>
                <a:path extrusionOk="0" h="29111" w="819">
                  <a:moveTo>
                    <a:pt x="1" y="0"/>
                  </a:moveTo>
                  <a:lnTo>
                    <a:pt x="1" y="29110"/>
                  </a:lnTo>
                  <a:lnTo>
                    <a:pt x="819" y="29110"/>
                  </a:lnTo>
                  <a:lnTo>
                    <a:pt x="819" y="0"/>
                  </a:ln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24"/>
            <p:cNvSpPr/>
            <p:nvPr/>
          </p:nvSpPr>
          <p:spPr>
            <a:xfrm>
              <a:off x="5409200" y="1476075"/>
              <a:ext cx="20475" cy="727775"/>
            </a:xfrm>
            <a:custGeom>
              <a:rect b="b" l="l" r="r" t="t"/>
              <a:pathLst>
                <a:path extrusionOk="0" h="29111" w="819">
                  <a:moveTo>
                    <a:pt x="0" y="0"/>
                  </a:moveTo>
                  <a:lnTo>
                    <a:pt x="0" y="29110"/>
                  </a:lnTo>
                  <a:lnTo>
                    <a:pt x="819" y="29110"/>
                  </a:lnTo>
                  <a:lnTo>
                    <a:pt x="819" y="0"/>
                  </a:ln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24"/>
            <p:cNvSpPr/>
            <p:nvPr/>
          </p:nvSpPr>
          <p:spPr>
            <a:xfrm>
              <a:off x="5322175" y="1476075"/>
              <a:ext cx="20475" cy="727775"/>
            </a:xfrm>
            <a:custGeom>
              <a:rect b="b" l="l" r="r" t="t"/>
              <a:pathLst>
                <a:path extrusionOk="0" h="29111" w="819">
                  <a:moveTo>
                    <a:pt x="0" y="0"/>
                  </a:moveTo>
                  <a:lnTo>
                    <a:pt x="0" y="29110"/>
                  </a:lnTo>
                  <a:lnTo>
                    <a:pt x="819" y="29110"/>
                  </a:lnTo>
                  <a:lnTo>
                    <a:pt x="819" y="0"/>
                  </a:ln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24"/>
            <p:cNvSpPr/>
            <p:nvPr/>
          </p:nvSpPr>
          <p:spPr>
            <a:xfrm>
              <a:off x="5235150" y="1476075"/>
              <a:ext cx="20250" cy="727775"/>
            </a:xfrm>
            <a:custGeom>
              <a:rect b="b" l="l" r="r" t="t"/>
              <a:pathLst>
                <a:path extrusionOk="0" h="29111" w="810">
                  <a:moveTo>
                    <a:pt x="0" y="0"/>
                  </a:moveTo>
                  <a:lnTo>
                    <a:pt x="0" y="29110"/>
                  </a:lnTo>
                  <a:lnTo>
                    <a:pt x="810" y="29110"/>
                  </a:lnTo>
                  <a:lnTo>
                    <a:pt x="810" y="0"/>
                  </a:ln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24"/>
            <p:cNvSpPr/>
            <p:nvPr/>
          </p:nvSpPr>
          <p:spPr>
            <a:xfrm>
              <a:off x="5148125" y="1476075"/>
              <a:ext cx="20250" cy="727775"/>
            </a:xfrm>
            <a:custGeom>
              <a:rect b="b" l="l" r="r" t="t"/>
              <a:pathLst>
                <a:path extrusionOk="0" h="29111" w="810">
                  <a:moveTo>
                    <a:pt x="0" y="0"/>
                  </a:moveTo>
                  <a:lnTo>
                    <a:pt x="0" y="29110"/>
                  </a:lnTo>
                  <a:lnTo>
                    <a:pt x="810" y="29110"/>
                  </a:lnTo>
                  <a:lnTo>
                    <a:pt x="810" y="0"/>
                  </a:ln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24"/>
            <p:cNvSpPr/>
            <p:nvPr/>
          </p:nvSpPr>
          <p:spPr>
            <a:xfrm>
              <a:off x="5060875" y="1476075"/>
              <a:ext cx="20475" cy="727775"/>
            </a:xfrm>
            <a:custGeom>
              <a:rect b="b" l="l" r="r" t="t"/>
              <a:pathLst>
                <a:path extrusionOk="0" h="29111" w="819">
                  <a:moveTo>
                    <a:pt x="1" y="0"/>
                  </a:moveTo>
                  <a:lnTo>
                    <a:pt x="1" y="29110"/>
                  </a:lnTo>
                  <a:lnTo>
                    <a:pt x="819" y="29110"/>
                  </a:lnTo>
                  <a:lnTo>
                    <a:pt x="819" y="0"/>
                  </a:ln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24"/>
            <p:cNvSpPr/>
            <p:nvPr/>
          </p:nvSpPr>
          <p:spPr>
            <a:xfrm>
              <a:off x="4973850" y="1476075"/>
              <a:ext cx="20475" cy="727775"/>
            </a:xfrm>
            <a:custGeom>
              <a:rect b="b" l="l" r="r" t="t"/>
              <a:pathLst>
                <a:path extrusionOk="0" h="29111" w="819">
                  <a:moveTo>
                    <a:pt x="1" y="0"/>
                  </a:moveTo>
                  <a:lnTo>
                    <a:pt x="1" y="29110"/>
                  </a:lnTo>
                  <a:lnTo>
                    <a:pt x="819" y="29110"/>
                  </a:lnTo>
                  <a:lnTo>
                    <a:pt x="819" y="0"/>
                  </a:ln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24"/>
            <p:cNvSpPr/>
            <p:nvPr/>
          </p:nvSpPr>
          <p:spPr>
            <a:xfrm>
              <a:off x="4886825" y="1476075"/>
              <a:ext cx="20475" cy="727775"/>
            </a:xfrm>
            <a:custGeom>
              <a:rect b="b" l="l" r="r" t="t"/>
              <a:pathLst>
                <a:path extrusionOk="0" h="29111" w="819">
                  <a:moveTo>
                    <a:pt x="1" y="0"/>
                  </a:moveTo>
                  <a:lnTo>
                    <a:pt x="1" y="29110"/>
                  </a:lnTo>
                  <a:lnTo>
                    <a:pt x="819" y="29110"/>
                  </a:lnTo>
                  <a:lnTo>
                    <a:pt x="819" y="0"/>
                  </a:ln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24"/>
            <p:cNvSpPr/>
            <p:nvPr/>
          </p:nvSpPr>
          <p:spPr>
            <a:xfrm>
              <a:off x="4799800" y="1476075"/>
              <a:ext cx="20475" cy="727775"/>
            </a:xfrm>
            <a:custGeom>
              <a:rect b="b" l="l" r="r" t="t"/>
              <a:pathLst>
                <a:path extrusionOk="0" h="29111" w="819">
                  <a:moveTo>
                    <a:pt x="1" y="0"/>
                  </a:moveTo>
                  <a:lnTo>
                    <a:pt x="1" y="29110"/>
                  </a:lnTo>
                  <a:lnTo>
                    <a:pt x="819" y="29110"/>
                  </a:lnTo>
                  <a:lnTo>
                    <a:pt x="819" y="0"/>
                  </a:ln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24"/>
            <p:cNvSpPr/>
            <p:nvPr/>
          </p:nvSpPr>
          <p:spPr>
            <a:xfrm>
              <a:off x="4712775" y="1476075"/>
              <a:ext cx="20475" cy="727775"/>
            </a:xfrm>
            <a:custGeom>
              <a:rect b="b" l="l" r="r" t="t"/>
              <a:pathLst>
                <a:path extrusionOk="0" h="29111" w="819">
                  <a:moveTo>
                    <a:pt x="0" y="0"/>
                  </a:moveTo>
                  <a:lnTo>
                    <a:pt x="0" y="29110"/>
                  </a:lnTo>
                  <a:lnTo>
                    <a:pt x="819" y="29110"/>
                  </a:lnTo>
                  <a:lnTo>
                    <a:pt x="819" y="0"/>
                  </a:ln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24"/>
            <p:cNvSpPr/>
            <p:nvPr/>
          </p:nvSpPr>
          <p:spPr>
            <a:xfrm>
              <a:off x="4625750" y="1476075"/>
              <a:ext cx="20475" cy="727775"/>
            </a:xfrm>
            <a:custGeom>
              <a:rect b="b" l="l" r="r" t="t"/>
              <a:pathLst>
                <a:path extrusionOk="0" h="29111" w="819">
                  <a:moveTo>
                    <a:pt x="0" y="0"/>
                  </a:moveTo>
                  <a:lnTo>
                    <a:pt x="0" y="29110"/>
                  </a:lnTo>
                  <a:lnTo>
                    <a:pt x="818" y="29110"/>
                  </a:lnTo>
                  <a:lnTo>
                    <a:pt x="818" y="0"/>
                  </a:ln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24"/>
            <p:cNvSpPr/>
            <p:nvPr/>
          </p:nvSpPr>
          <p:spPr>
            <a:xfrm>
              <a:off x="4538725" y="1476075"/>
              <a:ext cx="20475" cy="727775"/>
            </a:xfrm>
            <a:custGeom>
              <a:rect b="b" l="l" r="r" t="t"/>
              <a:pathLst>
                <a:path extrusionOk="0" h="29111" w="819">
                  <a:moveTo>
                    <a:pt x="0" y="0"/>
                  </a:moveTo>
                  <a:lnTo>
                    <a:pt x="0" y="29110"/>
                  </a:lnTo>
                  <a:lnTo>
                    <a:pt x="818" y="29110"/>
                  </a:lnTo>
                  <a:lnTo>
                    <a:pt x="818" y="0"/>
                  </a:ln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5" name="Google Shape;345;p24"/>
          <p:cNvGrpSpPr/>
          <p:nvPr/>
        </p:nvGrpSpPr>
        <p:grpSpPr>
          <a:xfrm rot="-5400000">
            <a:off x="8213100" y="190270"/>
            <a:ext cx="977975" cy="883810"/>
            <a:chOff x="4538725" y="1476075"/>
            <a:chExt cx="977975" cy="727775"/>
          </a:xfrm>
        </p:grpSpPr>
        <p:sp>
          <p:nvSpPr>
            <p:cNvPr id="346" name="Google Shape;346;p24"/>
            <p:cNvSpPr/>
            <p:nvPr/>
          </p:nvSpPr>
          <p:spPr>
            <a:xfrm>
              <a:off x="5496225" y="1476075"/>
              <a:ext cx="20475" cy="727775"/>
            </a:xfrm>
            <a:custGeom>
              <a:rect b="b" l="l" r="r" t="t"/>
              <a:pathLst>
                <a:path extrusionOk="0" h="29111" w="819">
                  <a:moveTo>
                    <a:pt x="1" y="0"/>
                  </a:moveTo>
                  <a:lnTo>
                    <a:pt x="1" y="29110"/>
                  </a:lnTo>
                  <a:lnTo>
                    <a:pt x="819" y="29110"/>
                  </a:lnTo>
                  <a:lnTo>
                    <a:pt x="819" y="0"/>
                  </a:ln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24"/>
            <p:cNvSpPr/>
            <p:nvPr/>
          </p:nvSpPr>
          <p:spPr>
            <a:xfrm>
              <a:off x="5409200" y="1476075"/>
              <a:ext cx="20475" cy="727775"/>
            </a:xfrm>
            <a:custGeom>
              <a:rect b="b" l="l" r="r" t="t"/>
              <a:pathLst>
                <a:path extrusionOk="0" h="29111" w="819">
                  <a:moveTo>
                    <a:pt x="0" y="0"/>
                  </a:moveTo>
                  <a:lnTo>
                    <a:pt x="0" y="29110"/>
                  </a:lnTo>
                  <a:lnTo>
                    <a:pt x="819" y="29110"/>
                  </a:lnTo>
                  <a:lnTo>
                    <a:pt x="819" y="0"/>
                  </a:ln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24"/>
            <p:cNvSpPr/>
            <p:nvPr/>
          </p:nvSpPr>
          <p:spPr>
            <a:xfrm>
              <a:off x="5322175" y="1476075"/>
              <a:ext cx="20475" cy="727775"/>
            </a:xfrm>
            <a:custGeom>
              <a:rect b="b" l="l" r="r" t="t"/>
              <a:pathLst>
                <a:path extrusionOk="0" h="29111" w="819">
                  <a:moveTo>
                    <a:pt x="0" y="0"/>
                  </a:moveTo>
                  <a:lnTo>
                    <a:pt x="0" y="29110"/>
                  </a:lnTo>
                  <a:lnTo>
                    <a:pt x="819" y="29110"/>
                  </a:lnTo>
                  <a:lnTo>
                    <a:pt x="819" y="0"/>
                  </a:ln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24"/>
            <p:cNvSpPr/>
            <p:nvPr/>
          </p:nvSpPr>
          <p:spPr>
            <a:xfrm>
              <a:off x="5235150" y="1476075"/>
              <a:ext cx="20250" cy="727775"/>
            </a:xfrm>
            <a:custGeom>
              <a:rect b="b" l="l" r="r" t="t"/>
              <a:pathLst>
                <a:path extrusionOk="0" h="29111" w="810">
                  <a:moveTo>
                    <a:pt x="0" y="0"/>
                  </a:moveTo>
                  <a:lnTo>
                    <a:pt x="0" y="29110"/>
                  </a:lnTo>
                  <a:lnTo>
                    <a:pt x="810" y="29110"/>
                  </a:lnTo>
                  <a:lnTo>
                    <a:pt x="810" y="0"/>
                  </a:ln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24"/>
            <p:cNvSpPr/>
            <p:nvPr/>
          </p:nvSpPr>
          <p:spPr>
            <a:xfrm>
              <a:off x="5148125" y="1476075"/>
              <a:ext cx="20250" cy="727775"/>
            </a:xfrm>
            <a:custGeom>
              <a:rect b="b" l="l" r="r" t="t"/>
              <a:pathLst>
                <a:path extrusionOk="0" h="29111" w="810">
                  <a:moveTo>
                    <a:pt x="0" y="0"/>
                  </a:moveTo>
                  <a:lnTo>
                    <a:pt x="0" y="29110"/>
                  </a:lnTo>
                  <a:lnTo>
                    <a:pt x="810" y="29110"/>
                  </a:lnTo>
                  <a:lnTo>
                    <a:pt x="810" y="0"/>
                  </a:ln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24"/>
            <p:cNvSpPr/>
            <p:nvPr/>
          </p:nvSpPr>
          <p:spPr>
            <a:xfrm>
              <a:off x="5060875" y="1476075"/>
              <a:ext cx="20475" cy="727775"/>
            </a:xfrm>
            <a:custGeom>
              <a:rect b="b" l="l" r="r" t="t"/>
              <a:pathLst>
                <a:path extrusionOk="0" h="29111" w="819">
                  <a:moveTo>
                    <a:pt x="1" y="0"/>
                  </a:moveTo>
                  <a:lnTo>
                    <a:pt x="1" y="29110"/>
                  </a:lnTo>
                  <a:lnTo>
                    <a:pt x="819" y="29110"/>
                  </a:lnTo>
                  <a:lnTo>
                    <a:pt x="819" y="0"/>
                  </a:ln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24"/>
            <p:cNvSpPr/>
            <p:nvPr/>
          </p:nvSpPr>
          <p:spPr>
            <a:xfrm>
              <a:off x="4973850" y="1476075"/>
              <a:ext cx="20475" cy="727775"/>
            </a:xfrm>
            <a:custGeom>
              <a:rect b="b" l="l" r="r" t="t"/>
              <a:pathLst>
                <a:path extrusionOk="0" h="29111" w="819">
                  <a:moveTo>
                    <a:pt x="1" y="0"/>
                  </a:moveTo>
                  <a:lnTo>
                    <a:pt x="1" y="29110"/>
                  </a:lnTo>
                  <a:lnTo>
                    <a:pt x="819" y="29110"/>
                  </a:lnTo>
                  <a:lnTo>
                    <a:pt x="819" y="0"/>
                  </a:ln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24"/>
            <p:cNvSpPr/>
            <p:nvPr/>
          </p:nvSpPr>
          <p:spPr>
            <a:xfrm>
              <a:off x="4886825" y="1476075"/>
              <a:ext cx="20475" cy="727775"/>
            </a:xfrm>
            <a:custGeom>
              <a:rect b="b" l="l" r="r" t="t"/>
              <a:pathLst>
                <a:path extrusionOk="0" h="29111" w="819">
                  <a:moveTo>
                    <a:pt x="1" y="0"/>
                  </a:moveTo>
                  <a:lnTo>
                    <a:pt x="1" y="29110"/>
                  </a:lnTo>
                  <a:lnTo>
                    <a:pt x="819" y="29110"/>
                  </a:lnTo>
                  <a:lnTo>
                    <a:pt x="819" y="0"/>
                  </a:ln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24"/>
            <p:cNvSpPr/>
            <p:nvPr/>
          </p:nvSpPr>
          <p:spPr>
            <a:xfrm>
              <a:off x="4799800" y="1476075"/>
              <a:ext cx="20475" cy="727775"/>
            </a:xfrm>
            <a:custGeom>
              <a:rect b="b" l="l" r="r" t="t"/>
              <a:pathLst>
                <a:path extrusionOk="0" h="29111" w="819">
                  <a:moveTo>
                    <a:pt x="1" y="0"/>
                  </a:moveTo>
                  <a:lnTo>
                    <a:pt x="1" y="29110"/>
                  </a:lnTo>
                  <a:lnTo>
                    <a:pt x="819" y="29110"/>
                  </a:lnTo>
                  <a:lnTo>
                    <a:pt x="819" y="0"/>
                  </a:ln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24"/>
            <p:cNvSpPr/>
            <p:nvPr/>
          </p:nvSpPr>
          <p:spPr>
            <a:xfrm>
              <a:off x="4712775" y="1476075"/>
              <a:ext cx="20475" cy="727775"/>
            </a:xfrm>
            <a:custGeom>
              <a:rect b="b" l="l" r="r" t="t"/>
              <a:pathLst>
                <a:path extrusionOk="0" h="29111" w="819">
                  <a:moveTo>
                    <a:pt x="0" y="0"/>
                  </a:moveTo>
                  <a:lnTo>
                    <a:pt x="0" y="29110"/>
                  </a:lnTo>
                  <a:lnTo>
                    <a:pt x="819" y="29110"/>
                  </a:lnTo>
                  <a:lnTo>
                    <a:pt x="819" y="0"/>
                  </a:ln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24"/>
            <p:cNvSpPr/>
            <p:nvPr/>
          </p:nvSpPr>
          <p:spPr>
            <a:xfrm>
              <a:off x="4625750" y="1476075"/>
              <a:ext cx="20475" cy="727775"/>
            </a:xfrm>
            <a:custGeom>
              <a:rect b="b" l="l" r="r" t="t"/>
              <a:pathLst>
                <a:path extrusionOk="0" h="29111" w="819">
                  <a:moveTo>
                    <a:pt x="0" y="0"/>
                  </a:moveTo>
                  <a:lnTo>
                    <a:pt x="0" y="29110"/>
                  </a:lnTo>
                  <a:lnTo>
                    <a:pt x="818" y="29110"/>
                  </a:lnTo>
                  <a:lnTo>
                    <a:pt x="818" y="0"/>
                  </a:ln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24"/>
            <p:cNvSpPr/>
            <p:nvPr/>
          </p:nvSpPr>
          <p:spPr>
            <a:xfrm>
              <a:off x="4538725" y="1476075"/>
              <a:ext cx="20475" cy="727775"/>
            </a:xfrm>
            <a:custGeom>
              <a:rect b="b" l="l" r="r" t="t"/>
              <a:pathLst>
                <a:path extrusionOk="0" h="29111" w="819">
                  <a:moveTo>
                    <a:pt x="0" y="0"/>
                  </a:moveTo>
                  <a:lnTo>
                    <a:pt x="0" y="29110"/>
                  </a:lnTo>
                  <a:lnTo>
                    <a:pt x="818" y="29110"/>
                  </a:lnTo>
                  <a:lnTo>
                    <a:pt x="818" y="0"/>
                  </a:ln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24" Type="http://schemas.openxmlformats.org/officeDocument/2006/relationships/theme" Target="../theme/theme2.xml"/><Relationship Id="rId12" Type="http://schemas.openxmlformats.org/officeDocument/2006/relationships/slideLayout" Target="../slideLayouts/slideLayout12.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554992"/>
            <a:ext cx="7717500" cy="5727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chemeClr val="dk2"/>
              </a:buClr>
              <a:buSzPts val="3500"/>
              <a:buFont typeface="Fira Sans Condensed"/>
              <a:buNone/>
              <a:defRPr b="1" sz="3500">
                <a:solidFill>
                  <a:schemeClr val="dk2"/>
                </a:solidFill>
                <a:latin typeface="Fira Sans Condensed"/>
                <a:ea typeface="Fira Sans Condensed"/>
                <a:cs typeface="Fira Sans Condensed"/>
                <a:sym typeface="Fira Sans Condensed"/>
              </a:defRPr>
            </a:lvl1pPr>
            <a:lvl2pPr lvl="1" rtl="0" algn="ctr">
              <a:spcBef>
                <a:spcPts val="0"/>
              </a:spcBef>
              <a:spcAft>
                <a:spcPts val="0"/>
              </a:spcAft>
              <a:buClr>
                <a:schemeClr val="dk2"/>
              </a:buClr>
              <a:buSzPts val="3500"/>
              <a:buFont typeface="Fira Sans Condensed"/>
              <a:buNone/>
              <a:defRPr b="1" sz="3500">
                <a:solidFill>
                  <a:schemeClr val="dk2"/>
                </a:solidFill>
                <a:latin typeface="Fira Sans Condensed"/>
                <a:ea typeface="Fira Sans Condensed"/>
                <a:cs typeface="Fira Sans Condensed"/>
                <a:sym typeface="Fira Sans Condensed"/>
              </a:defRPr>
            </a:lvl2pPr>
            <a:lvl3pPr lvl="2" rtl="0" algn="ctr">
              <a:spcBef>
                <a:spcPts val="0"/>
              </a:spcBef>
              <a:spcAft>
                <a:spcPts val="0"/>
              </a:spcAft>
              <a:buClr>
                <a:schemeClr val="dk2"/>
              </a:buClr>
              <a:buSzPts val="3500"/>
              <a:buFont typeface="Fira Sans Condensed"/>
              <a:buNone/>
              <a:defRPr b="1" sz="3500">
                <a:solidFill>
                  <a:schemeClr val="dk2"/>
                </a:solidFill>
                <a:latin typeface="Fira Sans Condensed"/>
                <a:ea typeface="Fira Sans Condensed"/>
                <a:cs typeface="Fira Sans Condensed"/>
                <a:sym typeface="Fira Sans Condensed"/>
              </a:defRPr>
            </a:lvl3pPr>
            <a:lvl4pPr lvl="3" rtl="0" algn="ctr">
              <a:spcBef>
                <a:spcPts val="0"/>
              </a:spcBef>
              <a:spcAft>
                <a:spcPts val="0"/>
              </a:spcAft>
              <a:buClr>
                <a:schemeClr val="dk2"/>
              </a:buClr>
              <a:buSzPts val="3500"/>
              <a:buFont typeface="Fira Sans Condensed"/>
              <a:buNone/>
              <a:defRPr b="1" sz="3500">
                <a:solidFill>
                  <a:schemeClr val="dk2"/>
                </a:solidFill>
                <a:latin typeface="Fira Sans Condensed"/>
                <a:ea typeface="Fira Sans Condensed"/>
                <a:cs typeface="Fira Sans Condensed"/>
                <a:sym typeface="Fira Sans Condensed"/>
              </a:defRPr>
            </a:lvl4pPr>
            <a:lvl5pPr lvl="4" rtl="0" algn="ctr">
              <a:spcBef>
                <a:spcPts val="0"/>
              </a:spcBef>
              <a:spcAft>
                <a:spcPts val="0"/>
              </a:spcAft>
              <a:buClr>
                <a:schemeClr val="dk2"/>
              </a:buClr>
              <a:buSzPts val="3500"/>
              <a:buFont typeface="Fira Sans Condensed"/>
              <a:buNone/>
              <a:defRPr b="1" sz="3500">
                <a:solidFill>
                  <a:schemeClr val="dk2"/>
                </a:solidFill>
                <a:latin typeface="Fira Sans Condensed"/>
                <a:ea typeface="Fira Sans Condensed"/>
                <a:cs typeface="Fira Sans Condensed"/>
                <a:sym typeface="Fira Sans Condensed"/>
              </a:defRPr>
            </a:lvl5pPr>
            <a:lvl6pPr lvl="5" rtl="0" algn="ctr">
              <a:spcBef>
                <a:spcPts val="0"/>
              </a:spcBef>
              <a:spcAft>
                <a:spcPts val="0"/>
              </a:spcAft>
              <a:buClr>
                <a:schemeClr val="dk2"/>
              </a:buClr>
              <a:buSzPts val="3500"/>
              <a:buFont typeface="Fira Sans Condensed"/>
              <a:buNone/>
              <a:defRPr b="1" sz="3500">
                <a:solidFill>
                  <a:schemeClr val="dk2"/>
                </a:solidFill>
                <a:latin typeface="Fira Sans Condensed"/>
                <a:ea typeface="Fira Sans Condensed"/>
                <a:cs typeface="Fira Sans Condensed"/>
                <a:sym typeface="Fira Sans Condensed"/>
              </a:defRPr>
            </a:lvl6pPr>
            <a:lvl7pPr lvl="6" rtl="0" algn="ctr">
              <a:spcBef>
                <a:spcPts val="0"/>
              </a:spcBef>
              <a:spcAft>
                <a:spcPts val="0"/>
              </a:spcAft>
              <a:buClr>
                <a:schemeClr val="dk2"/>
              </a:buClr>
              <a:buSzPts val="3500"/>
              <a:buFont typeface="Fira Sans Condensed"/>
              <a:buNone/>
              <a:defRPr b="1" sz="3500">
                <a:solidFill>
                  <a:schemeClr val="dk2"/>
                </a:solidFill>
                <a:latin typeface="Fira Sans Condensed"/>
                <a:ea typeface="Fira Sans Condensed"/>
                <a:cs typeface="Fira Sans Condensed"/>
                <a:sym typeface="Fira Sans Condensed"/>
              </a:defRPr>
            </a:lvl7pPr>
            <a:lvl8pPr lvl="7" rtl="0" algn="ctr">
              <a:spcBef>
                <a:spcPts val="0"/>
              </a:spcBef>
              <a:spcAft>
                <a:spcPts val="0"/>
              </a:spcAft>
              <a:buClr>
                <a:schemeClr val="dk2"/>
              </a:buClr>
              <a:buSzPts val="3500"/>
              <a:buFont typeface="Fira Sans Condensed"/>
              <a:buNone/>
              <a:defRPr b="1" sz="3500">
                <a:solidFill>
                  <a:schemeClr val="dk2"/>
                </a:solidFill>
                <a:latin typeface="Fira Sans Condensed"/>
                <a:ea typeface="Fira Sans Condensed"/>
                <a:cs typeface="Fira Sans Condensed"/>
                <a:sym typeface="Fira Sans Condensed"/>
              </a:defRPr>
            </a:lvl8pPr>
            <a:lvl9pPr lvl="8" rtl="0" algn="ctr">
              <a:spcBef>
                <a:spcPts val="0"/>
              </a:spcBef>
              <a:spcAft>
                <a:spcPts val="0"/>
              </a:spcAft>
              <a:buClr>
                <a:schemeClr val="dk2"/>
              </a:buClr>
              <a:buSzPts val="3500"/>
              <a:buFont typeface="Fira Sans Condensed"/>
              <a:buNone/>
              <a:defRPr b="1" sz="3500">
                <a:solidFill>
                  <a:schemeClr val="dk2"/>
                </a:solidFill>
                <a:latin typeface="Fira Sans Condensed"/>
                <a:ea typeface="Fira Sans Condensed"/>
                <a:cs typeface="Fira Sans Condensed"/>
                <a:sym typeface="Fira Sans Condensed"/>
              </a:defRPr>
            </a:lvl9pPr>
          </a:lstStyle>
          <a:p/>
        </p:txBody>
      </p:sp>
      <p:sp>
        <p:nvSpPr>
          <p:cNvPr id="7" name="Google Shape;7;p1"/>
          <p:cNvSpPr txBox="1"/>
          <p:nvPr>
            <p:ph idx="1" type="body"/>
          </p:nvPr>
        </p:nvSpPr>
        <p:spPr>
          <a:xfrm>
            <a:off x="713225" y="1184672"/>
            <a:ext cx="77175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Fira Sans"/>
              <a:buChar char="●"/>
              <a:defRPr sz="1200">
                <a:solidFill>
                  <a:schemeClr val="dk1"/>
                </a:solidFill>
                <a:latin typeface="Fira Sans"/>
                <a:ea typeface="Fira Sans"/>
                <a:cs typeface="Fira Sans"/>
                <a:sym typeface="Fira Sans"/>
              </a:defRPr>
            </a:lvl1pPr>
            <a:lvl2pPr indent="-304800" lvl="1" marL="914400">
              <a:lnSpc>
                <a:spcPct val="100000"/>
              </a:lnSpc>
              <a:spcBef>
                <a:spcPts val="1600"/>
              </a:spcBef>
              <a:spcAft>
                <a:spcPts val="0"/>
              </a:spcAft>
              <a:buClr>
                <a:schemeClr val="dk1"/>
              </a:buClr>
              <a:buSzPts val="1200"/>
              <a:buFont typeface="Fira Sans"/>
              <a:buChar char="○"/>
              <a:defRPr sz="1200">
                <a:solidFill>
                  <a:schemeClr val="dk1"/>
                </a:solidFill>
                <a:latin typeface="Fira Sans"/>
                <a:ea typeface="Fira Sans"/>
                <a:cs typeface="Fira Sans"/>
                <a:sym typeface="Fira Sans"/>
              </a:defRPr>
            </a:lvl2pPr>
            <a:lvl3pPr indent="-304800" lvl="2" marL="1371600">
              <a:lnSpc>
                <a:spcPct val="100000"/>
              </a:lnSpc>
              <a:spcBef>
                <a:spcPts val="1600"/>
              </a:spcBef>
              <a:spcAft>
                <a:spcPts val="0"/>
              </a:spcAft>
              <a:buClr>
                <a:schemeClr val="dk1"/>
              </a:buClr>
              <a:buSzPts val="1200"/>
              <a:buFont typeface="Fira Sans"/>
              <a:buChar char="■"/>
              <a:defRPr sz="1200">
                <a:solidFill>
                  <a:schemeClr val="dk1"/>
                </a:solidFill>
                <a:latin typeface="Fira Sans"/>
                <a:ea typeface="Fira Sans"/>
                <a:cs typeface="Fira Sans"/>
                <a:sym typeface="Fira Sans"/>
              </a:defRPr>
            </a:lvl3pPr>
            <a:lvl4pPr indent="-304800" lvl="3" marL="1828800">
              <a:lnSpc>
                <a:spcPct val="100000"/>
              </a:lnSpc>
              <a:spcBef>
                <a:spcPts val="1600"/>
              </a:spcBef>
              <a:spcAft>
                <a:spcPts val="0"/>
              </a:spcAft>
              <a:buClr>
                <a:schemeClr val="dk1"/>
              </a:buClr>
              <a:buSzPts val="1200"/>
              <a:buFont typeface="Fira Sans"/>
              <a:buChar char="●"/>
              <a:defRPr sz="1200">
                <a:solidFill>
                  <a:schemeClr val="dk1"/>
                </a:solidFill>
                <a:latin typeface="Fira Sans"/>
                <a:ea typeface="Fira Sans"/>
                <a:cs typeface="Fira Sans"/>
                <a:sym typeface="Fira Sans"/>
              </a:defRPr>
            </a:lvl4pPr>
            <a:lvl5pPr indent="-304800" lvl="4" marL="2286000">
              <a:lnSpc>
                <a:spcPct val="100000"/>
              </a:lnSpc>
              <a:spcBef>
                <a:spcPts val="1600"/>
              </a:spcBef>
              <a:spcAft>
                <a:spcPts val="0"/>
              </a:spcAft>
              <a:buClr>
                <a:schemeClr val="dk1"/>
              </a:buClr>
              <a:buSzPts val="1200"/>
              <a:buFont typeface="Fira Sans"/>
              <a:buChar char="○"/>
              <a:defRPr sz="1200">
                <a:solidFill>
                  <a:schemeClr val="dk1"/>
                </a:solidFill>
                <a:latin typeface="Fira Sans"/>
                <a:ea typeface="Fira Sans"/>
                <a:cs typeface="Fira Sans"/>
                <a:sym typeface="Fira Sans"/>
              </a:defRPr>
            </a:lvl5pPr>
            <a:lvl6pPr indent="-304800" lvl="5" marL="2743200">
              <a:lnSpc>
                <a:spcPct val="100000"/>
              </a:lnSpc>
              <a:spcBef>
                <a:spcPts val="1600"/>
              </a:spcBef>
              <a:spcAft>
                <a:spcPts val="0"/>
              </a:spcAft>
              <a:buClr>
                <a:schemeClr val="dk1"/>
              </a:buClr>
              <a:buSzPts val="1200"/>
              <a:buFont typeface="Fira Sans"/>
              <a:buChar char="■"/>
              <a:defRPr sz="1200">
                <a:solidFill>
                  <a:schemeClr val="dk1"/>
                </a:solidFill>
                <a:latin typeface="Fira Sans"/>
                <a:ea typeface="Fira Sans"/>
                <a:cs typeface="Fira Sans"/>
                <a:sym typeface="Fira Sans"/>
              </a:defRPr>
            </a:lvl6pPr>
            <a:lvl7pPr indent="-304800" lvl="6" marL="3200400">
              <a:lnSpc>
                <a:spcPct val="100000"/>
              </a:lnSpc>
              <a:spcBef>
                <a:spcPts val="1600"/>
              </a:spcBef>
              <a:spcAft>
                <a:spcPts val="0"/>
              </a:spcAft>
              <a:buClr>
                <a:schemeClr val="dk1"/>
              </a:buClr>
              <a:buSzPts val="1200"/>
              <a:buFont typeface="Fira Sans"/>
              <a:buChar char="●"/>
              <a:defRPr sz="1200">
                <a:solidFill>
                  <a:schemeClr val="dk1"/>
                </a:solidFill>
                <a:latin typeface="Fira Sans"/>
                <a:ea typeface="Fira Sans"/>
                <a:cs typeface="Fira Sans"/>
                <a:sym typeface="Fira Sans"/>
              </a:defRPr>
            </a:lvl7pPr>
            <a:lvl8pPr indent="-304800" lvl="7" marL="3657600">
              <a:lnSpc>
                <a:spcPct val="100000"/>
              </a:lnSpc>
              <a:spcBef>
                <a:spcPts val="1600"/>
              </a:spcBef>
              <a:spcAft>
                <a:spcPts val="0"/>
              </a:spcAft>
              <a:buClr>
                <a:schemeClr val="dk1"/>
              </a:buClr>
              <a:buSzPts val="1200"/>
              <a:buFont typeface="Fira Sans"/>
              <a:buChar char="○"/>
              <a:defRPr sz="1200">
                <a:solidFill>
                  <a:schemeClr val="dk1"/>
                </a:solidFill>
                <a:latin typeface="Fira Sans"/>
                <a:ea typeface="Fira Sans"/>
                <a:cs typeface="Fira Sans"/>
                <a:sym typeface="Fira Sans"/>
              </a:defRPr>
            </a:lvl8pPr>
            <a:lvl9pPr indent="-304800" lvl="8" marL="4114800">
              <a:lnSpc>
                <a:spcPct val="100000"/>
              </a:lnSpc>
              <a:spcBef>
                <a:spcPts val="1600"/>
              </a:spcBef>
              <a:spcAft>
                <a:spcPts val="1600"/>
              </a:spcAft>
              <a:buClr>
                <a:schemeClr val="dk1"/>
              </a:buClr>
              <a:buSzPts val="1200"/>
              <a:buFont typeface="Fira Sans"/>
              <a:buChar char="■"/>
              <a:defRPr sz="1200">
                <a:solidFill>
                  <a:schemeClr val="dk1"/>
                </a:solidFill>
                <a:latin typeface="Fira Sans"/>
                <a:ea typeface="Fira Sans"/>
                <a:cs typeface="Fira Sans"/>
                <a:sym typeface="Fira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2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9.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9.gif"/><Relationship Id="rId4" Type="http://schemas.openxmlformats.org/officeDocument/2006/relationships/image" Target="../media/image5.gif"/><Relationship Id="rId5" Type="http://schemas.openxmlformats.org/officeDocument/2006/relationships/image" Target="../media/image17.png"/><Relationship Id="rId6"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9.gif"/><Relationship Id="rId4" Type="http://schemas.openxmlformats.org/officeDocument/2006/relationships/image" Target="../media/image5.g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3.xml"/><Relationship Id="rId3" Type="http://schemas.openxmlformats.org/officeDocument/2006/relationships/image" Target="../media/image7.gi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4.xml"/><Relationship Id="rId3" Type="http://schemas.openxmlformats.org/officeDocument/2006/relationships/image" Target="../media/image6.gi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5.xml"/><Relationship Id="rId3"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xml"/><Relationship Id="rId3"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9.xml"/><Relationship Id="rId3" Type="http://schemas.openxmlformats.org/officeDocument/2006/relationships/image" Target="../media/image8.jpg"/><Relationship Id="rId4" Type="http://schemas.openxmlformats.org/officeDocument/2006/relationships/image" Target="../media/image12.jpg"/><Relationship Id="rId5" Type="http://schemas.openxmlformats.org/officeDocument/2006/relationships/image" Target="../media/image11.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0.xml"/><Relationship Id="rId3"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1" name="Shape 361"/>
        <p:cNvGrpSpPr/>
        <p:nvPr/>
      </p:nvGrpSpPr>
      <p:grpSpPr>
        <a:xfrm>
          <a:off x="0" y="0"/>
          <a:ext cx="0" cy="0"/>
          <a:chOff x="0" y="0"/>
          <a:chExt cx="0" cy="0"/>
        </a:xfrm>
      </p:grpSpPr>
      <p:sp>
        <p:nvSpPr>
          <p:cNvPr id="362" name="Google Shape;362;p25"/>
          <p:cNvSpPr txBox="1"/>
          <p:nvPr>
            <p:ph type="ctrTitle"/>
          </p:nvPr>
        </p:nvSpPr>
        <p:spPr>
          <a:xfrm flipH="1">
            <a:off x="713250" y="1136021"/>
            <a:ext cx="7717500" cy="1862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5700"/>
              <a:t>Refugee Movement Around the World</a:t>
            </a:r>
            <a:r>
              <a:rPr b="1" lang="en">
                <a:solidFill>
                  <a:schemeClr val="dk2"/>
                </a:solidFill>
              </a:rPr>
              <a:t> </a:t>
            </a:r>
            <a:endParaRPr>
              <a:solidFill>
                <a:schemeClr val="lt2"/>
              </a:solidFill>
            </a:endParaRPr>
          </a:p>
        </p:txBody>
      </p:sp>
      <p:sp>
        <p:nvSpPr>
          <p:cNvPr id="363" name="Google Shape;363;p25"/>
          <p:cNvSpPr txBox="1"/>
          <p:nvPr>
            <p:ph idx="1" type="subTitle"/>
          </p:nvPr>
        </p:nvSpPr>
        <p:spPr>
          <a:xfrm>
            <a:off x="713250" y="3240950"/>
            <a:ext cx="5075700" cy="40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Fira Sans"/>
                <a:ea typeface="Fira Sans"/>
                <a:cs typeface="Fira Sans"/>
                <a:sym typeface="Fira Sans"/>
              </a:rPr>
              <a:t>Ishani Cheshire, Sarah Farooq, Nichol Flowers, Alex Lewis</a:t>
            </a:r>
            <a:endParaRPr>
              <a:latin typeface="Fira Sans"/>
              <a:ea typeface="Fira Sans"/>
              <a:cs typeface="Fira Sans"/>
              <a:sym typeface="Fira Sans"/>
            </a:endParaRPr>
          </a:p>
        </p:txBody>
      </p:sp>
      <p:grpSp>
        <p:nvGrpSpPr>
          <p:cNvPr id="364" name="Google Shape;364;p25"/>
          <p:cNvGrpSpPr/>
          <p:nvPr/>
        </p:nvGrpSpPr>
        <p:grpSpPr>
          <a:xfrm>
            <a:off x="6024625" y="2925625"/>
            <a:ext cx="2787275" cy="1307191"/>
            <a:chOff x="814025" y="2548225"/>
            <a:chExt cx="2787275" cy="1373100"/>
          </a:xfrm>
        </p:grpSpPr>
        <p:sp>
          <p:nvSpPr>
            <p:cNvPr id="365" name="Google Shape;365;p25"/>
            <p:cNvSpPr/>
            <p:nvPr/>
          </p:nvSpPr>
          <p:spPr>
            <a:xfrm>
              <a:off x="1024525" y="2548225"/>
              <a:ext cx="50700" cy="1373100"/>
            </a:xfrm>
            <a:prstGeom prst="rect">
              <a:avLst/>
            </a:prstGeom>
            <a:gradFill>
              <a:gsLst>
                <a:gs pos="0">
                  <a:schemeClr val="accent1"/>
                </a:gs>
                <a:gs pos="26000">
                  <a:schemeClr val="accent2"/>
                </a:gs>
                <a:gs pos="58000">
                  <a:schemeClr val="accent4"/>
                </a:gs>
                <a:gs pos="100000">
                  <a:schemeClr val="accent5"/>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25"/>
            <p:cNvSpPr/>
            <p:nvPr/>
          </p:nvSpPr>
          <p:spPr>
            <a:xfrm>
              <a:off x="1235031" y="2548225"/>
              <a:ext cx="50700" cy="1373100"/>
            </a:xfrm>
            <a:prstGeom prst="rect">
              <a:avLst/>
            </a:prstGeom>
            <a:gradFill>
              <a:gsLst>
                <a:gs pos="0">
                  <a:schemeClr val="accent1"/>
                </a:gs>
                <a:gs pos="26000">
                  <a:schemeClr val="accent2"/>
                </a:gs>
                <a:gs pos="58000">
                  <a:schemeClr val="accent4"/>
                </a:gs>
                <a:gs pos="100000">
                  <a:schemeClr val="accent5"/>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25"/>
            <p:cNvSpPr/>
            <p:nvPr/>
          </p:nvSpPr>
          <p:spPr>
            <a:xfrm>
              <a:off x="1445538" y="2548225"/>
              <a:ext cx="50700" cy="1373100"/>
            </a:xfrm>
            <a:prstGeom prst="rect">
              <a:avLst/>
            </a:prstGeom>
            <a:gradFill>
              <a:gsLst>
                <a:gs pos="0">
                  <a:schemeClr val="accent1"/>
                </a:gs>
                <a:gs pos="26000">
                  <a:schemeClr val="accent2"/>
                </a:gs>
                <a:gs pos="58000">
                  <a:schemeClr val="accent4"/>
                </a:gs>
                <a:gs pos="100000">
                  <a:schemeClr val="accent5"/>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25"/>
            <p:cNvSpPr/>
            <p:nvPr/>
          </p:nvSpPr>
          <p:spPr>
            <a:xfrm>
              <a:off x="1656044" y="2548225"/>
              <a:ext cx="50700" cy="1373100"/>
            </a:xfrm>
            <a:prstGeom prst="rect">
              <a:avLst/>
            </a:prstGeom>
            <a:gradFill>
              <a:gsLst>
                <a:gs pos="0">
                  <a:schemeClr val="accent1"/>
                </a:gs>
                <a:gs pos="26000">
                  <a:schemeClr val="accent2"/>
                </a:gs>
                <a:gs pos="58000">
                  <a:schemeClr val="accent4"/>
                </a:gs>
                <a:gs pos="100000">
                  <a:schemeClr val="accent5"/>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25"/>
            <p:cNvSpPr/>
            <p:nvPr/>
          </p:nvSpPr>
          <p:spPr>
            <a:xfrm>
              <a:off x="1866550" y="2548225"/>
              <a:ext cx="50700" cy="1373100"/>
            </a:xfrm>
            <a:prstGeom prst="rect">
              <a:avLst/>
            </a:prstGeom>
            <a:gradFill>
              <a:gsLst>
                <a:gs pos="0">
                  <a:schemeClr val="accent1"/>
                </a:gs>
                <a:gs pos="26000">
                  <a:schemeClr val="accent2"/>
                </a:gs>
                <a:gs pos="58000">
                  <a:schemeClr val="accent4"/>
                </a:gs>
                <a:gs pos="100000">
                  <a:schemeClr val="accent5"/>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25"/>
            <p:cNvSpPr/>
            <p:nvPr/>
          </p:nvSpPr>
          <p:spPr>
            <a:xfrm>
              <a:off x="2077056" y="2548225"/>
              <a:ext cx="50700" cy="1373100"/>
            </a:xfrm>
            <a:prstGeom prst="rect">
              <a:avLst/>
            </a:prstGeom>
            <a:gradFill>
              <a:gsLst>
                <a:gs pos="0">
                  <a:schemeClr val="accent1"/>
                </a:gs>
                <a:gs pos="26000">
                  <a:schemeClr val="accent2"/>
                </a:gs>
                <a:gs pos="58000">
                  <a:schemeClr val="accent4"/>
                </a:gs>
                <a:gs pos="100000">
                  <a:schemeClr val="accent5"/>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25"/>
            <p:cNvSpPr/>
            <p:nvPr/>
          </p:nvSpPr>
          <p:spPr>
            <a:xfrm>
              <a:off x="2287563" y="2548225"/>
              <a:ext cx="50700" cy="1373100"/>
            </a:xfrm>
            <a:prstGeom prst="rect">
              <a:avLst/>
            </a:prstGeom>
            <a:gradFill>
              <a:gsLst>
                <a:gs pos="0">
                  <a:schemeClr val="accent1"/>
                </a:gs>
                <a:gs pos="26000">
                  <a:schemeClr val="accent2"/>
                </a:gs>
                <a:gs pos="58000">
                  <a:schemeClr val="accent4"/>
                </a:gs>
                <a:gs pos="100000">
                  <a:schemeClr val="accent5"/>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25"/>
            <p:cNvSpPr/>
            <p:nvPr/>
          </p:nvSpPr>
          <p:spPr>
            <a:xfrm>
              <a:off x="2498069" y="2548225"/>
              <a:ext cx="50700" cy="1373100"/>
            </a:xfrm>
            <a:prstGeom prst="rect">
              <a:avLst/>
            </a:prstGeom>
            <a:gradFill>
              <a:gsLst>
                <a:gs pos="0">
                  <a:schemeClr val="accent1"/>
                </a:gs>
                <a:gs pos="26000">
                  <a:schemeClr val="accent2"/>
                </a:gs>
                <a:gs pos="58000">
                  <a:schemeClr val="accent4"/>
                </a:gs>
                <a:gs pos="100000">
                  <a:schemeClr val="accent5"/>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25"/>
            <p:cNvSpPr/>
            <p:nvPr/>
          </p:nvSpPr>
          <p:spPr>
            <a:xfrm>
              <a:off x="2708575" y="2548225"/>
              <a:ext cx="50700" cy="1373100"/>
            </a:xfrm>
            <a:prstGeom prst="rect">
              <a:avLst/>
            </a:prstGeom>
            <a:gradFill>
              <a:gsLst>
                <a:gs pos="0">
                  <a:schemeClr val="accent1"/>
                </a:gs>
                <a:gs pos="26000">
                  <a:schemeClr val="accent2"/>
                </a:gs>
                <a:gs pos="58000">
                  <a:schemeClr val="accent4"/>
                </a:gs>
                <a:gs pos="100000">
                  <a:schemeClr val="accent5"/>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25"/>
            <p:cNvSpPr/>
            <p:nvPr/>
          </p:nvSpPr>
          <p:spPr>
            <a:xfrm>
              <a:off x="2919081" y="2548225"/>
              <a:ext cx="50700" cy="1373100"/>
            </a:xfrm>
            <a:prstGeom prst="rect">
              <a:avLst/>
            </a:prstGeom>
            <a:gradFill>
              <a:gsLst>
                <a:gs pos="0">
                  <a:schemeClr val="accent1"/>
                </a:gs>
                <a:gs pos="26000">
                  <a:schemeClr val="accent2"/>
                </a:gs>
                <a:gs pos="58000">
                  <a:schemeClr val="accent4"/>
                </a:gs>
                <a:gs pos="100000">
                  <a:schemeClr val="accent5"/>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25"/>
            <p:cNvSpPr/>
            <p:nvPr/>
          </p:nvSpPr>
          <p:spPr>
            <a:xfrm>
              <a:off x="3129588" y="2548225"/>
              <a:ext cx="50700" cy="1373100"/>
            </a:xfrm>
            <a:prstGeom prst="rect">
              <a:avLst/>
            </a:prstGeom>
            <a:gradFill>
              <a:gsLst>
                <a:gs pos="0">
                  <a:schemeClr val="accent1"/>
                </a:gs>
                <a:gs pos="26000">
                  <a:schemeClr val="accent2"/>
                </a:gs>
                <a:gs pos="58000">
                  <a:schemeClr val="accent4"/>
                </a:gs>
                <a:gs pos="100000">
                  <a:schemeClr val="accent5"/>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25"/>
            <p:cNvSpPr/>
            <p:nvPr/>
          </p:nvSpPr>
          <p:spPr>
            <a:xfrm>
              <a:off x="3340094" y="2548225"/>
              <a:ext cx="50700" cy="1373100"/>
            </a:xfrm>
            <a:prstGeom prst="rect">
              <a:avLst/>
            </a:prstGeom>
            <a:gradFill>
              <a:gsLst>
                <a:gs pos="0">
                  <a:schemeClr val="accent1"/>
                </a:gs>
                <a:gs pos="26000">
                  <a:schemeClr val="accent2"/>
                </a:gs>
                <a:gs pos="58000">
                  <a:schemeClr val="accent4"/>
                </a:gs>
                <a:gs pos="100000">
                  <a:schemeClr val="accent5"/>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25"/>
            <p:cNvSpPr/>
            <p:nvPr/>
          </p:nvSpPr>
          <p:spPr>
            <a:xfrm>
              <a:off x="3550600" y="2548225"/>
              <a:ext cx="50700" cy="1373100"/>
            </a:xfrm>
            <a:prstGeom prst="rect">
              <a:avLst/>
            </a:prstGeom>
            <a:gradFill>
              <a:gsLst>
                <a:gs pos="0">
                  <a:schemeClr val="accent1"/>
                </a:gs>
                <a:gs pos="26000">
                  <a:schemeClr val="accent2"/>
                </a:gs>
                <a:gs pos="58000">
                  <a:schemeClr val="accent4"/>
                </a:gs>
                <a:gs pos="100000">
                  <a:schemeClr val="accent5"/>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25"/>
            <p:cNvSpPr/>
            <p:nvPr/>
          </p:nvSpPr>
          <p:spPr>
            <a:xfrm>
              <a:off x="814025" y="2548225"/>
              <a:ext cx="50700" cy="1373100"/>
            </a:xfrm>
            <a:prstGeom prst="rect">
              <a:avLst/>
            </a:prstGeom>
            <a:gradFill>
              <a:gsLst>
                <a:gs pos="0">
                  <a:schemeClr val="accent1"/>
                </a:gs>
                <a:gs pos="26000">
                  <a:schemeClr val="accent2"/>
                </a:gs>
                <a:gs pos="58000">
                  <a:schemeClr val="accent4"/>
                </a:gs>
                <a:gs pos="100000">
                  <a:schemeClr val="accent5"/>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26"/>
          <p:cNvSpPr txBox="1"/>
          <p:nvPr>
            <p:ph type="title"/>
          </p:nvPr>
        </p:nvSpPr>
        <p:spPr>
          <a:xfrm>
            <a:off x="713225" y="554992"/>
            <a:ext cx="77175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Overview</a:t>
            </a:r>
            <a:endParaRPr/>
          </a:p>
        </p:txBody>
      </p:sp>
      <p:sp>
        <p:nvSpPr>
          <p:cNvPr id="384" name="Google Shape;384;p26"/>
          <p:cNvSpPr txBox="1"/>
          <p:nvPr>
            <p:ph idx="2" type="subTitle"/>
          </p:nvPr>
        </p:nvSpPr>
        <p:spPr>
          <a:xfrm>
            <a:off x="1055970" y="2265775"/>
            <a:ext cx="2088900" cy="408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800"/>
              <a:t>Project Introduction</a:t>
            </a:r>
            <a:endParaRPr sz="1700"/>
          </a:p>
        </p:txBody>
      </p:sp>
      <p:sp>
        <p:nvSpPr>
          <p:cNvPr id="385" name="Google Shape;385;p26"/>
          <p:cNvSpPr txBox="1"/>
          <p:nvPr>
            <p:ph idx="4" type="subTitle"/>
          </p:nvPr>
        </p:nvSpPr>
        <p:spPr>
          <a:xfrm>
            <a:off x="1055980" y="3596800"/>
            <a:ext cx="2088900" cy="408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900"/>
              <a:t>Page Rank</a:t>
            </a:r>
            <a:endParaRPr sz="1900"/>
          </a:p>
        </p:txBody>
      </p:sp>
      <p:sp>
        <p:nvSpPr>
          <p:cNvPr id="386" name="Google Shape;386;p26"/>
          <p:cNvSpPr txBox="1"/>
          <p:nvPr>
            <p:ph idx="4294967295" type="title"/>
          </p:nvPr>
        </p:nvSpPr>
        <p:spPr>
          <a:xfrm>
            <a:off x="1401600" y="1607300"/>
            <a:ext cx="760200" cy="615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800">
                <a:solidFill>
                  <a:schemeClr val="lt2"/>
                </a:solidFill>
              </a:rPr>
              <a:t>01</a:t>
            </a:r>
            <a:endParaRPr sz="3800">
              <a:solidFill>
                <a:schemeClr val="lt2"/>
              </a:solidFill>
            </a:endParaRPr>
          </a:p>
        </p:txBody>
      </p:sp>
      <p:grpSp>
        <p:nvGrpSpPr>
          <p:cNvPr id="387" name="Google Shape;387;p26"/>
          <p:cNvGrpSpPr/>
          <p:nvPr/>
        </p:nvGrpSpPr>
        <p:grpSpPr>
          <a:xfrm>
            <a:off x="1056015" y="1828577"/>
            <a:ext cx="345645" cy="345645"/>
            <a:chOff x="1725758" y="1862700"/>
            <a:chExt cx="345645" cy="345645"/>
          </a:xfrm>
        </p:grpSpPr>
        <p:sp>
          <p:nvSpPr>
            <p:cNvPr id="388" name="Google Shape;388;p26"/>
            <p:cNvSpPr/>
            <p:nvPr/>
          </p:nvSpPr>
          <p:spPr>
            <a:xfrm>
              <a:off x="1776508" y="1913450"/>
              <a:ext cx="244177" cy="244149"/>
            </a:xfrm>
            <a:custGeom>
              <a:rect b="b" l="l" r="r" t="t"/>
              <a:pathLst>
                <a:path extrusionOk="0" h="8501" w="8502">
                  <a:moveTo>
                    <a:pt x="4249" y="470"/>
                  </a:moveTo>
                  <a:cubicBezTo>
                    <a:pt x="6335" y="470"/>
                    <a:pt x="8028" y="2166"/>
                    <a:pt x="8028" y="4252"/>
                  </a:cubicBezTo>
                  <a:cubicBezTo>
                    <a:pt x="8028" y="6335"/>
                    <a:pt x="6335" y="8031"/>
                    <a:pt x="4249" y="8031"/>
                  </a:cubicBezTo>
                  <a:cubicBezTo>
                    <a:pt x="2166" y="8031"/>
                    <a:pt x="470" y="6335"/>
                    <a:pt x="470" y="4252"/>
                  </a:cubicBezTo>
                  <a:cubicBezTo>
                    <a:pt x="470" y="2166"/>
                    <a:pt x="2166" y="470"/>
                    <a:pt x="4249" y="470"/>
                  </a:cubicBezTo>
                  <a:close/>
                  <a:moveTo>
                    <a:pt x="4249" y="0"/>
                  </a:moveTo>
                  <a:cubicBezTo>
                    <a:pt x="1906" y="0"/>
                    <a:pt x="0" y="1909"/>
                    <a:pt x="0" y="4252"/>
                  </a:cubicBezTo>
                  <a:cubicBezTo>
                    <a:pt x="0" y="6595"/>
                    <a:pt x="1906" y="8501"/>
                    <a:pt x="4249" y="8501"/>
                  </a:cubicBezTo>
                  <a:cubicBezTo>
                    <a:pt x="6592" y="8501"/>
                    <a:pt x="8501" y="6595"/>
                    <a:pt x="8501" y="4252"/>
                  </a:cubicBezTo>
                  <a:cubicBezTo>
                    <a:pt x="8498" y="1909"/>
                    <a:pt x="6592" y="0"/>
                    <a:pt x="4249" y="0"/>
                  </a:cubicBez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26"/>
            <p:cNvSpPr/>
            <p:nvPr/>
          </p:nvSpPr>
          <p:spPr>
            <a:xfrm>
              <a:off x="1725758" y="1862700"/>
              <a:ext cx="345645" cy="345645"/>
            </a:xfrm>
            <a:custGeom>
              <a:rect b="b" l="l" r="r" t="t"/>
              <a:pathLst>
                <a:path extrusionOk="0" h="12035" w="12035">
                  <a:moveTo>
                    <a:pt x="6911" y="470"/>
                  </a:moveTo>
                  <a:lnTo>
                    <a:pt x="6911" y="972"/>
                  </a:lnTo>
                  <a:cubicBezTo>
                    <a:pt x="6911" y="1085"/>
                    <a:pt x="6988" y="1179"/>
                    <a:pt x="7095" y="1203"/>
                  </a:cubicBezTo>
                  <a:cubicBezTo>
                    <a:pt x="7650" y="1327"/>
                    <a:pt x="8179" y="1545"/>
                    <a:pt x="8661" y="1853"/>
                  </a:cubicBezTo>
                  <a:cubicBezTo>
                    <a:pt x="8699" y="1877"/>
                    <a:pt x="8741" y="1889"/>
                    <a:pt x="8784" y="1889"/>
                  </a:cubicBezTo>
                  <a:cubicBezTo>
                    <a:pt x="8845" y="1889"/>
                    <a:pt x="8906" y="1865"/>
                    <a:pt x="8953" y="1820"/>
                  </a:cubicBezTo>
                  <a:lnTo>
                    <a:pt x="9308" y="1463"/>
                  </a:lnTo>
                  <a:lnTo>
                    <a:pt x="10572" y="2727"/>
                  </a:lnTo>
                  <a:lnTo>
                    <a:pt x="10215" y="3082"/>
                  </a:lnTo>
                  <a:cubicBezTo>
                    <a:pt x="10138" y="3162"/>
                    <a:pt x="10123" y="3283"/>
                    <a:pt x="10182" y="3374"/>
                  </a:cubicBezTo>
                  <a:cubicBezTo>
                    <a:pt x="10490" y="3856"/>
                    <a:pt x="10708" y="4385"/>
                    <a:pt x="10832" y="4940"/>
                  </a:cubicBezTo>
                  <a:cubicBezTo>
                    <a:pt x="10856" y="5047"/>
                    <a:pt x="10951" y="5124"/>
                    <a:pt x="11063" y="5124"/>
                  </a:cubicBezTo>
                  <a:lnTo>
                    <a:pt x="11565" y="5124"/>
                  </a:lnTo>
                  <a:lnTo>
                    <a:pt x="11565" y="6911"/>
                  </a:lnTo>
                  <a:lnTo>
                    <a:pt x="11060" y="6911"/>
                  </a:lnTo>
                  <a:cubicBezTo>
                    <a:pt x="10951" y="6911"/>
                    <a:pt x="10856" y="6988"/>
                    <a:pt x="10832" y="7094"/>
                  </a:cubicBezTo>
                  <a:cubicBezTo>
                    <a:pt x="10708" y="7653"/>
                    <a:pt x="10490" y="8179"/>
                    <a:pt x="10182" y="8660"/>
                  </a:cubicBezTo>
                  <a:cubicBezTo>
                    <a:pt x="10123" y="8752"/>
                    <a:pt x="10138" y="8876"/>
                    <a:pt x="10215" y="8953"/>
                  </a:cubicBezTo>
                  <a:lnTo>
                    <a:pt x="10572" y="9307"/>
                  </a:lnTo>
                  <a:lnTo>
                    <a:pt x="9308" y="10572"/>
                  </a:lnTo>
                  <a:lnTo>
                    <a:pt x="8953" y="10215"/>
                  </a:lnTo>
                  <a:cubicBezTo>
                    <a:pt x="8906" y="10170"/>
                    <a:pt x="8845" y="10146"/>
                    <a:pt x="8784" y="10146"/>
                  </a:cubicBezTo>
                  <a:cubicBezTo>
                    <a:pt x="8741" y="10146"/>
                    <a:pt x="8699" y="10158"/>
                    <a:pt x="8661" y="10182"/>
                  </a:cubicBezTo>
                  <a:cubicBezTo>
                    <a:pt x="8176" y="10489"/>
                    <a:pt x="7650" y="10708"/>
                    <a:pt x="7095" y="10832"/>
                  </a:cubicBezTo>
                  <a:cubicBezTo>
                    <a:pt x="6985" y="10856"/>
                    <a:pt x="6911" y="10950"/>
                    <a:pt x="6911" y="11063"/>
                  </a:cubicBezTo>
                  <a:lnTo>
                    <a:pt x="6911" y="11565"/>
                  </a:lnTo>
                  <a:lnTo>
                    <a:pt x="5124" y="11565"/>
                  </a:lnTo>
                  <a:lnTo>
                    <a:pt x="5124" y="11063"/>
                  </a:lnTo>
                  <a:cubicBezTo>
                    <a:pt x="5124" y="10950"/>
                    <a:pt x="5047" y="10856"/>
                    <a:pt x="4941" y="10832"/>
                  </a:cubicBezTo>
                  <a:cubicBezTo>
                    <a:pt x="4382" y="10708"/>
                    <a:pt x="3856" y="10489"/>
                    <a:pt x="3375" y="10182"/>
                  </a:cubicBezTo>
                  <a:cubicBezTo>
                    <a:pt x="3336" y="10158"/>
                    <a:pt x="3292" y="10146"/>
                    <a:pt x="3249" y="10146"/>
                  </a:cubicBezTo>
                  <a:cubicBezTo>
                    <a:pt x="3187" y="10146"/>
                    <a:pt x="3127" y="10170"/>
                    <a:pt x="3082" y="10215"/>
                  </a:cubicBezTo>
                  <a:lnTo>
                    <a:pt x="2728" y="10572"/>
                  </a:lnTo>
                  <a:lnTo>
                    <a:pt x="1463" y="9307"/>
                  </a:lnTo>
                  <a:lnTo>
                    <a:pt x="1820" y="8953"/>
                  </a:lnTo>
                  <a:cubicBezTo>
                    <a:pt x="1897" y="8873"/>
                    <a:pt x="1909" y="8752"/>
                    <a:pt x="1850" y="8660"/>
                  </a:cubicBezTo>
                  <a:cubicBezTo>
                    <a:pt x="1546" y="8179"/>
                    <a:pt x="1327" y="7653"/>
                    <a:pt x="1203" y="7094"/>
                  </a:cubicBezTo>
                  <a:cubicBezTo>
                    <a:pt x="1179" y="6988"/>
                    <a:pt x="1085" y="6911"/>
                    <a:pt x="972" y="6911"/>
                  </a:cubicBezTo>
                  <a:lnTo>
                    <a:pt x="470" y="6911"/>
                  </a:lnTo>
                  <a:lnTo>
                    <a:pt x="470" y="5124"/>
                  </a:lnTo>
                  <a:lnTo>
                    <a:pt x="972" y="5124"/>
                  </a:lnTo>
                  <a:cubicBezTo>
                    <a:pt x="1085" y="5124"/>
                    <a:pt x="1179" y="5047"/>
                    <a:pt x="1203" y="4940"/>
                  </a:cubicBezTo>
                  <a:cubicBezTo>
                    <a:pt x="1327" y="4385"/>
                    <a:pt x="1546" y="3856"/>
                    <a:pt x="1850" y="3374"/>
                  </a:cubicBezTo>
                  <a:cubicBezTo>
                    <a:pt x="1909" y="3283"/>
                    <a:pt x="1897" y="3162"/>
                    <a:pt x="1820" y="3082"/>
                  </a:cubicBezTo>
                  <a:lnTo>
                    <a:pt x="1463" y="2727"/>
                  </a:lnTo>
                  <a:lnTo>
                    <a:pt x="2728" y="1463"/>
                  </a:lnTo>
                  <a:lnTo>
                    <a:pt x="3082" y="1820"/>
                  </a:lnTo>
                  <a:cubicBezTo>
                    <a:pt x="3127" y="1865"/>
                    <a:pt x="3188" y="1889"/>
                    <a:pt x="3250" y="1889"/>
                  </a:cubicBezTo>
                  <a:cubicBezTo>
                    <a:pt x="3293" y="1889"/>
                    <a:pt x="3337" y="1877"/>
                    <a:pt x="3375" y="1853"/>
                  </a:cubicBezTo>
                  <a:cubicBezTo>
                    <a:pt x="3856" y="1545"/>
                    <a:pt x="4382" y="1327"/>
                    <a:pt x="4941" y="1203"/>
                  </a:cubicBezTo>
                  <a:cubicBezTo>
                    <a:pt x="5047" y="1179"/>
                    <a:pt x="5124" y="1085"/>
                    <a:pt x="5124" y="972"/>
                  </a:cubicBezTo>
                  <a:lnTo>
                    <a:pt x="5124" y="470"/>
                  </a:lnTo>
                  <a:close/>
                  <a:moveTo>
                    <a:pt x="4890" y="0"/>
                  </a:moveTo>
                  <a:cubicBezTo>
                    <a:pt x="4760" y="0"/>
                    <a:pt x="4654" y="107"/>
                    <a:pt x="4654" y="237"/>
                  </a:cubicBezTo>
                  <a:lnTo>
                    <a:pt x="4654" y="789"/>
                  </a:lnTo>
                  <a:cubicBezTo>
                    <a:pt x="4172" y="913"/>
                    <a:pt x="3714" y="1105"/>
                    <a:pt x="3286" y="1356"/>
                  </a:cubicBezTo>
                  <a:lnTo>
                    <a:pt x="2893" y="966"/>
                  </a:lnTo>
                  <a:cubicBezTo>
                    <a:pt x="2849" y="922"/>
                    <a:pt x="2790" y="895"/>
                    <a:pt x="2728" y="895"/>
                  </a:cubicBezTo>
                  <a:cubicBezTo>
                    <a:pt x="2666" y="895"/>
                    <a:pt x="2603" y="922"/>
                    <a:pt x="2562" y="966"/>
                  </a:cubicBezTo>
                  <a:lnTo>
                    <a:pt x="967" y="2562"/>
                  </a:lnTo>
                  <a:cubicBezTo>
                    <a:pt x="872" y="2654"/>
                    <a:pt x="872" y="2801"/>
                    <a:pt x="967" y="2893"/>
                  </a:cubicBezTo>
                  <a:lnTo>
                    <a:pt x="1357" y="3286"/>
                  </a:lnTo>
                  <a:cubicBezTo>
                    <a:pt x="1105" y="3714"/>
                    <a:pt x="913" y="4172"/>
                    <a:pt x="789" y="4654"/>
                  </a:cubicBezTo>
                  <a:lnTo>
                    <a:pt x="237" y="4654"/>
                  </a:lnTo>
                  <a:cubicBezTo>
                    <a:pt x="107" y="4654"/>
                    <a:pt x="0" y="4760"/>
                    <a:pt x="0" y="4890"/>
                  </a:cubicBezTo>
                  <a:lnTo>
                    <a:pt x="0" y="7145"/>
                  </a:lnTo>
                  <a:cubicBezTo>
                    <a:pt x="0" y="7275"/>
                    <a:pt x="107" y="7381"/>
                    <a:pt x="237" y="7381"/>
                  </a:cubicBezTo>
                  <a:lnTo>
                    <a:pt x="789" y="7381"/>
                  </a:lnTo>
                  <a:cubicBezTo>
                    <a:pt x="913" y="7863"/>
                    <a:pt x="1105" y="8321"/>
                    <a:pt x="1357" y="8749"/>
                  </a:cubicBezTo>
                  <a:lnTo>
                    <a:pt x="967" y="9142"/>
                  </a:lnTo>
                  <a:cubicBezTo>
                    <a:pt x="872" y="9234"/>
                    <a:pt x="872" y="9381"/>
                    <a:pt x="967" y="9473"/>
                  </a:cubicBezTo>
                  <a:lnTo>
                    <a:pt x="2562" y="11069"/>
                  </a:lnTo>
                  <a:cubicBezTo>
                    <a:pt x="2608" y="11116"/>
                    <a:pt x="2668" y="11139"/>
                    <a:pt x="2728" y="11139"/>
                  </a:cubicBezTo>
                  <a:cubicBezTo>
                    <a:pt x="2787" y="11139"/>
                    <a:pt x="2847" y="11116"/>
                    <a:pt x="2893" y="11069"/>
                  </a:cubicBezTo>
                  <a:lnTo>
                    <a:pt x="3286" y="10678"/>
                  </a:lnTo>
                  <a:cubicBezTo>
                    <a:pt x="3714" y="10930"/>
                    <a:pt x="4172" y="11122"/>
                    <a:pt x="4654" y="11246"/>
                  </a:cubicBezTo>
                  <a:lnTo>
                    <a:pt x="4654" y="11798"/>
                  </a:lnTo>
                  <a:cubicBezTo>
                    <a:pt x="4654" y="11928"/>
                    <a:pt x="4760" y="12035"/>
                    <a:pt x="4890" y="12035"/>
                  </a:cubicBezTo>
                  <a:lnTo>
                    <a:pt x="7145" y="12035"/>
                  </a:lnTo>
                  <a:cubicBezTo>
                    <a:pt x="7275" y="12035"/>
                    <a:pt x="7381" y="11928"/>
                    <a:pt x="7381" y="11798"/>
                  </a:cubicBezTo>
                  <a:lnTo>
                    <a:pt x="7381" y="11246"/>
                  </a:lnTo>
                  <a:cubicBezTo>
                    <a:pt x="7863" y="11122"/>
                    <a:pt x="8321" y="10930"/>
                    <a:pt x="8752" y="10678"/>
                  </a:cubicBezTo>
                  <a:lnTo>
                    <a:pt x="9142" y="11069"/>
                  </a:lnTo>
                  <a:cubicBezTo>
                    <a:pt x="9187" y="11113"/>
                    <a:pt x="9246" y="11139"/>
                    <a:pt x="9308" y="11139"/>
                  </a:cubicBezTo>
                  <a:cubicBezTo>
                    <a:pt x="9370" y="11139"/>
                    <a:pt x="9432" y="11113"/>
                    <a:pt x="9473" y="11069"/>
                  </a:cubicBezTo>
                  <a:lnTo>
                    <a:pt x="11072" y="9473"/>
                  </a:lnTo>
                  <a:cubicBezTo>
                    <a:pt x="11113" y="9432"/>
                    <a:pt x="11140" y="9370"/>
                    <a:pt x="11140" y="9307"/>
                  </a:cubicBezTo>
                  <a:cubicBezTo>
                    <a:pt x="11140" y="9245"/>
                    <a:pt x="11113" y="9186"/>
                    <a:pt x="11072" y="9142"/>
                  </a:cubicBezTo>
                  <a:lnTo>
                    <a:pt x="10679" y="8749"/>
                  </a:lnTo>
                  <a:cubicBezTo>
                    <a:pt x="10930" y="8321"/>
                    <a:pt x="11122" y="7863"/>
                    <a:pt x="11246" y="7381"/>
                  </a:cubicBezTo>
                  <a:lnTo>
                    <a:pt x="11799" y="7381"/>
                  </a:lnTo>
                  <a:cubicBezTo>
                    <a:pt x="11929" y="7381"/>
                    <a:pt x="12035" y="7275"/>
                    <a:pt x="12035" y="7145"/>
                  </a:cubicBezTo>
                  <a:lnTo>
                    <a:pt x="12035" y="4890"/>
                  </a:lnTo>
                  <a:cubicBezTo>
                    <a:pt x="12035" y="4760"/>
                    <a:pt x="11929" y="4654"/>
                    <a:pt x="11799" y="4654"/>
                  </a:cubicBezTo>
                  <a:lnTo>
                    <a:pt x="11246" y="4654"/>
                  </a:lnTo>
                  <a:cubicBezTo>
                    <a:pt x="11122" y="4172"/>
                    <a:pt x="10930" y="3714"/>
                    <a:pt x="10679" y="3286"/>
                  </a:cubicBezTo>
                  <a:lnTo>
                    <a:pt x="11072" y="2893"/>
                  </a:lnTo>
                  <a:cubicBezTo>
                    <a:pt x="11113" y="2849"/>
                    <a:pt x="11140" y="2789"/>
                    <a:pt x="11140" y="2727"/>
                  </a:cubicBezTo>
                  <a:cubicBezTo>
                    <a:pt x="11140" y="2665"/>
                    <a:pt x="11113" y="2603"/>
                    <a:pt x="11072" y="2562"/>
                  </a:cubicBezTo>
                  <a:lnTo>
                    <a:pt x="9473" y="966"/>
                  </a:lnTo>
                  <a:cubicBezTo>
                    <a:pt x="9432" y="922"/>
                    <a:pt x="9370" y="895"/>
                    <a:pt x="9308" y="895"/>
                  </a:cubicBezTo>
                  <a:cubicBezTo>
                    <a:pt x="9246" y="895"/>
                    <a:pt x="9187" y="922"/>
                    <a:pt x="9142" y="966"/>
                  </a:cubicBezTo>
                  <a:lnTo>
                    <a:pt x="8752" y="1356"/>
                  </a:lnTo>
                  <a:cubicBezTo>
                    <a:pt x="8321" y="1105"/>
                    <a:pt x="7863" y="913"/>
                    <a:pt x="7381" y="789"/>
                  </a:cubicBezTo>
                  <a:lnTo>
                    <a:pt x="7381" y="237"/>
                  </a:lnTo>
                  <a:cubicBezTo>
                    <a:pt x="7381" y="107"/>
                    <a:pt x="7275" y="0"/>
                    <a:pt x="7145" y="0"/>
                  </a:cubicBez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26"/>
            <p:cNvSpPr/>
            <p:nvPr/>
          </p:nvSpPr>
          <p:spPr>
            <a:xfrm>
              <a:off x="1823925" y="1947915"/>
              <a:ext cx="149315" cy="144433"/>
            </a:xfrm>
            <a:custGeom>
              <a:rect b="b" l="l" r="r" t="t"/>
              <a:pathLst>
                <a:path extrusionOk="0" h="5029" w="5199">
                  <a:moveTo>
                    <a:pt x="2598" y="505"/>
                  </a:moveTo>
                  <a:lnTo>
                    <a:pt x="4729" y="1669"/>
                  </a:lnTo>
                  <a:lnTo>
                    <a:pt x="4729" y="1911"/>
                  </a:lnTo>
                  <a:lnTo>
                    <a:pt x="471" y="1911"/>
                  </a:lnTo>
                  <a:lnTo>
                    <a:pt x="471" y="1669"/>
                  </a:lnTo>
                  <a:lnTo>
                    <a:pt x="2598" y="505"/>
                  </a:lnTo>
                  <a:close/>
                  <a:moveTo>
                    <a:pt x="1410" y="2384"/>
                  </a:moveTo>
                  <a:lnTo>
                    <a:pt x="1410" y="4562"/>
                  </a:lnTo>
                  <a:lnTo>
                    <a:pt x="926" y="4562"/>
                  </a:lnTo>
                  <a:lnTo>
                    <a:pt x="926" y="2384"/>
                  </a:lnTo>
                  <a:close/>
                  <a:moveTo>
                    <a:pt x="2365" y="2384"/>
                  </a:moveTo>
                  <a:lnTo>
                    <a:pt x="2365" y="4562"/>
                  </a:lnTo>
                  <a:lnTo>
                    <a:pt x="1880" y="4562"/>
                  </a:lnTo>
                  <a:lnTo>
                    <a:pt x="1880" y="2384"/>
                  </a:lnTo>
                  <a:close/>
                  <a:moveTo>
                    <a:pt x="3319" y="2384"/>
                  </a:moveTo>
                  <a:lnTo>
                    <a:pt x="3319" y="4562"/>
                  </a:lnTo>
                  <a:lnTo>
                    <a:pt x="2835" y="4562"/>
                  </a:lnTo>
                  <a:lnTo>
                    <a:pt x="2835" y="2384"/>
                  </a:lnTo>
                  <a:close/>
                  <a:moveTo>
                    <a:pt x="4274" y="2384"/>
                  </a:moveTo>
                  <a:lnTo>
                    <a:pt x="4274" y="4562"/>
                  </a:lnTo>
                  <a:lnTo>
                    <a:pt x="3789" y="4562"/>
                  </a:lnTo>
                  <a:lnTo>
                    <a:pt x="3789" y="2384"/>
                  </a:lnTo>
                  <a:close/>
                  <a:moveTo>
                    <a:pt x="2599" y="0"/>
                  </a:moveTo>
                  <a:cubicBezTo>
                    <a:pt x="2561" y="0"/>
                    <a:pt x="2521" y="10"/>
                    <a:pt x="2486" y="29"/>
                  </a:cubicBezTo>
                  <a:lnTo>
                    <a:pt x="122" y="1323"/>
                  </a:lnTo>
                  <a:cubicBezTo>
                    <a:pt x="45" y="1365"/>
                    <a:pt x="1" y="1442"/>
                    <a:pt x="1" y="1527"/>
                  </a:cubicBezTo>
                  <a:lnTo>
                    <a:pt x="1" y="2148"/>
                  </a:lnTo>
                  <a:cubicBezTo>
                    <a:pt x="1" y="2278"/>
                    <a:pt x="104" y="2381"/>
                    <a:pt x="234" y="2381"/>
                  </a:cubicBezTo>
                  <a:lnTo>
                    <a:pt x="453" y="2381"/>
                  </a:lnTo>
                  <a:lnTo>
                    <a:pt x="453" y="4559"/>
                  </a:lnTo>
                  <a:lnTo>
                    <a:pt x="234" y="4559"/>
                  </a:lnTo>
                  <a:cubicBezTo>
                    <a:pt x="104" y="4559"/>
                    <a:pt x="1" y="4665"/>
                    <a:pt x="1" y="4795"/>
                  </a:cubicBezTo>
                  <a:cubicBezTo>
                    <a:pt x="1" y="4925"/>
                    <a:pt x="104" y="5029"/>
                    <a:pt x="234" y="5029"/>
                  </a:cubicBezTo>
                  <a:lnTo>
                    <a:pt x="4962" y="5029"/>
                  </a:lnTo>
                  <a:cubicBezTo>
                    <a:pt x="5092" y="5029"/>
                    <a:pt x="5198" y="4925"/>
                    <a:pt x="5198" y="4795"/>
                  </a:cubicBezTo>
                  <a:cubicBezTo>
                    <a:pt x="5198" y="4665"/>
                    <a:pt x="5092" y="4559"/>
                    <a:pt x="4962" y="4559"/>
                  </a:cubicBezTo>
                  <a:lnTo>
                    <a:pt x="4743" y="4559"/>
                  </a:lnTo>
                  <a:lnTo>
                    <a:pt x="4743" y="2381"/>
                  </a:lnTo>
                  <a:lnTo>
                    <a:pt x="4962" y="2381"/>
                  </a:lnTo>
                  <a:cubicBezTo>
                    <a:pt x="5092" y="2381"/>
                    <a:pt x="5198" y="2278"/>
                    <a:pt x="5198" y="2148"/>
                  </a:cubicBezTo>
                  <a:lnTo>
                    <a:pt x="5198" y="1527"/>
                  </a:lnTo>
                  <a:cubicBezTo>
                    <a:pt x="5198" y="1442"/>
                    <a:pt x="5151" y="1365"/>
                    <a:pt x="5077" y="1323"/>
                  </a:cubicBezTo>
                  <a:lnTo>
                    <a:pt x="2710" y="29"/>
                  </a:lnTo>
                  <a:cubicBezTo>
                    <a:pt x="2676" y="10"/>
                    <a:pt x="2638" y="0"/>
                    <a:pt x="2599" y="0"/>
                  </a:cubicBez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1" name="Google Shape;391;p26"/>
          <p:cNvSpPr txBox="1"/>
          <p:nvPr>
            <p:ph idx="4294967295" type="title"/>
          </p:nvPr>
        </p:nvSpPr>
        <p:spPr>
          <a:xfrm>
            <a:off x="1401650" y="2938338"/>
            <a:ext cx="760200" cy="615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800">
                <a:solidFill>
                  <a:schemeClr val="lt2"/>
                </a:solidFill>
              </a:rPr>
              <a:t>04</a:t>
            </a:r>
            <a:endParaRPr sz="3800">
              <a:solidFill>
                <a:schemeClr val="lt2"/>
              </a:solidFill>
            </a:endParaRPr>
          </a:p>
        </p:txBody>
      </p:sp>
      <p:grpSp>
        <p:nvGrpSpPr>
          <p:cNvPr id="392" name="Google Shape;392;p26"/>
          <p:cNvGrpSpPr/>
          <p:nvPr/>
        </p:nvGrpSpPr>
        <p:grpSpPr>
          <a:xfrm>
            <a:off x="1055976" y="3159602"/>
            <a:ext cx="345674" cy="345645"/>
            <a:chOff x="960644" y="1862700"/>
            <a:chExt cx="345674" cy="345645"/>
          </a:xfrm>
        </p:grpSpPr>
        <p:sp>
          <p:nvSpPr>
            <p:cNvPr id="393" name="Google Shape;393;p26"/>
            <p:cNvSpPr/>
            <p:nvPr/>
          </p:nvSpPr>
          <p:spPr>
            <a:xfrm>
              <a:off x="960644" y="1862700"/>
              <a:ext cx="345674" cy="345645"/>
            </a:xfrm>
            <a:custGeom>
              <a:rect b="b" l="l" r="r" t="t"/>
              <a:pathLst>
                <a:path extrusionOk="0" h="12035" w="12036">
                  <a:moveTo>
                    <a:pt x="1673" y="473"/>
                  </a:moveTo>
                  <a:cubicBezTo>
                    <a:pt x="1915" y="473"/>
                    <a:pt x="2110" y="671"/>
                    <a:pt x="2110" y="913"/>
                  </a:cubicBezTo>
                  <a:lnTo>
                    <a:pt x="2110" y="1117"/>
                  </a:lnTo>
                  <a:cubicBezTo>
                    <a:pt x="2110" y="1359"/>
                    <a:pt x="1915" y="1554"/>
                    <a:pt x="1673" y="1554"/>
                  </a:cubicBezTo>
                  <a:cubicBezTo>
                    <a:pt x="1431" y="1554"/>
                    <a:pt x="1236" y="1359"/>
                    <a:pt x="1236" y="1117"/>
                  </a:cubicBezTo>
                  <a:lnTo>
                    <a:pt x="1236" y="913"/>
                  </a:lnTo>
                  <a:cubicBezTo>
                    <a:pt x="1236" y="671"/>
                    <a:pt x="1431" y="473"/>
                    <a:pt x="1673" y="473"/>
                  </a:cubicBezTo>
                  <a:close/>
                  <a:moveTo>
                    <a:pt x="10384" y="473"/>
                  </a:moveTo>
                  <a:cubicBezTo>
                    <a:pt x="10623" y="473"/>
                    <a:pt x="10821" y="671"/>
                    <a:pt x="10821" y="913"/>
                  </a:cubicBezTo>
                  <a:lnTo>
                    <a:pt x="10821" y="1117"/>
                  </a:lnTo>
                  <a:cubicBezTo>
                    <a:pt x="10821" y="1359"/>
                    <a:pt x="10623" y="1554"/>
                    <a:pt x="10384" y="1554"/>
                  </a:cubicBezTo>
                  <a:cubicBezTo>
                    <a:pt x="10141" y="1554"/>
                    <a:pt x="9943" y="1359"/>
                    <a:pt x="9943" y="1117"/>
                  </a:cubicBezTo>
                  <a:lnTo>
                    <a:pt x="9943" y="913"/>
                  </a:lnTo>
                  <a:cubicBezTo>
                    <a:pt x="9943" y="671"/>
                    <a:pt x="10141" y="473"/>
                    <a:pt x="10384" y="473"/>
                  </a:cubicBezTo>
                  <a:close/>
                  <a:moveTo>
                    <a:pt x="2385" y="2027"/>
                  </a:moveTo>
                  <a:cubicBezTo>
                    <a:pt x="2645" y="2027"/>
                    <a:pt x="2855" y="2237"/>
                    <a:pt x="2855" y="2497"/>
                  </a:cubicBezTo>
                  <a:lnTo>
                    <a:pt x="2855" y="3061"/>
                  </a:lnTo>
                  <a:lnTo>
                    <a:pt x="471" y="3061"/>
                  </a:lnTo>
                  <a:lnTo>
                    <a:pt x="471" y="2497"/>
                  </a:lnTo>
                  <a:cubicBezTo>
                    <a:pt x="471" y="2237"/>
                    <a:pt x="683" y="2027"/>
                    <a:pt x="943" y="2027"/>
                  </a:cubicBezTo>
                  <a:lnTo>
                    <a:pt x="1437" y="2027"/>
                  </a:lnTo>
                  <a:lnTo>
                    <a:pt x="1437" y="2077"/>
                  </a:lnTo>
                  <a:cubicBezTo>
                    <a:pt x="1437" y="2207"/>
                    <a:pt x="1543" y="2314"/>
                    <a:pt x="1673" y="2314"/>
                  </a:cubicBezTo>
                  <a:cubicBezTo>
                    <a:pt x="1803" y="2314"/>
                    <a:pt x="1907" y="2207"/>
                    <a:pt x="1907" y="2077"/>
                  </a:cubicBezTo>
                  <a:lnTo>
                    <a:pt x="1907" y="2027"/>
                  </a:lnTo>
                  <a:close/>
                  <a:moveTo>
                    <a:pt x="11093" y="2027"/>
                  </a:moveTo>
                  <a:cubicBezTo>
                    <a:pt x="11353" y="2027"/>
                    <a:pt x="11565" y="2237"/>
                    <a:pt x="11565" y="2497"/>
                  </a:cubicBezTo>
                  <a:lnTo>
                    <a:pt x="11565" y="3061"/>
                  </a:lnTo>
                  <a:lnTo>
                    <a:pt x="9178" y="3061"/>
                  </a:lnTo>
                  <a:lnTo>
                    <a:pt x="9178" y="2497"/>
                  </a:lnTo>
                  <a:cubicBezTo>
                    <a:pt x="9178" y="2237"/>
                    <a:pt x="9391" y="2027"/>
                    <a:pt x="9651" y="2027"/>
                  </a:cubicBezTo>
                  <a:lnTo>
                    <a:pt x="10147" y="2027"/>
                  </a:lnTo>
                  <a:lnTo>
                    <a:pt x="10147" y="2077"/>
                  </a:lnTo>
                  <a:cubicBezTo>
                    <a:pt x="10147" y="2207"/>
                    <a:pt x="10251" y="2314"/>
                    <a:pt x="10381" y="2314"/>
                  </a:cubicBezTo>
                  <a:cubicBezTo>
                    <a:pt x="10511" y="2314"/>
                    <a:pt x="10617" y="2207"/>
                    <a:pt x="10617" y="2077"/>
                  </a:cubicBezTo>
                  <a:lnTo>
                    <a:pt x="10617" y="2027"/>
                  </a:lnTo>
                  <a:close/>
                  <a:moveTo>
                    <a:pt x="1673" y="8980"/>
                  </a:moveTo>
                  <a:cubicBezTo>
                    <a:pt x="1915" y="8980"/>
                    <a:pt x="2110" y="9177"/>
                    <a:pt x="2110" y="9417"/>
                  </a:cubicBezTo>
                  <a:lnTo>
                    <a:pt x="2110" y="9624"/>
                  </a:lnTo>
                  <a:cubicBezTo>
                    <a:pt x="2110" y="9866"/>
                    <a:pt x="1915" y="10061"/>
                    <a:pt x="1673" y="10061"/>
                  </a:cubicBezTo>
                  <a:cubicBezTo>
                    <a:pt x="1431" y="10061"/>
                    <a:pt x="1236" y="9866"/>
                    <a:pt x="1236" y="9624"/>
                  </a:cubicBezTo>
                  <a:lnTo>
                    <a:pt x="1236" y="9417"/>
                  </a:lnTo>
                  <a:cubicBezTo>
                    <a:pt x="1236" y="9177"/>
                    <a:pt x="1431" y="8980"/>
                    <a:pt x="1673" y="8980"/>
                  </a:cubicBezTo>
                  <a:close/>
                  <a:moveTo>
                    <a:pt x="10384" y="8980"/>
                  </a:moveTo>
                  <a:cubicBezTo>
                    <a:pt x="10623" y="8980"/>
                    <a:pt x="10821" y="9177"/>
                    <a:pt x="10821" y="9417"/>
                  </a:cubicBezTo>
                  <a:lnTo>
                    <a:pt x="10821" y="9624"/>
                  </a:lnTo>
                  <a:cubicBezTo>
                    <a:pt x="10821" y="9866"/>
                    <a:pt x="10623" y="10061"/>
                    <a:pt x="10384" y="10061"/>
                  </a:cubicBezTo>
                  <a:cubicBezTo>
                    <a:pt x="10141" y="10061"/>
                    <a:pt x="9943" y="9866"/>
                    <a:pt x="9943" y="9624"/>
                  </a:cubicBezTo>
                  <a:lnTo>
                    <a:pt x="9943" y="9417"/>
                  </a:lnTo>
                  <a:cubicBezTo>
                    <a:pt x="9943" y="9177"/>
                    <a:pt x="10141" y="8980"/>
                    <a:pt x="10384" y="8980"/>
                  </a:cubicBezTo>
                  <a:close/>
                  <a:moveTo>
                    <a:pt x="2385" y="10531"/>
                  </a:moveTo>
                  <a:cubicBezTo>
                    <a:pt x="2645" y="10531"/>
                    <a:pt x="2855" y="10743"/>
                    <a:pt x="2855" y="11003"/>
                  </a:cubicBezTo>
                  <a:lnTo>
                    <a:pt x="2858" y="11565"/>
                  </a:lnTo>
                  <a:lnTo>
                    <a:pt x="471" y="11565"/>
                  </a:lnTo>
                  <a:lnTo>
                    <a:pt x="471" y="11003"/>
                  </a:lnTo>
                  <a:cubicBezTo>
                    <a:pt x="471" y="10743"/>
                    <a:pt x="683" y="10531"/>
                    <a:pt x="943" y="10531"/>
                  </a:cubicBezTo>
                  <a:lnTo>
                    <a:pt x="1437" y="10531"/>
                  </a:lnTo>
                  <a:lnTo>
                    <a:pt x="1437" y="10584"/>
                  </a:lnTo>
                  <a:cubicBezTo>
                    <a:pt x="1437" y="10714"/>
                    <a:pt x="1543" y="10820"/>
                    <a:pt x="1673" y="10820"/>
                  </a:cubicBezTo>
                  <a:cubicBezTo>
                    <a:pt x="1803" y="10820"/>
                    <a:pt x="1907" y="10714"/>
                    <a:pt x="1907" y="10584"/>
                  </a:cubicBezTo>
                  <a:lnTo>
                    <a:pt x="1907" y="10531"/>
                  </a:lnTo>
                  <a:close/>
                  <a:moveTo>
                    <a:pt x="6017" y="470"/>
                  </a:moveTo>
                  <a:cubicBezTo>
                    <a:pt x="7237" y="470"/>
                    <a:pt x="8410" y="866"/>
                    <a:pt x="9370" y="1599"/>
                  </a:cubicBezTo>
                  <a:cubicBezTo>
                    <a:pt x="8989" y="1717"/>
                    <a:pt x="8708" y="2074"/>
                    <a:pt x="8708" y="2497"/>
                  </a:cubicBezTo>
                  <a:lnTo>
                    <a:pt x="8708" y="3295"/>
                  </a:lnTo>
                  <a:cubicBezTo>
                    <a:pt x="8708" y="3425"/>
                    <a:pt x="8815" y="3531"/>
                    <a:pt x="8945" y="3531"/>
                  </a:cubicBezTo>
                  <a:lnTo>
                    <a:pt x="10977" y="3531"/>
                  </a:lnTo>
                  <a:cubicBezTo>
                    <a:pt x="11362" y="4296"/>
                    <a:pt x="11565" y="5153"/>
                    <a:pt x="11565" y="6019"/>
                  </a:cubicBezTo>
                  <a:cubicBezTo>
                    <a:pt x="11565" y="6947"/>
                    <a:pt x="11335" y="7857"/>
                    <a:pt x="10892" y="8666"/>
                  </a:cubicBezTo>
                  <a:cubicBezTo>
                    <a:pt x="10747" y="8569"/>
                    <a:pt x="10570" y="8510"/>
                    <a:pt x="10381" y="8510"/>
                  </a:cubicBezTo>
                  <a:cubicBezTo>
                    <a:pt x="9881" y="8510"/>
                    <a:pt x="9474" y="8917"/>
                    <a:pt x="9474" y="9417"/>
                  </a:cubicBezTo>
                  <a:lnTo>
                    <a:pt x="9474" y="9624"/>
                  </a:lnTo>
                  <a:cubicBezTo>
                    <a:pt x="9474" y="9783"/>
                    <a:pt x="9515" y="9934"/>
                    <a:pt x="9589" y="10064"/>
                  </a:cubicBezTo>
                  <a:cubicBezTo>
                    <a:pt x="9143" y="10093"/>
                    <a:pt x="8782" y="10430"/>
                    <a:pt x="8720" y="10865"/>
                  </a:cubicBezTo>
                  <a:cubicBezTo>
                    <a:pt x="7899" y="11323"/>
                    <a:pt x="6965" y="11565"/>
                    <a:pt x="6017" y="11565"/>
                  </a:cubicBezTo>
                  <a:cubicBezTo>
                    <a:pt x="5071" y="11565"/>
                    <a:pt x="4137" y="11323"/>
                    <a:pt x="3316" y="10865"/>
                  </a:cubicBezTo>
                  <a:cubicBezTo>
                    <a:pt x="3251" y="10436"/>
                    <a:pt x="2899" y="10102"/>
                    <a:pt x="2465" y="10064"/>
                  </a:cubicBezTo>
                  <a:cubicBezTo>
                    <a:pt x="2539" y="9934"/>
                    <a:pt x="2580" y="9783"/>
                    <a:pt x="2580" y="9624"/>
                  </a:cubicBezTo>
                  <a:lnTo>
                    <a:pt x="2580" y="9417"/>
                  </a:lnTo>
                  <a:cubicBezTo>
                    <a:pt x="2580" y="8917"/>
                    <a:pt x="2172" y="8510"/>
                    <a:pt x="1673" y="8510"/>
                  </a:cubicBezTo>
                  <a:cubicBezTo>
                    <a:pt x="1478" y="8510"/>
                    <a:pt x="1295" y="8572"/>
                    <a:pt x="1147" y="8678"/>
                  </a:cubicBezTo>
                  <a:cubicBezTo>
                    <a:pt x="704" y="7866"/>
                    <a:pt x="471" y="6953"/>
                    <a:pt x="471" y="6019"/>
                  </a:cubicBezTo>
                  <a:cubicBezTo>
                    <a:pt x="471" y="5153"/>
                    <a:pt x="674" y="4296"/>
                    <a:pt x="1059" y="3531"/>
                  </a:cubicBezTo>
                  <a:lnTo>
                    <a:pt x="3091" y="3531"/>
                  </a:lnTo>
                  <a:cubicBezTo>
                    <a:pt x="3221" y="3531"/>
                    <a:pt x="3328" y="3425"/>
                    <a:pt x="3328" y="3295"/>
                  </a:cubicBezTo>
                  <a:lnTo>
                    <a:pt x="3328" y="2497"/>
                  </a:lnTo>
                  <a:cubicBezTo>
                    <a:pt x="3328" y="2074"/>
                    <a:pt x="3047" y="1717"/>
                    <a:pt x="2666" y="1599"/>
                  </a:cubicBezTo>
                  <a:cubicBezTo>
                    <a:pt x="3626" y="866"/>
                    <a:pt x="4799" y="470"/>
                    <a:pt x="6017" y="470"/>
                  </a:cubicBezTo>
                  <a:close/>
                  <a:moveTo>
                    <a:pt x="11093" y="10531"/>
                  </a:moveTo>
                  <a:cubicBezTo>
                    <a:pt x="11353" y="10531"/>
                    <a:pt x="11565" y="10743"/>
                    <a:pt x="11565" y="11003"/>
                  </a:cubicBezTo>
                  <a:lnTo>
                    <a:pt x="11565" y="11565"/>
                  </a:lnTo>
                  <a:lnTo>
                    <a:pt x="9178" y="11565"/>
                  </a:lnTo>
                  <a:lnTo>
                    <a:pt x="9178" y="11003"/>
                  </a:lnTo>
                  <a:cubicBezTo>
                    <a:pt x="9178" y="10743"/>
                    <a:pt x="9391" y="10531"/>
                    <a:pt x="9651" y="10531"/>
                  </a:cubicBezTo>
                  <a:lnTo>
                    <a:pt x="10147" y="10531"/>
                  </a:lnTo>
                  <a:lnTo>
                    <a:pt x="10147" y="10584"/>
                  </a:lnTo>
                  <a:cubicBezTo>
                    <a:pt x="10147" y="10714"/>
                    <a:pt x="10251" y="10820"/>
                    <a:pt x="10381" y="10820"/>
                  </a:cubicBezTo>
                  <a:cubicBezTo>
                    <a:pt x="10511" y="10820"/>
                    <a:pt x="10617" y="10714"/>
                    <a:pt x="10617" y="10584"/>
                  </a:cubicBezTo>
                  <a:lnTo>
                    <a:pt x="10617" y="10531"/>
                  </a:lnTo>
                  <a:close/>
                  <a:moveTo>
                    <a:pt x="6017" y="0"/>
                  </a:moveTo>
                  <a:cubicBezTo>
                    <a:pt x="4778" y="0"/>
                    <a:pt x="3585" y="378"/>
                    <a:pt x="2580" y="1079"/>
                  </a:cubicBezTo>
                  <a:lnTo>
                    <a:pt x="2580" y="913"/>
                  </a:lnTo>
                  <a:cubicBezTo>
                    <a:pt x="2580" y="411"/>
                    <a:pt x="2172" y="3"/>
                    <a:pt x="1673" y="3"/>
                  </a:cubicBezTo>
                  <a:cubicBezTo>
                    <a:pt x="1171" y="3"/>
                    <a:pt x="763" y="411"/>
                    <a:pt x="763" y="913"/>
                  </a:cubicBezTo>
                  <a:lnTo>
                    <a:pt x="763" y="1117"/>
                  </a:lnTo>
                  <a:cubicBezTo>
                    <a:pt x="763" y="1277"/>
                    <a:pt x="807" y="1427"/>
                    <a:pt x="878" y="1557"/>
                  </a:cubicBezTo>
                  <a:cubicBezTo>
                    <a:pt x="388" y="1590"/>
                    <a:pt x="1" y="2001"/>
                    <a:pt x="1" y="2497"/>
                  </a:cubicBezTo>
                  <a:lnTo>
                    <a:pt x="1" y="3295"/>
                  </a:lnTo>
                  <a:cubicBezTo>
                    <a:pt x="1" y="3425"/>
                    <a:pt x="104" y="3531"/>
                    <a:pt x="234" y="3531"/>
                  </a:cubicBezTo>
                  <a:lnTo>
                    <a:pt x="536" y="3531"/>
                  </a:lnTo>
                  <a:cubicBezTo>
                    <a:pt x="184" y="4305"/>
                    <a:pt x="1" y="5159"/>
                    <a:pt x="1" y="6019"/>
                  </a:cubicBezTo>
                  <a:cubicBezTo>
                    <a:pt x="1" y="7097"/>
                    <a:pt x="287" y="8149"/>
                    <a:pt x="831" y="9074"/>
                  </a:cubicBezTo>
                  <a:cubicBezTo>
                    <a:pt x="790" y="9180"/>
                    <a:pt x="763" y="9296"/>
                    <a:pt x="763" y="9417"/>
                  </a:cubicBezTo>
                  <a:lnTo>
                    <a:pt x="763" y="9624"/>
                  </a:lnTo>
                  <a:cubicBezTo>
                    <a:pt x="763" y="9783"/>
                    <a:pt x="807" y="9934"/>
                    <a:pt x="878" y="10064"/>
                  </a:cubicBezTo>
                  <a:cubicBezTo>
                    <a:pt x="388" y="10096"/>
                    <a:pt x="1" y="10504"/>
                    <a:pt x="1" y="11003"/>
                  </a:cubicBezTo>
                  <a:lnTo>
                    <a:pt x="1" y="11801"/>
                  </a:lnTo>
                  <a:cubicBezTo>
                    <a:pt x="1" y="11931"/>
                    <a:pt x="104" y="12035"/>
                    <a:pt x="234" y="12035"/>
                  </a:cubicBezTo>
                  <a:lnTo>
                    <a:pt x="3091" y="12035"/>
                  </a:lnTo>
                  <a:cubicBezTo>
                    <a:pt x="3221" y="12035"/>
                    <a:pt x="3325" y="11931"/>
                    <a:pt x="3325" y="11801"/>
                  </a:cubicBezTo>
                  <a:lnTo>
                    <a:pt x="3325" y="11402"/>
                  </a:lnTo>
                  <a:cubicBezTo>
                    <a:pt x="4158" y="11816"/>
                    <a:pt x="5080" y="12035"/>
                    <a:pt x="6017" y="12035"/>
                  </a:cubicBezTo>
                  <a:cubicBezTo>
                    <a:pt x="6953" y="12035"/>
                    <a:pt x="7878" y="11816"/>
                    <a:pt x="8708" y="11402"/>
                  </a:cubicBezTo>
                  <a:lnTo>
                    <a:pt x="8708" y="11801"/>
                  </a:lnTo>
                  <a:cubicBezTo>
                    <a:pt x="8708" y="11931"/>
                    <a:pt x="8815" y="12035"/>
                    <a:pt x="8942" y="12035"/>
                  </a:cubicBezTo>
                  <a:lnTo>
                    <a:pt x="11799" y="12035"/>
                  </a:lnTo>
                  <a:cubicBezTo>
                    <a:pt x="11929" y="12035"/>
                    <a:pt x="12035" y="11928"/>
                    <a:pt x="12035" y="11801"/>
                  </a:cubicBezTo>
                  <a:lnTo>
                    <a:pt x="12035" y="11003"/>
                  </a:lnTo>
                  <a:cubicBezTo>
                    <a:pt x="12035" y="10510"/>
                    <a:pt x="11654" y="10105"/>
                    <a:pt x="11172" y="10064"/>
                  </a:cubicBezTo>
                  <a:cubicBezTo>
                    <a:pt x="11246" y="9934"/>
                    <a:pt x="11288" y="9783"/>
                    <a:pt x="11288" y="9624"/>
                  </a:cubicBezTo>
                  <a:lnTo>
                    <a:pt x="11288" y="9417"/>
                  </a:lnTo>
                  <a:cubicBezTo>
                    <a:pt x="11288" y="9290"/>
                    <a:pt x="11261" y="9166"/>
                    <a:pt x="11214" y="9053"/>
                  </a:cubicBezTo>
                  <a:cubicBezTo>
                    <a:pt x="11752" y="8137"/>
                    <a:pt x="12035" y="7089"/>
                    <a:pt x="12035" y="6019"/>
                  </a:cubicBezTo>
                  <a:cubicBezTo>
                    <a:pt x="12035" y="5159"/>
                    <a:pt x="11849" y="4305"/>
                    <a:pt x="11498" y="3531"/>
                  </a:cubicBezTo>
                  <a:lnTo>
                    <a:pt x="11799" y="3531"/>
                  </a:lnTo>
                  <a:cubicBezTo>
                    <a:pt x="11932" y="3531"/>
                    <a:pt x="12035" y="3425"/>
                    <a:pt x="12035" y="3295"/>
                  </a:cubicBezTo>
                  <a:lnTo>
                    <a:pt x="12035" y="2497"/>
                  </a:lnTo>
                  <a:cubicBezTo>
                    <a:pt x="12035" y="2006"/>
                    <a:pt x="11657" y="1602"/>
                    <a:pt x="11175" y="1560"/>
                  </a:cubicBezTo>
                  <a:cubicBezTo>
                    <a:pt x="11249" y="1427"/>
                    <a:pt x="11291" y="1277"/>
                    <a:pt x="11291" y="1117"/>
                  </a:cubicBezTo>
                  <a:lnTo>
                    <a:pt x="11291" y="913"/>
                  </a:lnTo>
                  <a:cubicBezTo>
                    <a:pt x="11291" y="411"/>
                    <a:pt x="10883" y="3"/>
                    <a:pt x="10381" y="3"/>
                  </a:cubicBezTo>
                  <a:cubicBezTo>
                    <a:pt x="9881" y="3"/>
                    <a:pt x="9474" y="411"/>
                    <a:pt x="9474" y="913"/>
                  </a:cubicBezTo>
                  <a:lnTo>
                    <a:pt x="9474" y="1090"/>
                  </a:lnTo>
                  <a:cubicBezTo>
                    <a:pt x="8466" y="384"/>
                    <a:pt x="7266" y="0"/>
                    <a:pt x="6017" y="0"/>
                  </a:cubicBez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26"/>
            <p:cNvSpPr/>
            <p:nvPr/>
          </p:nvSpPr>
          <p:spPr>
            <a:xfrm>
              <a:off x="1040344" y="1887716"/>
              <a:ext cx="186364" cy="233666"/>
            </a:xfrm>
            <a:custGeom>
              <a:rect b="b" l="l" r="r" t="t"/>
              <a:pathLst>
                <a:path extrusionOk="0" h="8136" w="6489">
                  <a:moveTo>
                    <a:pt x="4172" y="471"/>
                  </a:moveTo>
                  <a:lnTo>
                    <a:pt x="4172" y="958"/>
                  </a:lnTo>
                  <a:lnTo>
                    <a:pt x="3481" y="958"/>
                  </a:lnTo>
                  <a:lnTo>
                    <a:pt x="3481" y="471"/>
                  </a:lnTo>
                  <a:close/>
                  <a:moveTo>
                    <a:pt x="3247" y="1889"/>
                  </a:moveTo>
                  <a:cubicBezTo>
                    <a:pt x="3726" y="1889"/>
                    <a:pt x="4184" y="2040"/>
                    <a:pt x="4568" y="2329"/>
                  </a:cubicBezTo>
                  <a:cubicBezTo>
                    <a:pt x="4852" y="2545"/>
                    <a:pt x="5079" y="2828"/>
                    <a:pt x="5230" y="3148"/>
                  </a:cubicBezTo>
                  <a:lnTo>
                    <a:pt x="1262" y="3148"/>
                  </a:lnTo>
                  <a:cubicBezTo>
                    <a:pt x="1413" y="2828"/>
                    <a:pt x="1643" y="2545"/>
                    <a:pt x="1927" y="2329"/>
                  </a:cubicBezTo>
                  <a:cubicBezTo>
                    <a:pt x="2308" y="2040"/>
                    <a:pt x="2766" y="1889"/>
                    <a:pt x="3247" y="1889"/>
                  </a:cubicBezTo>
                  <a:close/>
                  <a:moveTo>
                    <a:pt x="6016" y="3617"/>
                  </a:moveTo>
                  <a:lnTo>
                    <a:pt x="6016" y="4087"/>
                  </a:lnTo>
                  <a:lnTo>
                    <a:pt x="470" y="4087"/>
                  </a:lnTo>
                  <a:lnTo>
                    <a:pt x="470" y="3617"/>
                  </a:lnTo>
                  <a:close/>
                  <a:moveTo>
                    <a:pt x="1794" y="4557"/>
                  </a:moveTo>
                  <a:lnTo>
                    <a:pt x="1794" y="6726"/>
                  </a:lnTo>
                  <a:lnTo>
                    <a:pt x="1049" y="6726"/>
                  </a:lnTo>
                  <a:lnTo>
                    <a:pt x="1049" y="4557"/>
                  </a:lnTo>
                  <a:close/>
                  <a:moveTo>
                    <a:pt x="3008" y="4557"/>
                  </a:moveTo>
                  <a:lnTo>
                    <a:pt x="3008" y="6726"/>
                  </a:lnTo>
                  <a:lnTo>
                    <a:pt x="2264" y="6726"/>
                  </a:lnTo>
                  <a:lnTo>
                    <a:pt x="2264" y="4557"/>
                  </a:lnTo>
                  <a:close/>
                  <a:moveTo>
                    <a:pt x="4222" y="4557"/>
                  </a:moveTo>
                  <a:lnTo>
                    <a:pt x="4222" y="6726"/>
                  </a:lnTo>
                  <a:lnTo>
                    <a:pt x="3478" y="6726"/>
                  </a:lnTo>
                  <a:lnTo>
                    <a:pt x="3478" y="4557"/>
                  </a:lnTo>
                  <a:close/>
                  <a:moveTo>
                    <a:pt x="5437" y="4557"/>
                  </a:moveTo>
                  <a:lnTo>
                    <a:pt x="5437" y="6726"/>
                  </a:lnTo>
                  <a:lnTo>
                    <a:pt x="4692" y="6726"/>
                  </a:lnTo>
                  <a:lnTo>
                    <a:pt x="4692" y="4557"/>
                  </a:lnTo>
                  <a:close/>
                  <a:moveTo>
                    <a:pt x="6010" y="7196"/>
                  </a:moveTo>
                  <a:lnTo>
                    <a:pt x="6010" y="7665"/>
                  </a:lnTo>
                  <a:lnTo>
                    <a:pt x="476" y="7665"/>
                  </a:lnTo>
                  <a:lnTo>
                    <a:pt x="476" y="7196"/>
                  </a:lnTo>
                  <a:close/>
                  <a:moveTo>
                    <a:pt x="3247" y="1"/>
                  </a:moveTo>
                  <a:cubicBezTo>
                    <a:pt x="3117" y="1"/>
                    <a:pt x="3011" y="104"/>
                    <a:pt x="3011" y="234"/>
                  </a:cubicBezTo>
                  <a:lnTo>
                    <a:pt x="3011" y="1428"/>
                  </a:lnTo>
                  <a:cubicBezTo>
                    <a:pt x="2515" y="1472"/>
                    <a:pt x="2045" y="1650"/>
                    <a:pt x="1643" y="1954"/>
                  </a:cubicBezTo>
                  <a:cubicBezTo>
                    <a:pt x="1241" y="2258"/>
                    <a:pt x="928" y="2678"/>
                    <a:pt x="754" y="3148"/>
                  </a:cubicBezTo>
                  <a:lnTo>
                    <a:pt x="234" y="3148"/>
                  </a:lnTo>
                  <a:cubicBezTo>
                    <a:pt x="107" y="3148"/>
                    <a:pt x="0" y="3251"/>
                    <a:pt x="0" y="3381"/>
                  </a:cubicBezTo>
                  <a:lnTo>
                    <a:pt x="0" y="4324"/>
                  </a:lnTo>
                  <a:cubicBezTo>
                    <a:pt x="0" y="4454"/>
                    <a:pt x="107" y="4557"/>
                    <a:pt x="234" y="4557"/>
                  </a:cubicBezTo>
                  <a:lnTo>
                    <a:pt x="579" y="4557"/>
                  </a:lnTo>
                  <a:lnTo>
                    <a:pt x="579" y="6726"/>
                  </a:lnTo>
                  <a:lnTo>
                    <a:pt x="242" y="6726"/>
                  </a:lnTo>
                  <a:cubicBezTo>
                    <a:pt x="112" y="6726"/>
                    <a:pt x="6" y="6832"/>
                    <a:pt x="6" y="6962"/>
                  </a:cubicBezTo>
                  <a:lnTo>
                    <a:pt x="6" y="7902"/>
                  </a:lnTo>
                  <a:cubicBezTo>
                    <a:pt x="6" y="8032"/>
                    <a:pt x="112" y="8135"/>
                    <a:pt x="242" y="8135"/>
                  </a:cubicBezTo>
                  <a:lnTo>
                    <a:pt x="6246" y="8135"/>
                  </a:lnTo>
                  <a:cubicBezTo>
                    <a:pt x="6376" y="8135"/>
                    <a:pt x="6480" y="8032"/>
                    <a:pt x="6480" y="7902"/>
                  </a:cubicBezTo>
                  <a:lnTo>
                    <a:pt x="6480" y="6962"/>
                  </a:lnTo>
                  <a:cubicBezTo>
                    <a:pt x="6480" y="6832"/>
                    <a:pt x="6376" y="6726"/>
                    <a:pt x="6246" y="6726"/>
                  </a:cubicBezTo>
                  <a:lnTo>
                    <a:pt x="5907" y="6726"/>
                  </a:lnTo>
                  <a:lnTo>
                    <a:pt x="5907" y="4557"/>
                  </a:lnTo>
                  <a:lnTo>
                    <a:pt x="6252" y="4557"/>
                  </a:lnTo>
                  <a:cubicBezTo>
                    <a:pt x="6382" y="4557"/>
                    <a:pt x="6489" y="4451"/>
                    <a:pt x="6489" y="4324"/>
                  </a:cubicBezTo>
                  <a:lnTo>
                    <a:pt x="6489" y="3381"/>
                  </a:lnTo>
                  <a:cubicBezTo>
                    <a:pt x="6486" y="3251"/>
                    <a:pt x="6382" y="3148"/>
                    <a:pt x="6252" y="3148"/>
                  </a:cubicBezTo>
                  <a:lnTo>
                    <a:pt x="5741" y="3148"/>
                  </a:lnTo>
                  <a:cubicBezTo>
                    <a:pt x="5564" y="2678"/>
                    <a:pt x="5254" y="2258"/>
                    <a:pt x="4849" y="1954"/>
                  </a:cubicBezTo>
                  <a:cubicBezTo>
                    <a:pt x="4450" y="1653"/>
                    <a:pt x="3983" y="1472"/>
                    <a:pt x="3490" y="1428"/>
                  </a:cubicBezTo>
                  <a:lnTo>
                    <a:pt x="4409" y="1428"/>
                  </a:lnTo>
                  <a:cubicBezTo>
                    <a:pt x="4536" y="1428"/>
                    <a:pt x="4642" y="1325"/>
                    <a:pt x="4642" y="1195"/>
                  </a:cubicBezTo>
                  <a:lnTo>
                    <a:pt x="4642" y="234"/>
                  </a:lnTo>
                  <a:cubicBezTo>
                    <a:pt x="4642" y="104"/>
                    <a:pt x="4536" y="1"/>
                    <a:pt x="4409" y="1"/>
                  </a:cubicBez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5" name="Google Shape;395;p26"/>
          <p:cNvSpPr txBox="1"/>
          <p:nvPr>
            <p:ph idx="15" type="subTitle"/>
          </p:nvPr>
        </p:nvSpPr>
        <p:spPr>
          <a:xfrm>
            <a:off x="3527568" y="2271410"/>
            <a:ext cx="2088900" cy="408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900"/>
              <a:t>Redis &amp; MongoDB</a:t>
            </a:r>
            <a:endParaRPr sz="1900"/>
          </a:p>
        </p:txBody>
      </p:sp>
      <p:grpSp>
        <p:nvGrpSpPr>
          <p:cNvPr id="396" name="Google Shape;396;p26"/>
          <p:cNvGrpSpPr/>
          <p:nvPr/>
        </p:nvGrpSpPr>
        <p:grpSpPr>
          <a:xfrm>
            <a:off x="3527528" y="1810954"/>
            <a:ext cx="345760" cy="345645"/>
            <a:chOff x="6317391" y="3552891"/>
            <a:chExt cx="345760" cy="345645"/>
          </a:xfrm>
        </p:grpSpPr>
        <p:sp>
          <p:nvSpPr>
            <p:cNvPr id="397" name="Google Shape;397;p26"/>
            <p:cNvSpPr/>
            <p:nvPr/>
          </p:nvSpPr>
          <p:spPr>
            <a:xfrm>
              <a:off x="6356508" y="3586581"/>
              <a:ext cx="208019" cy="32511"/>
            </a:xfrm>
            <a:custGeom>
              <a:rect b="b" l="l" r="r" t="t"/>
              <a:pathLst>
                <a:path extrusionOk="0" h="1132" w="7243">
                  <a:moveTo>
                    <a:pt x="96" y="0"/>
                  </a:moveTo>
                  <a:cubicBezTo>
                    <a:pt x="45" y="0"/>
                    <a:pt x="1" y="44"/>
                    <a:pt x="1" y="95"/>
                  </a:cubicBezTo>
                  <a:lnTo>
                    <a:pt x="1" y="1037"/>
                  </a:lnTo>
                  <a:cubicBezTo>
                    <a:pt x="1" y="1087"/>
                    <a:pt x="45" y="1132"/>
                    <a:pt x="96" y="1132"/>
                  </a:cubicBezTo>
                  <a:lnTo>
                    <a:pt x="7148" y="1132"/>
                  </a:lnTo>
                  <a:cubicBezTo>
                    <a:pt x="7202" y="1132"/>
                    <a:pt x="7243" y="1087"/>
                    <a:pt x="7243" y="1037"/>
                  </a:cubicBezTo>
                  <a:lnTo>
                    <a:pt x="7243" y="95"/>
                  </a:lnTo>
                  <a:cubicBezTo>
                    <a:pt x="7243" y="44"/>
                    <a:pt x="7202" y="0"/>
                    <a:pt x="7148" y="0"/>
                  </a:cubicBez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26"/>
            <p:cNvSpPr/>
            <p:nvPr/>
          </p:nvSpPr>
          <p:spPr>
            <a:xfrm>
              <a:off x="6317391" y="3552891"/>
              <a:ext cx="345760" cy="345645"/>
            </a:xfrm>
            <a:custGeom>
              <a:rect b="b" l="l" r="r" t="t"/>
              <a:pathLst>
                <a:path extrusionOk="0" h="12035" w="12039">
                  <a:moveTo>
                    <a:pt x="9497" y="470"/>
                  </a:moveTo>
                  <a:lnTo>
                    <a:pt x="9497" y="10767"/>
                  </a:lnTo>
                  <a:cubicBezTo>
                    <a:pt x="9497" y="11068"/>
                    <a:pt x="9604" y="11346"/>
                    <a:pt x="9781" y="11565"/>
                  </a:cubicBezTo>
                  <a:lnTo>
                    <a:pt x="1271" y="11565"/>
                  </a:lnTo>
                  <a:cubicBezTo>
                    <a:pt x="828" y="11565"/>
                    <a:pt x="471" y="11207"/>
                    <a:pt x="471" y="10767"/>
                  </a:cubicBezTo>
                  <a:lnTo>
                    <a:pt x="471" y="470"/>
                  </a:lnTo>
                  <a:close/>
                  <a:moveTo>
                    <a:pt x="11566" y="4556"/>
                  </a:moveTo>
                  <a:lnTo>
                    <a:pt x="11566" y="10767"/>
                  </a:lnTo>
                  <a:cubicBezTo>
                    <a:pt x="11566" y="11207"/>
                    <a:pt x="11208" y="11565"/>
                    <a:pt x="10768" y="11565"/>
                  </a:cubicBezTo>
                  <a:cubicBezTo>
                    <a:pt x="10325" y="11565"/>
                    <a:pt x="9967" y="11207"/>
                    <a:pt x="9967" y="10767"/>
                  </a:cubicBezTo>
                  <a:lnTo>
                    <a:pt x="9967" y="4556"/>
                  </a:lnTo>
                  <a:close/>
                  <a:moveTo>
                    <a:pt x="237" y="0"/>
                  </a:moveTo>
                  <a:cubicBezTo>
                    <a:pt x="107" y="0"/>
                    <a:pt x="1" y="103"/>
                    <a:pt x="1" y="233"/>
                  </a:cubicBezTo>
                  <a:lnTo>
                    <a:pt x="1" y="10767"/>
                  </a:lnTo>
                  <a:cubicBezTo>
                    <a:pt x="1" y="11464"/>
                    <a:pt x="571" y="12035"/>
                    <a:pt x="1271" y="12035"/>
                  </a:cubicBezTo>
                  <a:lnTo>
                    <a:pt x="10768" y="12035"/>
                  </a:lnTo>
                  <a:cubicBezTo>
                    <a:pt x="11468" y="12035"/>
                    <a:pt x="12038" y="11464"/>
                    <a:pt x="12038" y="10767"/>
                  </a:cubicBezTo>
                  <a:lnTo>
                    <a:pt x="12038" y="4320"/>
                  </a:lnTo>
                  <a:cubicBezTo>
                    <a:pt x="12035" y="4190"/>
                    <a:pt x="11932" y="4086"/>
                    <a:pt x="11802" y="4086"/>
                  </a:cubicBezTo>
                  <a:lnTo>
                    <a:pt x="9967" y="4086"/>
                  </a:lnTo>
                  <a:lnTo>
                    <a:pt x="9967" y="233"/>
                  </a:lnTo>
                  <a:cubicBezTo>
                    <a:pt x="9967" y="103"/>
                    <a:pt x="9864" y="0"/>
                    <a:pt x="9734" y="0"/>
                  </a:cubicBez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26"/>
            <p:cNvSpPr/>
            <p:nvPr/>
          </p:nvSpPr>
          <p:spPr>
            <a:xfrm>
              <a:off x="6350764" y="3811609"/>
              <a:ext cx="220483" cy="13527"/>
            </a:xfrm>
            <a:custGeom>
              <a:rect b="b" l="l" r="r" t="t"/>
              <a:pathLst>
                <a:path extrusionOk="0" h="471" w="7677">
                  <a:moveTo>
                    <a:pt x="233" y="1"/>
                  </a:moveTo>
                  <a:cubicBezTo>
                    <a:pt x="103" y="1"/>
                    <a:pt x="0" y="104"/>
                    <a:pt x="0" y="234"/>
                  </a:cubicBezTo>
                  <a:cubicBezTo>
                    <a:pt x="0" y="364"/>
                    <a:pt x="103" y="471"/>
                    <a:pt x="233" y="471"/>
                  </a:cubicBezTo>
                  <a:lnTo>
                    <a:pt x="7443" y="471"/>
                  </a:lnTo>
                  <a:cubicBezTo>
                    <a:pt x="7573" y="471"/>
                    <a:pt x="7676" y="364"/>
                    <a:pt x="7676" y="234"/>
                  </a:cubicBezTo>
                  <a:cubicBezTo>
                    <a:pt x="7676" y="104"/>
                    <a:pt x="7573" y="1"/>
                    <a:pt x="7443" y="1"/>
                  </a:cubicBez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26"/>
            <p:cNvSpPr/>
            <p:nvPr/>
          </p:nvSpPr>
          <p:spPr>
            <a:xfrm>
              <a:off x="6350764" y="3841335"/>
              <a:ext cx="220483" cy="13498"/>
            </a:xfrm>
            <a:custGeom>
              <a:rect b="b" l="l" r="r" t="t"/>
              <a:pathLst>
                <a:path extrusionOk="0" h="470" w="7677">
                  <a:moveTo>
                    <a:pt x="233" y="0"/>
                  </a:moveTo>
                  <a:cubicBezTo>
                    <a:pt x="103" y="0"/>
                    <a:pt x="0" y="103"/>
                    <a:pt x="0" y="233"/>
                  </a:cubicBezTo>
                  <a:cubicBezTo>
                    <a:pt x="0" y="363"/>
                    <a:pt x="103" y="470"/>
                    <a:pt x="233" y="470"/>
                  </a:cubicBezTo>
                  <a:lnTo>
                    <a:pt x="7443" y="470"/>
                  </a:lnTo>
                  <a:cubicBezTo>
                    <a:pt x="7573" y="470"/>
                    <a:pt x="7676" y="363"/>
                    <a:pt x="7676" y="233"/>
                  </a:cubicBezTo>
                  <a:cubicBezTo>
                    <a:pt x="7676" y="103"/>
                    <a:pt x="7573" y="0"/>
                    <a:pt x="7443" y="0"/>
                  </a:cubicBez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26"/>
            <p:cNvSpPr/>
            <p:nvPr/>
          </p:nvSpPr>
          <p:spPr>
            <a:xfrm>
              <a:off x="6521479" y="3739232"/>
              <a:ext cx="49772" cy="13527"/>
            </a:xfrm>
            <a:custGeom>
              <a:rect b="b" l="l" r="r" t="t"/>
              <a:pathLst>
                <a:path extrusionOk="0" h="471" w="1733">
                  <a:moveTo>
                    <a:pt x="234" y="1"/>
                  </a:moveTo>
                  <a:cubicBezTo>
                    <a:pt x="104" y="1"/>
                    <a:pt x="1" y="107"/>
                    <a:pt x="1" y="237"/>
                  </a:cubicBezTo>
                  <a:cubicBezTo>
                    <a:pt x="1" y="367"/>
                    <a:pt x="104" y="470"/>
                    <a:pt x="234" y="470"/>
                  </a:cubicBezTo>
                  <a:lnTo>
                    <a:pt x="1499" y="470"/>
                  </a:lnTo>
                  <a:cubicBezTo>
                    <a:pt x="1629" y="470"/>
                    <a:pt x="1732" y="367"/>
                    <a:pt x="1732" y="237"/>
                  </a:cubicBezTo>
                  <a:cubicBezTo>
                    <a:pt x="1732" y="107"/>
                    <a:pt x="1629" y="1"/>
                    <a:pt x="1499" y="1"/>
                  </a:cubicBez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26"/>
            <p:cNvSpPr/>
            <p:nvPr/>
          </p:nvSpPr>
          <p:spPr>
            <a:xfrm>
              <a:off x="6521479" y="3679924"/>
              <a:ext cx="49772" cy="13498"/>
            </a:xfrm>
            <a:custGeom>
              <a:rect b="b" l="l" r="r" t="t"/>
              <a:pathLst>
                <a:path extrusionOk="0" h="470" w="1733">
                  <a:moveTo>
                    <a:pt x="234" y="0"/>
                  </a:moveTo>
                  <a:cubicBezTo>
                    <a:pt x="104" y="0"/>
                    <a:pt x="1" y="104"/>
                    <a:pt x="1" y="234"/>
                  </a:cubicBezTo>
                  <a:cubicBezTo>
                    <a:pt x="1" y="364"/>
                    <a:pt x="104" y="470"/>
                    <a:pt x="234" y="470"/>
                  </a:cubicBezTo>
                  <a:lnTo>
                    <a:pt x="1499" y="470"/>
                  </a:lnTo>
                  <a:cubicBezTo>
                    <a:pt x="1629" y="470"/>
                    <a:pt x="1732" y="364"/>
                    <a:pt x="1732" y="234"/>
                  </a:cubicBezTo>
                  <a:cubicBezTo>
                    <a:pt x="1732" y="104"/>
                    <a:pt x="1629" y="0"/>
                    <a:pt x="1499" y="0"/>
                  </a:cubicBez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26"/>
            <p:cNvSpPr/>
            <p:nvPr/>
          </p:nvSpPr>
          <p:spPr>
            <a:xfrm>
              <a:off x="6521479" y="3768929"/>
              <a:ext cx="49772" cy="13527"/>
            </a:xfrm>
            <a:custGeom>
              <a:rect b="b" l="l" r="r" t="t"/>
              <a:pathLst>
                <a:path extrusionOk="0" h="471" w="1733">
                  <a:moveTo>
                    <a:pt x="234" y="1"/>
                  </a:moveTo>
                  <a:cubicBezTo>
                    <a:pt x="104" y="1"/>
                    <a:pt x="1" y="107"/>
                    <a:pt x="1" y="237"/>
                  </a:cubicBezTo>
                  <a:cubicBezTo>
                    <a:pt x="1" y="367"/>
                    <a:pt x="104" y="470"/>
                    <a:pt x="234" y="470"/>
                  </a:cubicBezTo>
                  <a:lnTo>
                    <a:pt x="1499" y="470"/>
                  </a:lnTo>
                  <a:cubicBezTo>
                    <a:pt x="1629" y="470"/>
                    <a:pt x="1732" y="367"/>
                    <a:pt x="1732" y="237"/>
                  </a:cubicBezTo>
                  <a:cubicBezTo>
                    <a:pt x="1732" y="107"/>
                    <a:pt x="1629" y="1"/>
                    <a:pt x="1499" y="1"/>
                  </a:cubicBez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26"/>
            <p:cNvSpPr/>
            <p:nvPr/>
          </p:nvSpPr>
          <p:spPr>
            <a:xfrm>
              <a:off x="6521479" y="3709535"/>
              <a:ext cx="49772" cy="13527"/>
            </a:xfrm>
            <a:custGeom>
              <a:rect b="b" l="l" r="r" t="t"/>
              <a:pathLst>
                <a:path extrusionOk="0" h="471" w="1733">
                  <a:moveTo>
                    <a:pt x="234" y="0"/>
                  </a:moveTo>
                  <a:cubicBezTo>
                    <a:pt x="104" y="0"/>
                    <a:pt x="1" y="107"/>
                    <a:pt x="1" y="237"/>
                  </a:cubicBezTo>
                  <a:cubicBezTo>
                    <a:pt x="1" y="367"/>
                    <a:pt x="104" y="470"/>
                    <a:pt x="234" y="470"/>
                  </a:cubicBezTo>
                  <a:lnTo>
                    <a:pt x="1499" y="470"/>
                  </a:lnTo>
                  <a:cubicBezTo>
                    <a:pt x="1629" y="470"/>
                    <a:pt x="1732" y="367"/>
                    <a:pt x="1732" y="237"/>
                  </a:cubicBezTo>
                  <a:cubicBezTo>
                    <a:pt x="1732" y="107"/>
                    <a:pt x="1629" y="0"/>
                    <a:pt x="1499" y="0"/>
                  </a:cubicBez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26"/>
            <p:cNvSpPr/>
            <p:nvPr/>
          </p:nvSpPr>
          <p:spPr>
            <a:xfrm>
              <a:off x="6521479" y="3650226"/>
              <a:ext cx="49772" cy="13498"/>
            </a:xfrm>
            <a:custGeom>
              <a:rect b="b" l="l" r="r" t="t"/>
              <a:pathLst>
                <a:path extrusionOk="0" h="470" w="1733">
                  <a:moveTo>
                    <a:pt x="234" y="0"/>
                  </a:moveTo>
                  <a:cubicBezTo>
                    <a:pt x="104" y="0"/>
                    <a:pt x="1" y="103"/>
                    <a:pt x="1" y="233"/>
                  </a:cubicBezTo>
                  <a:cubicBezTo>
                    <a:pt x="1" y="363"/>
                    <a:pt x="104" y="470"/>
                    <a:pt x="234" y="470"/>
                  </a:cubicBezTo>
                  <a:lnTo>
                    <a:pt x="1499" y="470"/>
                  </a:lnTo>
                  <a:cubicBezTo>
                    <a:pt x="1629" y="470"/>
                    <a:pt x="1732" y="363"/>
                    <a:pt x="1732" y="233"/>
                  </a:cubicBezTo>
                  <a:cubicBezTo>
                    <a:pt x="1732" y="103"/>
                    <a:pt x="1629" y="0"/>
                    <a:pt x="1499" y="0"/>
                  </a:cubicBez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26"/>
            <p:cNvSpPr/>
            <p:nvPr/>
          </p:nvSpPr>
          <p:spPr>
            <a:xfrm>
              <a:off x="6357025" y="3636239"/>
              <a:ext cx="141848" cy="146472"/>
            </a:xfrm>
            <a:custGeom>
              <a:rect b="b" l="l" r="r" t="t"/>
              <a:pathLst>
                <a:path extrusionOk="0" h="5100" w="4939">
                  <a:moveTo>
                    <a:pt x="1292" y="2100"/>
                  </a:moveTo>
                  <a:lnTo>
                    <a:pt x="1292" y="4160"/>
                  </a:lnTo>
                  <a:lnTo>
                    <a:pt x="822" y="4160"/>
                  </a:lnTo>
                  <a:lnTo>
                    <a:pt x="822" y="2100"/>
                  </a:lnTo>
                  <a:close/>
                  <a:moveTo>
                    <a:pt x="2234" y="2100"/>
                  </a:moveTo>
                  <a:lnTo>
                    <a:pt x="2234" y="4160"/>
                  </a:lnTo>
                  <a:lnTo>
                    <a:pt x="1762" y="4160"/>
                  </a:lnTo>
                  <a:lnTo>
                    <a:pt x="1762" y="2100"/>
                  </a:lnTo>
                  <a:close/>
                  <a:moveTo>
                    <a:pt x="3174" y="2100"/>
                  </a:moveTo>
                  <a:lnTo>
                    <a:pt x="3174" y="4160"/>
                  </a:lnTo>
                  <a:lnTo>
                    <a:pt x="2704" y="4160"/>
                  </a:lnTo>
                  <a:lnTo>
                    <a:pt x="2704" y="2100"/>
                  </a:lnTo>
                  <a:close/>
                  <a:moveTo>
                    <a:pt x="4114" y="2100"/>
                  </a:moveTo>
                  <a:lnTo>
                    <a:pt x="4114" y="4160"/>
                  </a:lnTo>
                  <a:lnTo>
                    <a:pt x="3644" y="4160"/>
                  </a:lnTo>
                  <a:lnTo>
                    <a:pt x="3644" y="2100"/>
                  </a:lnTo>
                  <a:close/>
                  <a:moveTo>
                    <a:pt x="2468" y="1"/>
                  </a:moveTo>
                  <a:cubicBezTo>
                    <a:pt x="2452" y="1"/>
                    <a:pt x="2435" y="5"/>
                    <a:pt x="2421" y="14"/>
                  </a:cubicBezTo>
                  <a:lnTo>
                    <a:pt x="45" y="1427"/>
                  </a:lnTo>
                  <a:cubicBezTo>
                    <a:pt x="18" y="1444"/>
                    <a:pt x="1" y="1474"/>
                    <a:pt x="1" y="1506"/>
                  </a:cubicBezTo>
                  <a:lnTo>
                    <a:pt x="1" y="2006"/>
                  </a:lnTo>
                  <a:cubicBezTo>
                    <a:pt x="1" y="2059"/>
                    <a:pt x="42" y="2100"/>
                    <a:pt x="95" y="2100"/>
                  </a:cubicBezTo>
                  <a:lnTo>
                    <a:pt x="352" y="2100"/>
                  </a:lnTo>
                  <a:lnTo>
                    <a:pt x="352" y="4160"/>
                  </a:lnTo>
                  <a:lnTo>
                    <a:pt x="95" y="4160"/>
                  </a:lnTo>
                  <a:cubicBezTo>
                    <a:pt x="42" y="4160"/>
                    <a:pt x="1" y="4201"/>
                    <a:pt x="1" y="4254"/>
                  </a:cubicBezTo>
                  <a:lnTo>
                    <a:pt x="1" y="5005"/>
                  </a:lnTo>
                  <a:cubicBezTo>
                    <a:pt x="1" y="5058"/>
                    <a:pt x="42" y="5099"/>
                    <a:pt x="95" y="5099"/>
                  </a:cubicBezTo>
                  <a:lnTo>
                    <a:pt x="4843" y="5099"/>
                  </a:lnTo>
                  <a:cubicBezTo>
                    <a:pt x="4894" y="5099"/>
                    <a:pt x="4938" y="5058"/>
                    <a:pt x="4938" y="5005"/>
                  </a:cubicBezTo>
                  <a:lnTo>
                    <a:pt x="4938" y="4254"/>
                  </a:lnTo>
                  <a:cubicBezTo>
                    <a:pt x="4938" y="4201"/>
                    <a:pt x="4894" y="4160"/>
                    <a:pt x="4843" y="4160"/>
                  </a:cubicBezTo>
                  <a:lnTo>
                    <a:pt x="4583" y="4160"/>
                  </a:lnTo>
                  <a:lnTo>
                    <a:pt x="4583" y="2100"/>
                  </a:lnTo>
                  <a:lnTo>
                    <a:pt x="4843" y="2100"/>
                  </a:lnTo>
                  <a:cubicBezTo>
                    <a:pt x="4894" y="2100"/>
                    <a:pt x="4935" y="2059"/>
                    <a:pt x="4935" y="2006"/>
                  </a:cubicBezTo>
                  <a:lnTo>
                    <a:pt x="4935" y="1506"/>
                  </a:lnTo>
                  <a:cubicBezTo>
                    <a:pt x="4935" y="1474"/>
                    <a:pt x="4920" y="1444"/>
                    <a:pt x="4891" y="1427"/>
                  </a:cubicBezTo>
                  <a:lnTo>
                    <a:pt x="2515" y="14"/>
                  </a:lnTo>
                  <a:cubicBezTo>
                    <a:pt x="2500" y="5"/>
                    <a:pt x="2484" y="1"/>
                    <a:pt x="2468" y="1"/>
                  </a:cubicBez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7" name="Google Shape;407;p26"/>
          <p:cNvSpPr txBox="1"/>
          <p:nvPr>
            <p:ph idx="6" type="subTitle"/>
          </p:nvPr>
        </p:nvSpPr>
        <p:spPr>
          <a:xfrm>
            <a:off x="5999125" y="3602435"/>
            <a:ext cx="2088900" cy="408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900"/>
              <a:t>Shortest Path</a:t>
            </a:r>
            <a:endParaRPr sz="1900"/>
          </a:p>
        </p:txBody>
      </p:sp>
      <p:sp>
        <p:nvSpPr>
          <p:cNvPr id="408" name="Google Shape;408;p26"/>
          <p:cNvSpPr txBox="1"/>
          <p:nvPr>
            <p:ph idx="4294967295" type="title"/>
          </p:nvPr>
        </p:nvSpPr>
        <p:spPr>
          <a:xfrm>
            <a:off x="3873288" y="1607325"/>
            <a:ext cx="760200" cy="615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800">
                <a:solidFill>
                  <a:schemeClr val="lt2"/>
                </a:solidFill>
              </a:rPr>
              <a:t>02</a:t>
            </a:r>
            <a:endParaRPr sz="3800">
              <a:solidFill>
                <a:schemeClr val="lt2"/>
              </a:solidFill>
            </a:endParaRPr>
          </a:p>
        </p:txBody>
      </p:sp>
      <p:sp>
        <p:nvSpPr>
          <p:cNvPr id="409" name="Google Shape;409;p26"/>
          <p:cNvSpPr txBox="1"/>
          <p:nvPr>
            <p:ph idx="8" type="subTitle"/>
          </p:nvPr>
        </p:nvSpPr>
        <p:spPr>
          <a:xfrm>
            <a:off x="5999125" y="2265775"/>
            <a:ext cx="2088900" cy="408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900"/>
              <a:t>Neo4j</a:t>
            </a:r>
            <a:endParaRPr sz="1900"/>
          </a:p>
        </p:txBody>
      </p:sp>
      <p:grpSp>
        <p:nvGrpSpPr>
          <p:cNvPr id="410" name="Google Shape;410;p26"/>
          <p:cNvGrpSpPr/>
          <p:nvPr/>
        </p:nvGrpSpPr>
        <p:grpSpPr>
          <a:xfrm>
            <a:off x="5999136" y="3141963"/>
            <a:ext cx="345674" cy="345654"/>
            <a:chOff x="7838773" y="1862700"/>
            <a:chExt cx="345674" cy="345654"/>
          </a:xfrm>
        </p:grpSpPr>
        <p:sp>
          <p:nvSpPr>
            <p:cNvPr id="411" name="Google Shape;411;p26"/>
            <p:cNvSpPr/>
            <p:nvPr/>
          </p:nvSpPr>
          <p:spPr>
            <a:xfrm>
              <a:off x="7857039" y="2071271"/>
              <a:ext cx="59422" cy="83116"/>
            </a:xfrm>
            <a:custGeom>
              <a:rect b="b" l="l" r="r" t="t"/>
              <a:pathLst>
                <a:path extrusionOk="0" h="2894" w="2069">
                  <a:moveTo>
                    <a:pt x="1599" y="471"/>
                  </a:moveTo>
                  <a:lnTo>
                    <a:pt x="1599" y="2424"/>
                  </a:lnTo>
                  <a:lnTo>
                    <a:pt x="470" y="2424"/>
                  </a:lnTo>
                  <a:lnTo>
                    <a:pt x="470" y="471"/>
                  </a:lnTo>
                  <a:close/>
                  <a:moveTo>
                    <a:pt x="234" y="1"/>
                  </a:moveTo>
                  <a:cubicBezTo>
                    <a:pt x="104" y="1"/>
                    <a:pt x="0" y="107"/>
                    <a:pt x="0" y="237"/>
                  </a:cubicBezTo>
                  <a:lnTo>
                    <a:pt x="0" y="2657"/>
                  </a:lnTo>
                  <a:cubicBezTo>
                    <a:pt x="0" y="2787"/>
                    <a:pt x="104" y="2893"/>
                    <a:pt x="234" y="2893"/>
                  </a:cubicBezTo>
                  <a:lnTo>
                    <a:pt x="1832" y="2893"/>
                  </a:lnTo>
                  <a:cubicBezTo>
                    <a:pt x="1962" y="2893"/>
                    <a:pt x="2068" y="2787"/>
                    <a:pt x="2068" y="2657"/>
                  </a:cubicBezTo>
                  <a:lnTo>
                    <a:pt x="2068" y="237"/>
                  </a:lnTo>
                  <a:cubicBezTo>
                    <a:pt x="2068" y="107"/>
                    <a:pt x="1962" y="1"/>
                    <a:pt x="1832" y="1"/>
                  </a:cubicBez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26"/>
            <p:cNvSpPr/>
            <p:nvPr/>
          </p:nvSpPr>
          <p:spPr>
            <a:xfrm>
              <a:off x="7940271" y="2006534"/>
              <a:ext cx="59422" cy="147851"/>
            </a:xfrm>
            <a:custGeom>
              <a:rect b="b" l="l" r="r" t="t"/>
              <a:pathLst>
                <a:path extrusionOk="0" h="5148" w="2069">
                  <a:moveTo>
                    <a:pt x="1599" y="470"/>
                  </a:moveTo>
                  <a:lnTo>
                    <a:pt x="1599" y="4678"/>
                  </a:lnTo>
                  <a:lnTo>
                    <a:pt x="471" y="4678"/>
                  </a:lnTo>
                  <a:lnTo>
                    <a:pt x="471" y="470"/>
                  </a:lnTo>
                  <a:close/>
                  <a:moveTo>
                    <a:pt x="234" y="0"/>
                  </a:moveTo>
                  <a:cubicBezTo>
                    <a:pt x="107" y="0"/>
                    <a:pt x="1" y="104"/>
                    <a:pt x="1" y="234"/>
                  </a:cubicBezTo>
                  <a:lnTo>
                    <a:pt x="1" y="4911"/>
                  </a:lnTo>
                  <a:cubicBezTo>
                    <a:pt x="1" y="5041"/>
                    <a:pt x="107" y="5147"/>
                    <a:pt x="234" y="5147"/>
                  </a:cubicBezTo>
                  <a:lnTo>
                    <a:pt x="1833" y="5147"/>
                  </a:lnTo>
                  <a:cubicBezTo>
                    <a:pt x="1963" y="5147"/>
                    <a:pt x="2069" y="5041"/>
                    <a:pt x="2069" y="4911"/>
                  </a:cubicBezTo>
                  <a:lnTo>
                    <a:pt x="2069" y="234"/>
                  </a:lnTo>
                  <a:cubicBezTo>
                    <a:pt x="2069" y="104"/>
                    <a:pt x="1963" y="0"/>
                    <a:pt x="1833" y="0"/>
                  </a:cubicBez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26"/>
            <p:cNvSpPr/>
            <p:nvPr/>
          </p:nvSpPr>
          <p:spPr>
            <a:xfrm>
              <a:off x="8023532" y="2041918"/>
              <a:ext cx="59422" cy="112468"/>
            </a:xfrm>
            <a:custGeom>
              <a:rect b="b" l="l" r="r" t="t"/>
              <a:pathLst>
                <a:path extrusionOk="0" h="3916" w="2069">
                  <a:moveTo>
                    <a:pt x="1599" y="470"/>
                  </a:moveTo>
                  <a:lnTo>
                    <a:pt x="1599" y="3446"/>
                  </a:lnTo>
                  <a:lnTo>
                    <a:pt x="470" y="3446"/>
                  </a:lnTo>
                  <a:lnTo>
                    <a:pt x="470" y="470"/>
                  </a:lnTo>
                  <a:close/>
                  <a:moveTo>
                    <a:pt x="237" y="1"/>
                  </a:moveTo>
                  <a:cubicBezTo>
                    <a:pt x="107" y="1"/>
                    <a:pt x="0" y="107"/>
                    <a:pt x="0" y="237"/>
                  </a:cubicBezTo>
                  <a:lnTo>
                    <a:pt x="0" y="3679"/>
                  </a:lnTo>
                  <a:cubicBezTo>
                    <a:pt x="0" y="3809"/>
                    <a:pt x="107" y="3915"/>
                    <a:pt x="237" y="3915"/>
                  </a:cubicBezTo>
                  <a:lnTo>
                    <a:pt x="1835" y="3915"/>
                  </a:lnTo>
                  <a:cubicBezTo>
                    <a:pt x="1962" y="3915"/>
                    <a:pt x="2069" y="3809"/>
                    <a:pt x="2069" y="3679"/>
                  </a:cubicBezTo>
                  <a:lnTo>
                    <a:pt x="2069" y="237"/>
                  </a:lnTo>
                  <a:cubicBezTo>
                    <a:pt x="2069" y="107"/>
                    <a:pt x="1962" y="1"/>
                    <a:pt x="1835" y="1"/>
                  </a:cubicBez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26"/>
            <p:cNvSpPr/>
            <p:nvPr/>
          </p:nvSpPr>
          <p:spPr>
            <a:xfrm>
              <a:off x="8106764" y="1966469"/>
              <a:ext cx="59450" cy="187915"/>
            </a:xfrm>
            <a:custGeom>
              <a:rect b="b" l="l" r="r" t="t"/>
              <a:pathLst>
                <a:path extrusionOk="0" h="6543" w="2070">
                  <a:moveTo>
                    <a:pt x="1599" y="471"/>
                  </a:moveTo>
                  <a:lnTo>
                    <a:pt x="1599" y="6073"/>
                  </a:lnTo>
                  <a:lnTo>
                    <a:pt x="471" y="6073"/>
                  </a:lnTo>
                  <a:lnTo>
                    <a:pt x="471" y="471"/>
                  </a:lnTo>
                  <a:close/>
                  <a:moveTo>
                    <a:pt x="237" y="1"/>
                  </a:moveTo>
                  <a:cubicBezTo>
                    <a:pt x="107" y="1"/>
                    <a:pt x="1" y="104"/>
                    <a:pt x="1" y="234"/>
                  </a:cubicBezTo>
                  <a:lnTo>
                    <a:pt x="1" y="6306"/>
                  </a:lnTo>
                  <a:cubicBezTo>
                    <a:pt x="1" y="6436"/>
                    <a:pt x="107" y="6542"/>
                    <a:pt x="237" y="6542"/>
                  </a:cubicBezTo>
                  <a:lnTo>
                    <a:pt x="1836" y="6542"/>
                  </a:lnTo>
                  <a:cubicBezTo>
                    <a:pt x="1966" y="6542"/>
                    <a:pt x="2069" y="6436"/>
                    <a:pt x="2069" y="6306"/>
                  </a:cubicBezTo>
                  <a:lnTo>
                    <a:pt x="2069" y="234"/>
                  </a:lnTo>
                  <a:cubicBezTo>
                    <a:pt x="2069" y="104"/>
                    <a:pt x="1966" y="1"/>
                    <a:pt x="1836" y="1"/>
                  </a:cubicBez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26"/>
            <p:cNvSpPr/>
            <p:nvPr/>
          </p:nvSpPr>
          <p:spPr>
            <a:xfrm>
              <a:off x="7861031" y="1862700"/>
              <a:ext cx="299664" cy="156151"/>
            </a:xfrm>
            <a:custGeom>
              <a:rect b="b" l="l" r="r" t="t"/>
              <a:pathLst>
                <a:path extrusionOk="0" h="5437" w="10434">
                  <a:moveTo>
                    <a:pt x="3794" y="1865"/>
                  </a:moveTo>
                  <a:cubicBezTo>
                    <a:pt x="4027" y="1865"/>
                    <a:pt x="4216" y="2054"/>
                    <a:pt x="4216" y="2287"/>
                  </a:cubicBezTo>
                  <a:cubicBezTo>
                    <a:pt x="4216" y="2521"/>
                    <a:pt x="4027" y="2710"/>
                    <a:pt x="3794" y="2710"/>
                  </a:cubicBezTo>
                  <a:cubicBezTo>
                    <a:pt x="3560" y="2710"/>
                    <a:pt x="3371" y="2521"/>
                    <a:pt x="3371" y="2287"/>
                  </a:cubicBezTo>
                  <a:cubicBezTo>
                    <a:pt x="3371" y="2054"/>
                    <a:pt x="3560" y="1865"/>
                    <a:pt x="3794" y="1865"/>
                  </a:cubicBezTo>
                  <a:close/>
                  <a:moveTo>
                    <a:pt x="6692" y="3097"/>
                  </a:moveTo>
                  <a:cubicBezTo>
                    <a:pt x="6811" y="3097"/>
                    <a:pt x="6920" y="3147"/>
                    <a:pt x="6997" y="3227"/>
                  </a:cubicBezTo>
                  <a:cubicBezTo>
                    <a:pt x="7000" y="3233"/>
                    <a:pt x="7003" y="3236"/>
                    <a:pt x="7009" y="3241"/>
                  </a:cubicBezTo>
                  <a:cubicBezTo>
                    <a:pt x="7012" y="3244"/>
                    <a:pt x="7012" y="3244"/>
                    <a:pt x="7015" y="3247"/>
                  </a:cubicBezTo>
                  <a:cubicBezTo>
                    <a:pt x="7077" y="3321"/>
                    <a:pt x="7115" y="3416"/>
                    <a:pt x="7115" y="3522"/>
                  </a:cubicBezTo>
                  <a:cubicBezTo>
                    <a:pt x="7115" y="3756"/>
                    <a:pt x="6926" y="3945"/>
                    <a:pt x="6692" y="3945"/>
                  </a:cubicBezTo>
                  <a:cubicBezTo>
                    <a:pt x="6459" y="3945"/>
                    <a:pt x="6270" y="3756"/>
                    <a:pt x="6270" y="3522"/>
                  </a:cubicBezTo>
                  <a:cubicBezTo>
                    <a:pt x="6270" y="3289"/>
                    <a:pt x="6459" y="3097"/>
                    <a:pt x="6692" y="3097"/>
                  </a:cubicBezTo>
                  <a:close/>
                  <a:moveTo>
                    <a:pt x="895" y="4122"/>
                  </a:moveTo>
                  <a:cubicBezTo>
                    <a:pt x="1129" y="4122"/>
                    <a:pt x="1318" y="4311"/>
                    <a:pt x="1318" y="4545"/>
                  </a:cubicBezTo>
                  <a:cubicBezTo>
                    <a:pt x="1318" y="4778"/>
                    <a:pt x="1129" y="4967"/>
                    <a:pt x="895" y="4967"/>
                  </a:cubicBezTo>
                  <a:cubicBezTo>
                    <a:pt x="662" y="4967"/>
                    <a:pt x="470" y="4778"/>
                    <a:pt x="470" y="4545"/>
                  </a:cubicBezTo>
                  <a:cubicBezTo>
                    <a:pt x="470" y="4311"/>
                    <a:pt x="662" y="4122"/>
                    <a:pt x="895" y="4122"/>
                  </a:cubicBezTo>
                  <a:close/>
                  <a:moveTo>
                    <a:pt x="9334" y="0"/>
                  </a:moveTo>
                  <a:cubicBezTo>
                    <a:pt x="9204" y="0"/>
                    <a:pt x="9101" y="107"/>
                    <a:pt x="9101" y="237"/>
                  </a:cubicBezTo>
                  <a:cubicBezTo>
                    <a:pt x="9101" y="367"/>
                    <a:pt x="9204" y="470"/>
                    <a:pt x="9334" y="470"/>
                  </a:cubicBezTo>
                  <a:lnTo>
                    <a:pt x="9612" y="470"/>
                  </a:lnTo>
                  <a:lnTo>
                    <a:pt x="7168" y="2766"/>
                  </a:lnTo>
                  <a:cubicBezTo>
                    <a:pt x="7029" y="2680"/>
                    <a:pt x="6867" y="2627"/>
                    <a:pt x="6692" y="2627"/>
                  </a:cubicBezTo>
                  <a:cubicBezTo>
                    <a:pt x="6409" y="2627"/>
                    <a:pt x="6155" y="2760"/>
                    <a:pt x="5992" y="2967"/>
                  </a:cubicBezTo>
                  <a:lnTo>
                    <a:pt x="4677" y="2408"/>
                  </a:lnTo>
                  <a:cubicBezTo>
                    <a:pt x="4683" y="2370"/>
                    <a:pt x="4686" y="2328"/>
                    <a:pt x="4686" y="2287"/>
                  </a:cubicBezTo>
                  <a:cubicBezTo>
                    <a:pt x="4686" y="1794"/>
                    <a:pt x="4284" y="1395"/>
                    <a:pt x="3794" y="1395"/>
                  </a:cubicBezTo>
                  <a:cubicBezTo>
                    <a:pt x="3300" y="1395"/>
                    <a:pt x="2899" y="1794"/>
                    <a:pt x="2899" y="2287"/>
                  </a:cubicBezTo>
                  <a:cubicBezTo>
                    <a:pt x="2899" y="2408"/>
                    <a:pt x="2925" y="2526"/>
                    <a:pt x="2970" y="2630"/>
                  </a:cubicBezTo>
                  <a:lnTo>
                    <a:pt x="1430" y="3829"/>
                  </a:lnTo>
                  <a:cubicBezTo>
                    <a:pt x="1279" y="3717"/>
                    <a:pt x="1093" y="3649"/>
                    <a:pt x="892" y="3649"/>
                  </a:cubicBezTo>
                  <a:cubicBezTo>
                    <a:pt x="402" y="3649"/>
                    <a:pt x="0" y="4051"/>
                    <a:pt x="0" y="4545"/>
                  </a:cubicBezTo>
                  <a:cubicBezTo>
                    <a:pt x="0" y="5038"/>
                    <a:pt x="402" y="5437"/>
                    <a:pt x="895" y="5437"/>
                  </a:cubicBezTo>
                  <a:cubicBezTo>
                    <a:pt x="1386" y="5437"/>
                    <a:pt x="1788" y="5038"/>
                    <a:pt x="1788" y="4545"/>
                  </a:cubicBezTo>
                  <a:cubicBezTo>
                    <a:pt x="1788" y="4423"/>
                    <a:pt x="1764" y="4305"/>
                    <a:pt x="1720" y="4199"/>
                  </a:cubicBezTo>
                  <a:lnTo>
                    <a:pt x="3259" y="3002"/>
                  </a:lnTo>
                  <a:cubicBezTo>
                    <a:pt x="3407" y="3114"/>
                    <a:pt x="3593" y="3179"/>
                    <a:pt x="3794" y="3179"/>
                  </a:cubicBezTo>
                  <a:cubicBezTo>
                    <a:pt x="4078" y="3179"/>
                    <a:pt x="4329" y="3046"/>
                    <a:pt x="4494" y="2840"/>
                  </a:cubicBezTo>
                  <a:lnTo>
                    <a:pt x="5809" y="3401"/>
                  </a:lnTo>
                  <a:cubicBezTo>
                    <a:pt x="5803" y="3439"/>
                    <a:pt x="5800" y="3481"/>
                    <a:pt x="5800" y="3522"/>
                  </a:cubicBezTo>
                  <a:cubicBezTo>
                    <a:pt x="5800" y="4013"/>
                    <a:pt x="6199" y="4415"/>
                    <a:pt x="6692" y="4415"/>
                  </a:cubicBezTo>
                  <a:cubicBezTo>
                    <a:pt x="7186" y="4415"/>
                    <a:pt x="7585" y="4013"/>
                    <a:pt x="7585" y="3522"/>
                  </a:cubicBezTo>
                  <a:cubicBezTo>
                    <a:pt x="7585" y="3374"/>
                    <a:pt x="7549" y="3236"/>
                    <a:pt x="7487" y="3114"/>
                  </a:cubicBezTo>
                  <a:lnTo>
                    <a:pt x="9963" y="786"/>
                  </a:lnTo>
                  <a:lnTo>
                    <a:pt x="9963" y="1099"/>
                  </a:lnTo>
                  <a:cubicBezTo>
                    <a:pt x="9963" y="1229"/>
                    <a:pt x="10070" y="1333"/>
                    <a:pt x="10197" y="1333"/>
                  </a:cubicBezTo>
                  <a:cubicBezTo>
                    <a:pt x="10327" y="1333"/>
                    <a:pt x="10433" y="1229"/>
                    <a:pt x="10433" y="1099"/>
                  </a:cubicBezTo>
                  <a:lnTo>
                    <a:pt x="10433" y="237"/>
                  </a:lnTo>
                  <a:cubicBezTo>
                    <a:pt x="10433" y="107"/>
                    <a:pt x="10327" y="0"/>
                    <a:pt x="10197" y="0"/>
                  </a:cubicBez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26"/>
            <p:cNvSpPr/>
            <p:nvPr/>
          </p:nvSpPr>
          <p:spPr>
            <a:xfrm>
              <a:off x="7838773" y="2167859"/>
              <a:ext cx="345674" cy="40495"/>
            </a:xfrm>
            <a:custGeom>
              <a:rect b="b" l="l" r="r" t="t"/>
              <a:pathLst>
                <a:path extrusionOk="0" h="1410" w="12036">
                  <a:moveTo>
                    <a:pt x="11566" y="470"/>
                  </a:moveTo>
                  <a:lnTo>
                    <a:pt x="11566" y="940"/>
                  </a:lnTo>
                  <a:lnTo>
                    <a:pt x="471" y="940"/>
                  </a:lnTo>
                  <a:lnTo>
                    <a:pt x="471" y="470"/>
                  </a:lnTo>
                  <a:close/>
                  <a:moveTo>
                    <a:pt x="234" y="0"/>
                  </a:moveTo>
                  <a:cubicBezTo>
                    <a:pt x="104" y="0"/>
                    <a:pt x="1" y="104"/>
                    <a:pt x="1" y="234"/>
                  </a:cubicBezTo>
                  <a:lnTo>
                    <a:pt x="1" y="1176"/>
                  </a:lnTo>
                  <a:cubicBezTo>
                    <a:pt x="1" y="1306"/>
                    <a:pt x="104" y="1410"/>
                    <a:pt x="234" y="1410"/>
                  </a:cubicBezTo>
                  <a:lnTo>
                    <a:pt x="11802" y="1410"/>
                  </a:lnTo>
                  <a:cubicBezTo>
                    <a:pt x="11929" y="1410"/>
                    <a:pt x="12035" y="1303"/>
                    <a:pt x="12035" y="1176"/>
                  </a:cubicBezTo>
                  <a:lnTo>
                    <a:pt x="12035" y="234"/>
                  </a:lnTo>
                  <a:cubicBezTo>
                    <a:pt x="12035" y="107"/>
                    <a:pt x="11932" y="0"/>
                    <a:pt x="11802" y="0"/>
                  </a:cubicBez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7" name="Google Shape;417;p26"/>
          <p:cNvSpPr txBox="1"/>
          <p:nvPr>
            <p:ph idx="4294967295" type="title"/>
          </p:nvPr>
        </p:nvSpPr>
        <p:spPr>
          <a:xfrm>
            <a:off x="6344800" y="2938338"/>
            <a:ext cx="760200" cy="615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800">
                <a:solidFill>
                  <a:schemeClr val="lt2"/>
                </a:solidFill>
              </a:rPr>
              <a:t>06</a:t>
            </a:r>
            <a:endParaRPr sz="3800">
              <a:solidFill>
                <a:schemeClr val="lt2"/>
              </a:solidFill>
            </a:endParaRPr>
          </a:p>
        </p:txBody>
      </p:sp>
      <p:grpSp>
        <p:nvGrpSpPr>
          <p:cNvPr id="418" name="Google Shape;418;p26"/>
          <p:cNvGrpSpPr/>
          <p:nvPr/>
        </p:nvGrpSpPr>
        <p:grpSpPr>
          <a:xfrm>
            <a:off x="5999123" y="1828563"/>
            <a:ext cx="345674" cy="345654"/>
            <a:chOff x="7838773" y="1862700"/>
            <a:chExt cx="345674" cy="345654"/>
          </a:xfrm>
        </p:grpSpPr>
        <p:sp>
          <p:nvSpPr>
            <p:cNvPr id="419" name="Google Shape;419;p26"/>
            <p:cNvSpPr/>
            <p:nvPr/>
          </p:nvSpPr>
          <p:spPr>
            <a:xfrm>
              <a:off x="7857039" y="2071271"/>
              <a:ext cx="59422" cy="83116"/>
            </a:xfrm>
            <a:custGeom>
              <a:rect b="b" l="l" r="r" t="t"/>
              <a:pathLst>
                <a:path extrusionOk="0" h="2894" w="2069">
                  <a:moveTo>
                    <a:pt x="1599" y="471"/>
                  </a:moveTo>
                  <a:lnTo>
                    <a:pt x="1599" y="2424"/>
                  </a:lnTo>
                  <a:lnTo>
                    <a:pt x="470" y="2424"/>
                  </a:lnTo>
                  <a:lnTo>
                    <a:pt x="470" y="471"/>
                  </a:lnTo>
                  <a:close/>
                  <a:moveTo>
                    <a:pt x="234" y="1"/>
                  </a:moveTo>
                  <a:cubicBezTo>
                    <a:pt x="104" y="1"/>
                    <a:pt x="0" y="107"/>
                    <a:pt x="0" y="237"/>
                  </a:cubicBezTo>
                  <a:lnTo>
                    <a:pt x="0" y="2657"/>
                  </a:lnTo>
                  <a:cubicBezTo>
                    <a:pt x="0" y="2787"/>
                    <a:pt x="104" y="2893"/>
                    <a:pt x="234" y="2893"/>
                  </a:cubicBezTo>
                  <a:lnTo>
                    <a:pt x="1832" y="2893"/>
                  </a:lnTo>
                  <a:cubicBezTo>
                    <a:pt x="1962" y="2893"/>
                    <a:pt x="2068" y="2787"/>
                    <a:pt x="2068" y="2657"/>
                  </a:cubicBezTo>
                  <a:lnTo>
                    <a:pt x="2068" y="237"/>
                  </a:lnTo>
                  <a:cubicBezTo>
                    <a:pt x="2068" y="107"/>
                    <a:pt x="1962" y="1"/>
                    <a:pt x="1832" y="1"/>
                  </a:cubicBez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26"/>
            <p:cNvSpPr/>
            <p:nvPr/>
          </p:nvSpPr>
          <p:spPr>
            <a:xfrm>
              <a:off x="7940271" y="2006534"/>
              <a:ext cx="59422" cy="147851"/>
            </a:xfrm>
            <a:custGeom>
              <a:rect b="b" l="l" r="r" t="t"/>
              <a:pathLst>
                <a:path extrusionOk="0" h="5148" w="2069">
                  <a:moveTo>
                    <a:pt x="1599" y="470"/>
                  </a:moveTo>
                  <a:lnTo>
                    <a:pt x="1599" y="4678"/>
                  </a:lnTo>
                  <a:lnTo>
                    <a:pt x="471" y="4678"/>
                  </a:lnTo>
                  <a:lnTo>
                    <a:pt x="471" y="470"/>
                  </a:lnTo>
                  <a:close/>
                  <a:moveTo>
                    <a:pt x="234" y="0"/>
                  </a:moveTo>
                  <a:cubicBezTo>
                    <a:pt x="107" y="0"/>
                    <a:pt x="1" y="104"/>
                    <a:pt x="1" y="234"/>
                  </a:cubicBezTo>
                  <a:lnTo>
                    <a:pt x="1" y="4911"/>
                  </a:lnTo>
                  <a:cubicBezTo>
                    <a:pt x="1" y="5041"/>
                    <a:pt x="107" y="5147"/>
                    <a:pt x="234" y="5147"/>
                  </a:cubicBezTo>
                  <a:lnTo>
                    <a:pt x="1833" y="5147"/>
                  </a:lnTo>
                  <a:cubicBezTo>
                    <a:pt x="1963" y="5147"/>
                    <a:pt x="2069" y="5041"/>
                    <a:pt x="2069" y="4911"/>
                  </a:cubicBezTo>
                  <a:lnTo>
                    <a:pt x="2069" y="234"/>
                  </a:lnTo>
                  <a:cubicBezTo>
                    <a:pt x="2069" y="104"/>
                    <a:pt x="1963" y="0"/>
                    <a:pt x="1833" y="0"/>
                  </a:cubicBez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26"/>
            <p:cNvSpPr/>
            <p:nvPr/>
          </p:nvSpPr>
          <p:spPr>
            <a:xfrm>
              <a:off x="8023532" y="2041918"/>
              <a:ext cx="59422" cy="112468"/>
            </a:xfrm>
            <a:custGeom>
              <a:rect b="b" l="l" r="r" t="t"/>
              <a:pathLst>
                <a:path extrusionOk="0" h="3916" w="2069">
                  <a:moveTo>
                    <a:pt x="1599" y="470"/>
                  </a:moveTo>
                  <a:lnTo>
                    <a:pt x="1599" y="3446"/>
                  </a:lnTo>
                  <a:lnTo>
                    <a:pt x="470" y="3446"/>
                  </a:lnTo>
                  <a:lnTo>
                    <a:pt x="470" y="470"/>
                  </a:lnTo>
                  <a:close/>
                  <a:moveTo>
                    <a:pt x="237" y="1"/>
                  </a:moveTo>
                  <a:cubicBezTo>
                    <a:pt x="107" y="1"/>
                    <a:pt x="0" y="107"/>
                    <a:pt x="0" y="237"/>
                  </a:cubicBezTo>
                  <a:lnTo>
                    <a:pt x="0" y="3679"/>
                  </a:lnTo>
                  <a:cubicBezTo>
                    <a:pt x="0" y="3809"/>
                    <a:pt x="107" y="3915"/>
                    <a:pt x="237" y="3915"/>
                  </a:cubicBezTo>
                  <a:lnTo>
                    <a:pt x="1835" y="3915"/>
                  </a:lnTo>
                  <a:cubicBezTo>
                    <a:pt x="1962" y="3915"/>
                    <a:pt x="2069" y="3809"/>
                    <a:pt x="2069" y="3679"/>
                  </a:cubicBezTo>
                  <a:lnTo>
                    <a:pt x="2069" y="237"/>
                  </a:lnTo>
                  <a:cubicBezTo>
                    <a:pt x="2069" y="107"/>
                    <a:pt x="1962" y="1"/>
                    <a:pt x="1835" y="1"/>
                  </a:cubicBez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26"/>
            <p:cNvSpPr/>
            <p:nvPr/>
          </p:nvSpPr>
          <p:spPr>
            <a:xfrm>
              <a:off x="8106764" y="1966469"/>
              <a:ext cx="59450" cy="187915"/>
            </a:xfrm>
            <a:custGeom>
              <a:rect b="b" l="l" r="r" t="t"/>
              <a:pathLst>
                <a:path extrusionOk="0" h="6543" w="2070">
                  <a:moveTo>
                    <a:pt x="1599" y="471"/>
                  </a:moveTo>
                  <a:lnTo>
                    <a:pt x="1599" y="6073"/>
                  </a:lnTo>
                  <a:lnTo>
                    <a:pt x="471" y="6073"/>
                  </a:lnTo>
                  <a:lnTo>
                    <a:pt x="471" y="471"/>
                  </a:lnTo>
                  <a:close/>
                  <a:moveTo>
                    <a:pt x="237" y="1"/>
                  </a:moveTo>
                  <a:cubicBezTo>
                    <a:pt x="107" y="1"/>
                    <a:pt x="1" y="104"/>
                    <a:pt x="1" y="234"/>
                  </a:cubicBezTo>
                  <a:lnTo>
                    <a:pt x="1" y="6306"/>
                  </a:lnTo>
                  <a:cubicBezTo>
                    <a:pt x="1" y="6436"/>
                    <a:pt x="107" y="6542"/>
                    <a:pt x="237" y="6542"/>
                  </a:cubicBezTo>
                  <a:lnTo>
                    <a:pt x="1836" y="6542"/>
                  </a:lnTo>
                  <a:cubicBezTo>
                    <a:pt x="1966" y="6542"/>
                    <a:pt x="2069" y="6436"/>
                    <a:pt x="2069" y="6306"/>
                  </a:cubicBezTo>
                  <a:lnTo>
                    <a:pt x="2069" y="234"/>
                  </a:lnTo>
                  <a:cubicBezTo>
                    <a:pt x="2069" y="104"/>
                    <a:pt x="1966" y="1"/>
                    <a:pt x="1836" y="1"/>
                  </a:cubicBez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26"/>
            <p:cNvSpPr/>
            <p:nvPr/>
          </p:nvSpPr>
          <p:spPr>
            <a:xfrm>
              <a:off x="7861031" y="1862700"/>
              <a:ext cx="299664" cy="156151"/>
            </a:xfrm>
            <a:custGeom>
              <a:rect b="b" l="l" r="r" t="t"/>
              <a:pathLst>
                <a:path extrusionOk="0" h="5437" w="10434">
                  <a:moveTo>
                    <a:pt x="3794" y="1865"/>
                  </a:moveTo>
                  <a:cubicBezTo>
                    <a:pt x="4027" y="1865"/>
                    <a:pt x="4216" y="2054"/>
                    <a:pt x="4216" y="2287"/>
                  </a:cubicBezTo>
                  <a:cubicBezTo>
                    <a:pt x="4216" y="2521"/>
                    <a:pt x="4027" y="2710"/>
                    <a:pt x="3794" y="2710"/>
                  </a:cubicBezTo>
                  <a:cubicBezTo>
                    <a:pt x="3560" y="2710"/>
                    <a:pt x="3371" y="2521"/>
                    <a:pt x="3371" y="2287"/>
                  </a:cubicBezTo>
                  <a:cubicBezTo>
                    <a:pt x="3371" y="2054"/>
                    <a:pt x="3560" y="1865"/>
                    <a:pt x="3794" y="1865"/>
                  </a:cubicBezTo>
                  <a:close/>
                  <a:moveTo>
                    <a:pt x="6692" y="3097"/>
                  </a:moveTo>
                  <a:cubicBezTo>
                    <a:pt x="6811" y="3097"/>
                    <a:pt x="6920" y="3147"/>
                    <a:pt x="6997" y="3227"/>
                  </a:cubicBezTo>
                  <a:cubicBezTo>
                    <a:pt x="7000" y="3233"/>
                    <a:pt x="7003" y="3236"/>
                    <a:pt x="7009" y="3241"/>
                  </a:cubicBezTo>
                  <a:cubicBezTo>
                    <a:pt x="7012" y="3244"/>
                    <a:pt x="7012" y="3244"/>
                    <a:pt x="7015" y="3247"/>
                  </a:cubicBezTo>
                  <a:cubicBezTo>
                    <a:pt x="7077" y="3321"/>
                    <a:pt x="7115" y="3416"/>
                    <a:pt x="7115" y="3522"/>
                  </a:cubicBezTo>
                  <a:cubicBezTo>
                    <a:pt x="7115" y="3756"/>
                    <a:pt x="6926" y="3945"/>
                    <a:pt x="6692" y="3945"/>
                  </a:cubicBezTo>
                  <a:cubicBezTo>
                    <a:pt x="6459" y="3945"/>
                    <a:pt x="6270" y="3756"/>
                    <a:pt x="6270" y="3522"/>
                  </a:cubicBezTo>
                  <a:cubicBezTo>
                    <a:pt x="6270" y="3289"/>
                    <a:pt x="6459" y="3097"/>
                    <a:pt x="6692" y="3097"/>
                  </a:cubicBezTo>
                  <a:close/>
                  <a:moveTo>
                    <a:pt x="895" y="4122"/>
                  </a:moveTo>
                  <a:cubicBezTo>
                    <a:pt x="1129" y="4122"/>
                    <a:pt x="1318" y="4311"/>
                    <a:pt x="1318" y="4545"/>
                  </a:cubicBezTo>
                  <a:cubicBezTo>
                    <a:pt x="1318" y="4778"/>
                    <a:pt x="1129" y="4967"/>
                    <a:pt x="895" y="4967"/>
                  </a:cubicBezTo>
                  <a:cubicBezTo>
                    <a:pt x="662" y="4967"/>
                    <a:pt x="470" y="4778"/>
                    <a:pt x="470" y="4545"/>
                  </a:cubicBezTo>
                  <a:cubicBezTo>
                    <a:pt x="470" y="4311"/>
                    <a:pt x="662" y="4122"/>
                    <a:pt x="895" y="4122"/>
                  </a:cubicBezTo>
                  <a:close/>
                  <a:moveTo>
                    <a:pt x="9334" y="0"/>
                  </a:moveTo>
                  <a:cubicBezTo>
                    <a:pt x="9204" y="0"/>
                    <a:pt x="9101" y="107"/>
                    <a:pt x="9101" y="237"/>
                  </a:cubicBezTo>
                  <a:cubicBezTo>
                    <a:pt x="9101" y="367"/>
                    <a:pt x="9204" y="470"/>
                    <a:pt x="9334" y="470"/>
                  </a:cubicBezTo>
                  <a:lnTo>
                    <a:pt x="9612" y="470"/>
                  </a:lnTo>
                  <a:lnTo>
                    <a:pt x="7168" y="2766"/>
                  </a:lnTo>
                  <a:cubicBezTo>
                    <a:pt x="7029" y="2680"/>
                    <a:pt x="6867" y="2627"/>
                    <a:pt x="6692" y="2627"/>
                  </a:cubicBezTo>
                  <a:cubicBezTo>
                    <a:pt x="6409" y="2627"/>
                    <a:pt x="6155" y="2760"/>
                    <a:pt x="5992" y="2967"/>
                  </a:cubicBezTo>
                  <a:lnTo>
                    <a:pt x="4677" y="2408"/>
                  </a:lnTo>
                  <a:cubicBezTo>
                    <a:pt x="4683" y="2370"/>
                    <a:pt x="4686" y="2328"/>
                    <a:pt x="4686" y="2287"/>
                  </a:cubicBezTo>
                  <a:cubicBezTo>
                    <a:pt x="4686" y="1794"/>
                    <a:pt x="4284" y="1395"/>
                    <a:pt x="3794" y="1395"/>
                  </a:cubicBezTo>
                  <a:cubicBezTo>
                    <a:pt x="3300" y="1395"/>
                    <a:pt x="2899" y="1794"/>
                    <a:pt x="2899" y="2287"/>
                  </a:cubicBezTo>
                  <a:cubicBezTo>
                    <a:pt x="2899" y="2408"/>
                    <a:pt x="2925" y="2526"/>
                    <a:pt x="2970" y="2630"/>
                  </a:cubicBezTo>
                  <a:lnTo>
                    <a:pt x="1430" y="3829"/>
                  </a:lnTo>
                  <a:cubicBezTo>
                    <a:pt x="1279" y="3717"/>
                    <a:pt x="1093" y="3649"/>
                    <a:pt x="892" y="3649"/>
                  </a:cubicBezTo>
                  <a:cubicBezTo>
                    <a:pt x="402" y="3649"/>
                    <a:pt x="0" y="4051"/>
                    <a:pt x="0" y="4545"/>
                  </a:cubicBezTo>
                  <a:cubicBezTo>
                    <a:pt x="0" y="5038"/>
                    <a:pt x="402" y="5437"/>
                    <a:pt x="895" y="5437"/>
                  </a:cubicBezTo>
                  <a:cubicBezTo>
                    <a:pt x="1386" y="5437"/>
                    <a:pt x="1788" y="5038"/>
                    <a:pt x="1788" y="4545"/>
                  </a:cubicBezTo>
                  <a:cubicBezTo>
                    <a:pt x="1788" y="4423"/>
                    <a:pt x="1764" y="4305"/>
                    <a:pt x="1720" y="4199"/>
                  </a:cubicBezTo>
                  <a:lnTo>
                    <a:pt x="3259" y="3002"/>
                  </a:lnTo>
                  <a:cubicBezTo>
                    <a:pt x="3407" y="3114"/>
                    <a:pt x="3593" y="3179"/>
                    <a:pt x="3794" y="3179"/>
                  </a:cubicBezTo>
                  <a:cubicBezTo>
                    <a:pt x="4078" y="3179"/>
                    <a:pt x="4329" y="3046"/>
                    <a:pt x="4494" y="2840"/>
                  </a:cubicBezTo>
                  <a:lnTo>
                    <a:pt x="5809" y="3401"/>
                  </a:lnTo>
                  <a:cubicBezTo>
                    <a:pt x="5803" y="3439"/>
                    <a:pt x="5800" y="3481"/>
                    <a:pt x="5800" y="3522"/>
                  </a:cubicBezTo>
                  <a:cubicBezTo>
                    <a:pt x="5800" y="4013"/>
                    <a:pt x="6199" y="4415"/>
                    <a:pt x="6692" y="4415"/>
                  </a:cubicBezTo>
                  <a:cubicBezTo>
                    <a:pt x="7186" y="4415"/>
                    <a:pt x="7585" y="4013"/>
                    <a:pt x="7585" y="3522"/>
                  </a:cubicBezTo>
                  <a:cubicBezTo>
                    <a:pt x="7585" y="3374"/>
                    <a:pt x="7549" y="3236"/>
                    <a:pt x="7487" y="3114"/>
                  </a:cubicBezTo>
                  <a:lnTo>
                    <a:pt x="9963" y="786"/>
                  </a:lnTo>
                  <a:lnTo>
                    <a:pt x="9963" y="1099"/>
                  </a:lnTo>
                  <a:cubicBezTo>
                    <a:pt x="9963" y="1229"/>
                    <a:pt x="10070" y="1333"/>
                    <a:pt x="10197" y="1333"/>
                  </a:cubicBezTo>
                  <a:cubicBezTo>
                    <a:pt x="10327" y="1333"/>
                    <a:pt x="10433" y="1229"/>
                    <a:pt x="10433" y="1099"/>
                  </a:cubicBezTo>
                  <a:lnTo>
                    <a:pt x="10433" y="237"/>
                  </a:lnTo>
                  <a:cubicBezTo>
                    <a:pt x="10433" y="107"/>
                    <a:pt x="10327" y="0"/>
                    <a:pt x="10197" y="0"/>
                  </a:cubicBez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26"/>
            <p:cNvSpPr/>
            <p:nvPr/>
          </p:nvSpPr>
          <p:spPr>
            <a:xfrm>
              <a:off x="7838773" y="2167859"/>
              <a:ext cx="345674" cy="40495"/>
            </a:xfrm>
            <a:custGeom>
              <a:rect b="b" l="l" r="r" t="t"/>
              <a:pathLst>
                <a:path extrusionOk="0" h="1410" w="12036">
                  <a:moveTo>
                    <a:pt x="11566" y="470"/>
                  </a:moveTo>
                  <a:lnTo>
                    <a:pt x="11566" y="940"/>
                  </a:lnTo>
                  <a:lnTo>
                    <a:pt x="471" y="940"/>
                  </a:lnTo>
                  <a:lnTo>
                    <a:pt x="471" y="470"/>
                  </a:lnTo>
                  <a:close/>
                  <a:moveTo>
                    <a:pt x="234" y="0"/>
                  </a:moveTo>
                  <a:cubicBezTo>
                    <a:pt x="104" y="0"/>
                    <a:pt x="1" y="104"/>
                    <a:pt x="1" y="234"/>
                  </a:cubicBezTo>
                  <a:lnTo>
                    <a:pt x="1" y="1176"/>
                  </a:lnTo>
                  <a:cubicBezTo>
                    <a:pt x="1" y="1306"/>
                    <a:pt x="104" y="1410"/>
                    <a:pt x="234" y="1410"/>
                  </a:cubicBezTo>
                  <a:lnTo>
                    <a:pt x="11802" y="1410"/>
                  </a:lnTo>
                  <a:cubicBezTo>
                    <a:pt x="11929" y="1410"/>
                    <a:pt x="12035" y="1303"/>
                    <a:pt x="12035" y="1176"/>
                  </a:cubicBezTo>
                  <a:lnTo>
                    <a:pt x="12035" y="234"/>
                  </a:lnTo>
                  <a:cubicBezTo>
                    <a:pt x="12035" y="107"/>
                    <a:pt x="11932" y="0"/>
                    <a:pt x="11802" y="0"/>
                  </a:cubicBez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25" name="Google Shape;425;p26"/>
          <p:cNvSpPr txBox="1"/>
          <p:nvPr>
            <p:ph idx="4294967295" type="title"/>
          </p:nvPr>
        </p:nvSpPr>
        <p:spPr>
          <a:xfrm>
            <a:off x="6344850" y="1607313"/>
            <a:ext cx="760200" cy="615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800">
                <a:solidFill>
                  <a:schemeClr val="lt2"/>
                </a:solidFill>
              </a:rPr>
              <a:t>03</a:t>
            </a:r>
            <a:endParaRPr sz="3800">
              <a:solidFill>
                <a:schemeClr val="lt2"/>
              </a:solidFill>
            </a:endParaRPr>
          </a:p>
        </p:txBody>
      </p:sp>
      <p:sp>
        <p:nvSpPr>
          <p:cNvPr id="426" name="Google Shape;426;p26"/>
          <p:cNvSpPr txBox="1"/>
          <p:nvPr>
            <p:ph idx="13" type="subTitle"/>
          </p:nvPr>
        </p:nvSpPr>
        <p:spPr>
          <a:xfrm>
            <a:off x="3527545" y="3602435"/>
            <a:ext cx="2088900" cy="408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900"/>
              <a:t>Degree Centrality</a:t>
            </a:r>
            <a:endParaRPr sz="1900"/>
          </a:p>
        </p:txBody>
      </p:sp>
      <p:grpSp>
        <p:nvGrpSpPr>
          <p:cNvPr id="427" name="Google Shape;427;p26"/>
          <p:cNvGrpSpPr/>
          <p:nvPr/>
        </p:nvGrpSpPr>
        <p:grpSpPr>
          <a:xfrm>
            <a:off x="3527573" y="3141963"/>
            <a:ext cx="345674" cy="345654"/>
            <a:chOff x="7838773" y="1862700"/>
            <a:chExt cx="345674" cy="345654"/>
          </a:xfrm>
        </p:grpSpPr>
        <p:sp>
          <p:nvSpPr>
            <p:cNvPr id="428" name="Google Shape;428;p26"/>
            <p:cNvSpPr/>
            <p:nvPr/>
          </p:nvSpPr>
          <p:spPr>
            <a:xfrm>
              <a:off x="7857039" y="2071271"/>
              <a:ext cx="59422" cy="83116"/>
            </a:xfrm>
            <a:custGeom>
              <a:rect b="b" l="l" r="r" t="t"/>
              <a:pathLst>
                <a:path extrusionOk="0" h="2894" w="2069">
                  <a:moveTo>
                    <a:pt x="1599" y="471"/>
                  </a:moveTo>
                  <a:lnTo>
                    <a:pt x="1599" y="2424"/>
                  </a:lnTo>
                  <a:lnTo>
                    <a:pt x="470" y="2424"/>
                  </a:lnTo>
                  <a:lnTo>
                    <a:pt x="470" y="471"/>
                  </a:lnTo>
                  <a:close/>
                  <a:moveTo>
                    <a:pt x="234" y="1"/>
                  </a:moveTo>
                  <a:cubicBezTo>
                    <a:pt x="104" y="1"/>
                    <a:pt x="0" y="107"/>
                    <a:pt x="0" y="237"/>
                  </a:cubicBezTo>
                  <a:lnTo>
                    <a:pt x="0" y="2657"/>
                  </a:lnTo>
                  <a:cubicBezTo>
                    <a:pt x="0" y="2787"/>
                    <a:pt x="104" y="2893"/>
                    <a:pt x="234" y="2893"/>
                  </a:cubicBezTo>
                  <a:lnTo>
                    <a:pt x="1832" y="2893"/>
                  </a:lnTo>
                  <a:cubicBezTo>
                    <a:pt x="1962" y="2893"/>
                    <a:pt x="2068" y="2787"/>
                    <a:pt x="2068" y="2657"/>
                  </a:cubicBezTo>
                  <a:lnTo>
                    <a:pt x="2068" y="237"/>
                  </a:lnTo>
                  <a:cubicBezTo>
                    <a:pt x="2068" y="107"/>
                    <a:pt x="1962" y="1"/>
                    <a:pt x="1832" y="1"/>
                  </a:cubicBez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26"/>
            <p:cNvSpPr/>
            <p:nvPr/>
          </p:nvSpPr>
          <p:spPr>
            <a:xfrm>
              <a:off x="7940271" y="2006534"/>
              <a:ext cx="59422" cy="147851"/>
            </a:xfrm>
            <a:custGeom>
              <a:rect b="b" l="l" r="r" t="t"/>
              <a:pathLst>
                <a:path extrusionOk="0" h="5148" w="2069">
                  <a:moveTo>
                    <a:pt x="1599" y="470"/>
                  </a:moveTo>
                  <a:lnTo>
                    <a:pt x="1599" y="4678"/>
                  </a:lnTo>
                  <a:lnTo>
                    <a:pt x="471" y="4678"/>
                  </a:lnTo>
                  <a:lnTo>
                    <a:pt x="471" y="470"/>
                  </a:lnTo>
                  <a:close/>
                  <a:moveTo>
                    <a:pt x="234" y="0"/>
                  </a:moveTo>
                  <a:cubicBezTo>
                    <a:pt x="107" y="0"/>
                    <a:pt x="1" y="104"/>
                    <a:pt x="1" y="234"/>
                  </a:cubicBezTo>
                  <a:lnTo>
                    <a:pt x="1" y="4911"/>
                  </a:lnTo>
                  <a:cubicBezTo>
                    <a:pt x="1" y="5041"/>
                    <a:pt x="107" y="5147"/>
                    <a:pt x="234" y="5147"/>
                  </a:cubicBezTo>
                  <a:lnTo>
                    <a:pt x="1833" y="5147"/>
                  </a:lnTo>
                  <a:cubicBezTo>
                    <a:pt x="1963" y="5147"/>
                    <a:pt x="2069" y="5041"/>
                    <a:pt x="2069" y="4911"/>
                  </a:cubicBezTo>
                  <a:lnTo>
                    <a:pt x="2069" y="234"/>
                  </a:lnTo>
                  <a:cubicBezTo>
                    <a:pt x="2069" y="104"/>
                    <a:pt x="1963" y="0"/>
                    <a:pt x="1833" y="0"/>
                  </a:cubicBez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26"/>
            <p:cNvSpPr/>
            <p:nvPr/>
          </p:nvSpPr>
          <p:spPr>
            <a:xfrm>
              <a:off x="8023532" y="2041918"/>
              <a:ext cx="59422" cy="112468"/>
            </a:xfrm>
            <a:custGeom>
              <a:rect b="b" l="l" r="r" t="t"/>
              <a:pathLst>
                <a:path extrusionOk="0" h="3916" w="2069">
                  <a:moveTo>
                    <a:pt x="1599" y="470"/>
                  </a:moveTo>
                  <a:lnTo>
                    <a:pt x="1599" y="3446"/>
                  </a:lnTo>
                  <a:lnTo>
                    <a:pt x="470" y="3446"/>
                  </a:lnTo>
                  <a:lnTo>
                    <a:pt x="470" y="470"/>
                  </a:lnTo>
                  <a:close/>
                  <a:moveTo>
                    <a:pt x="237" y="1"/>
                  </a:moveTo>
                  <a:cubicBezTo>
                    <a:pt x="107" y="1"/>
                    <a:pt x="0" y="107"/>
                    <a:pt x="0" y="237"/>
                  </a:cubicBezTo>
                  <a:lnTo>
                    <a:pt x="0" y="3679"/>
                  </a:lnTo>
                  <a:cubicBezTo>
                    <a:pt x="0" y="3809"/>
                    <a:pt x="107" y="3915"/>
                    <a:pt x="237" y="3915"/>
                  </a:cubicBezTo>
                  <a:lnTo>
                    <a:pt x="1835" y="3915"/>
                  </a:lnTo>
                  <a:cubicBezTo>
                    <a:pt x="1962" y="3915"/>
                    <a:pt x="2069" y="3809"/>
                    <a:pt x="2069" y="3679"/>
                  </a:cubicBezTo>
                  <a:lnTo>
                    <a:pt x="2069" y="237"/>
                  </a:lnTo>
                  <a:cubicBezTo>
                    <a:pt x="2069" y="107"/>
                    <a:pt x="1962" y="1"/>
                    <a:pt x="1835" y="1"/>
                  </a:cubicBez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26"/>
            <p:cNvSpPr/>
            <p:nvPr/>
          </p:nvSpPr>
          <p:spPr>
            <a:xfrm>
              <a:off x="8106764" y="1966469"/>
              <a:ext cx="59450" cy="187915"/>
            </a:xfrm>
            <a:custGeom>
              <a:rect b="b" l="l" r="r" t="t"/>
              <a:pathLst>
                <a:path extrusionOk="0" h="6543" w="2070">
                  <a:moveTo>
                    <a:pt x="1599" y="471"/>
                  </a:moveTo>
                  <a:lnTo>
                    <a:pt x="1599" y="6073"/>
                  </a:lnTo>
                  <a:lnTo>
                    <a:pt x="471" y="6073"/>
                  </a:lnTo>
                  <a:lnTo>
                    <a:pt x="471" y="471"/>
                  </a:lnTo>
                  <a:close/>
                  <a:moveTo>
                    <a:pt x="237" y="1"/>
                  </a:moveTo>
                  <a:cubicBezTo>
                    <a:pt x="107" y="1"/>
                    <a:pt x="1" y="104"/>
                    <a:pt x="1" y="234"/>
                  </a:cubicBezTo>
                  <a:lnTo>
                    <a:pt x="1" y="6306"/>
                  </a:lnTo>
                  <a:cubicBezTo>
                    <a:pt x="1" y="6436"/>
                    <a:pt x="107" y="6542"/>
                    <a:pt x="237" y="6542"/>
                  </a:cubicBezTo>
                  <a:lnTo>
                    <a:pt x="1836" y="6542"/>
                  </a:lnTo>
                  <a:cubicBezTo>
                    <a:pt x="1966" y="6542"/>
                    <a:pt x="2069" y="6436"/>
                    <a:pt x="2069" y="6306"/>
                  </a:cubicBezTo>
                  <a:lnTo>
                    <a:pt x="2069" y="234"/>
                  </a:lnTo>
                  <a:cubicBezTo>
                    <a:pt x="2069" y="104"/>
                    <a:pt x="1966" y="1"/>
                    <a:pt x="1836" y="1"/>
                  </a:cubicBez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26"/>
            <p:cNvSpPr/>
            <p:nvPr/>
          </p:nvSpPr>
          <p:spPr>
            <a:xfrm>
              <a:off x="7861031" y="1862700"/>
              <a:ext cx="299664" cy="156151"/>
            </a:xfrm>
            <a:custGeom>
              <a:rect b="b" l="l" r="r" t="t"/>
              <a:pathLst>
                <a:path extrusionOk="0" h="5437" w="10434">
                  <a:moveTo>
                    <a:pt x="3794" y="1865"/>
                  </a:moveTo>
                  <a:cubicBezTo>
                    <a:pt x="4027" y="1865"/>
                    <a:pt x="4216" y="2054"/>
                    <a:pt x="4216" y="2287"/>
                  </a:cubicBezTo>
                  <a:cubicBezTo>
                    <a:pt x="4216" y="2521"/>
                    <a:pt x="4027" y="2710"/>
                    <a:pt x="3794" y="2710"/>
                  </a:cubicBezTo>
                  <a:cubicBezTo>
                    <a:pt x="3560" y="2710"/>
                    <a:pt x="3371" y="2521"/>
                    <a:pt x="3371" y="2287"/>
                  </a:cubicBezTo>
                  <a:cubicBezTo>
                    <a:pt x="3371" y="2054"/>
                    <a:pt x="3560" y="1865"/>
                    <a:pt x="3794" y="1865"/>
                  </a:cubicBezTo>
                  <a:close/>
                  <a:moveTo>
                    <a:pt x="6692" y="3097"/>
                  </a:moveTo>
                  <a:cubicBezTo>
                    <a:pt x="6811" y="3097"/>
                    <a:pt x="6920" y="3147"/>
                    <a:pt x="6997" y="3227"/>
                  </a:cubicBezTo>
                  <a:cubicBezTo>
                    <a:pt x="7000" y="3233"/>
                    <a:pt x="7003" y="3236"/>
                    <a:pt x="7009" y="3241"/>
                  </a:cubicBezTo>
                  <a:cubicBezTo>
                    <a:pt x="7012" y="3244"/>
                    <a:pt x="7012" y="3244"/>
                    <a:pt x="7015" y="3247"/>
                  </a:cubicBezTo>
                  <a:cubicBezTo>
                    <a:pt x="7077" y="3321"/>
                    <a:pt x="7115" y="3416"/>
                    <a:pt x="7115" y="3522"/>
                  </a:cubicBezTo>
                  <a:cubicBezTo>
                    <a:pt x="7115" y="3756"/>
                    <a:pt x="6926" y="3945"/>
                    <a:pt x="6692" y="3945"/>
                  </a:cubicBezTo>
                  <a:cubicBezTo>
                    <a:pt x="6459" y="3945"/>
                    <a:pt x="6270" y="3756"/>
                    <a:pt x="6270" y="3522"/>
                  </a:cubicBezTo>
                  <a:cubicBezTo>
                    <a:pt x="6270" y="3289"/>
                    <a:pt x="6459" y="3097"/>
                    <a:pt x="6692" y="3097"/>
                  </a:cubicBezTo>
                  <a:close/>
                  <a:moveTo>
                    <a:pt x="895" y="4122"/>
                  </a:moveTo>
                  <a:cubicBezTo>
                    <a:pt x="1129" y="4122"/>
                    <a:pt x="1318" y="4311"/>
                    <a:pt x="1318" y="4545"/>
                  </a:cubicBezTo>
                  <a:cubicBezTo>
                    <a:pt x="1318" y="4778"/>
                    <a:pt x="1129" y="4967"/>
                    <a:pt x="895" y="4967"/>
                  </a:cubicBezTo>
                  <a:cubicBezTo>
                    <a:pt x="662" y="4967"/>
                    <a:pt x="470" y="4778"/>
                    <a:pt x="470" y="4545"/>
                  </a:cubicBezTo>
                  <a:cubicBezTo>
                    <a:pt x="470" y="4311"/>
                    <a:pt x="662" y="4122"/>
                    <a:pt x="895" y="4122"/>
                  </a:cubicBezTo>
                  <a:close/>
                  <a:moveTo>
                    <a:pt x="9334" y="0"/>
                  </a:moveTo>
                  <a:cubicBezTo>
                    <a:pt x="9204" y="0"/>
                    <a:pt x="9101" y="107"/>
                    <a:pt x="9101" y="237"/>
                  </a:cubicBezTo>
                  <a:cubicBezTo>
                    <a:pt x="9101" y="367"/>
                    <a:pt x="9204" y="470"/>
                    <a:pt x="9334" y="470"/>
                  </a:cubicBezTo>
                  <a:lnTo>
                    <a:pt x="9612" y="470"/>
                  </a:lnTo>
                  <a:lnTo>
                    <a:pt x="7168" y="2766"/>
                  </a:lnTo>
                  <a:cubicBezTo>
                    <a:pt x="7029" y="2680"/>
                    <a:pt x="6867" y="2627"/>
                    <a:pt x="6692" y="2627"/>
                  </a:cubicBezTo>
                  <a:cubicBezTo>
                    <a:pt x="6409" y="2627"/>
                    <a:pt x="6155" y="2760"/>
                    <a:pt x="5992" y="2967"/>
                  </a:cubicBezTo>
                  <a:lnTo>
                    <a:pt x="4677" y="2408"/>
                  </a:lnTo>
                  <a:cubicBezTo>
                    <a:pt x="4683" y="2370"/>
                    <a:pt x="4686" y="2328"/>
                    <a:pt x="4686" y="2287"/>
                  </a:cubicBezTo>
                  <a:cubicBezTo>
                    <a:pt x="4686" y="1794"/>
                    <a:pt x="4284" y="1395"/>
                    <a:pt x="3794" y="1395"/>
                  </a:cubicBezTo>
                  <a:cubicBezTo>
                    <a:pt x="3300" y="1395"/>
                    <a:pt x="2899" y="1794"/>
                    <a:pt x="2899" y="2287"/>
                  </a:cubicBezTo>
                  <a:cubicBezTo>
                    <a:pt x="2899" y="2408"/>
                    <a:pt x="2925" y="2526"/>
                    <a:pt x="2970" y="2630"/>
                  </a:cubicBezTo>
                  <a:lnTo>
                    <a:pt x="1430" y="3829"/>
                  </a:lnTo>
                  <a:cubicBezTo>
                    <a:pt x="1279" y="3717"/>
                    <a:pt x="1093" y="3649"/>
                    <a:pt x="892" y="3649"/>
                  </a:cubicBezTo>
                  <a:cubicBezTo>
                    <a:pt x="402" y="3649"/>
                    <a:pt x="0" y="4051"/>
                    <a:pt x="0" y="4545"/>
                  </a:cubicBezTo>
                  <a:cubicBezTo>
                    <a:pt x="0" y="5038"/>
                    <a:pt x="402" y="5437"/>
                    <a:pt x="895" y="5437"/>
                  </a:cubicBezTo>
                  <a:cubicBezTo>
                    <a:pt x="1386" y="5437"/>
                    <a:pt x="1788" y="5038"/>
                    <a:pt x="1788" y="4545"/>
                  </a:cubicBezTo>
                  <a:cubicBezTo>
                    <a:pt x="1788" y="4423"/>
                    <a:pt x="1764" y="4305"/>
                    <a:pt x="1720" y="4199"/>
                  </a:cubicBezTo>
                  <a:lnTo>
                    <a:pt x="3259" y="3002"/>
                  </a:lnTo>
                  <a:cubicBezTo>
                    <a:pt x="3407" y="3114"/>
                    <a:pt x="3593" y="3179"/>
                    <a:pt x="3794" y="3179"/>
                  </a:cubicBezTo>
                  <a:cubicBezTo>
                    <a:pt x="4078" y="3179"/>
                    <a:pt x="4329" y="3046"/>
                    <a:pt x="4494" y="2840"/>
                  </a:cubicBezTo>
                  <a:lnTo>
                    <a:pt x="5809" y="3401"/>
                  </a:lnTo>
                  <a:cubicBezTo>
                    <a:pt x="5803" y="3439"/>
                    <a:pt x="5800" y="3481"/>
                    <a:pt x="5800" y="3522"/>
                  </a:cubicBezTo>
                  <a:cubicBezTo>
                    <a:pt x="5800" y="4013"/>
                    <a:pt x="6199" y="4415"/>
                    <a:pt x="6692" y="4415"/>
                  </a:cubicBezTo>
                  <a:cubicBezTo>
                    <a:pt x="7186" y="4415"/>
                    <a:pt x="7585" y="4013"/>
                    <a:pt x="7585" y="3522"/>
                  </a:cubicBezTo>
                  <a:cubicBezTo>
                    <a:pt x="7585" y="3374"/>
                    <a:pt x="7549" y="3236"/>
                    <a:pt x="7487" y="3114"/>
                  </a:cubicBezTo>
                  <a:lnTo>
                    <a:pt x="9963" y="786"/>
                  </a:lnTo>
                  <a:lnTo>
                    <a:pt x="9963" y="1099"/>
                  </a:lnTo>
                  <a:cubicBezTo>
                    <a:pt x="9963" y="1229"/>
                    <a:pt x="10070" y="1333"/>
                    <a:pt x="10197" y="1333"/>
                  </a:cubicBezTo>
                  <a:cubicBezTo>
                    <a:pt x="10327" y="1333"/>
                    <a:pt x="10433" y="1229"/>
                    <a:pt x="10433" y="1099"/>
                  </a:cubicBezTo>
                  <a:lnTo>
                    <a:pt x="10433" y="237"/>
                  </a:lnTo>
                  <a:cubicBezTo>
                    <a:pt x="10433" y="107"/>
                    <a:pt x="10327" y="0"/>
                    <a:pt x="10197" y="0"/>
                  </a:cubicBez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26"/>
            <p:cNvSpPr/>
            <p:nvPr/>
          </p:nvSpPr>
          <p:spPr>
            <a:xfrm>
              <a:off x="7838773" y="2167859"/>
              <a:ext cx="345674" cy="40495"/>
            </a:xfrm>
            <a:custGeom>
              <a:rect b="b" l="l" r="r" t="t"/>
              <a:pathLst>
                <a:path extrusionOk="0" h="1410" w="12036">
                  <a:moveTo>
                    <a:pt x="11566" y="470"/>
                  </a:moveTo>
                  <a:lnTo>
                    <a:pt x="11566" y="940"/>
                  </a:lnTo>
                  <a:lnTo>
                    <a:pt x="471" y="940"/>
                  </a:lnTo>
                  <a:lnTo>
                    <a:pt x="471" y="470"/>
                  </a:lnTo>
                  <a:close/>
                  <a:moveTo>
                    <a:pt x="234" y="0"/>
                  </a:moveTo>
                  <a:cubicBezTo>
                    <a:pt x="104" y="0"/>
                    <a:pt x="1" y="104"/>
                    <a:pt x="1" y="234"/>
                  </a:cubicBezTo>
                  <a:lnTo>
                    <a:pt x="1" y="1176"/>
                  </a:lnTo>
                  <a:cubicBezTo>
                    <a:pt x="1" y="1306"/>
                    <a:pt x="104" y="1410"/>
                    <a:pt x="234" y="1410"/>
                  </a:cubicBezTo>
                  <a:lnTo>
                    <a:pt x="11802" y="1410"/>
                  </a:lnTo>
                  <a:cubicBezTo>
                    <a:pt x="11929" y="1410"/>
                    <a:pt x="12035" y="1303"/>
                    <a:pt x="12035" y="1176"/>
                  </a:cubicBezTo>
                  <a:lnTo>
                    <a:pt x="12035" y="234"/>
                  </a:lnTo>
                  <a:cubicBezTo>
                    <a:pt x="12035" y="107"/>
                    <a:pt x="11932" y="0"/>
                    <a:pt x="11802" y="0"/>
                  </a:cubicBez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34" name="Google Shape;434;p26"/>
          <p:cNvSpPr txBox="1"/>
          <p:nvPr>
            <p:ph idx="4294967295" type="title"/>
          </p:nvPr>
        </p:nvSpPr>
        <p:spPr>
          <a:xfrm>
            <a:off x="3873175" y="2938338"/>
            <a:ext cx="760200" cy="615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800">
                <a:solidFill>
                  <a:schemeClr val="lt2"/>
                </a:solidFill>
              </a:rPr>
              <a:t>05</a:t>
            </a:r>
            <a:endParaRPr sz="3800">
              <a:solidFill>
                <a:schemeClr val="lt2"/>
              </a:solidFill>
            </a:endParaRPr>
          </a:p>
        </p:txBody>
      </p:sp>
      <p:sp>
        <p:nvSpPr>
          <p:cNvPr id="435" name="Google Shape;435;p26"/>
          <p:cNvSpPr txBox="1"/>
          <p:nvPr>
            <p:ph idx="13" type="subTitle"/>
          </p:nvPr>
        </p:nvSpPr>
        <p:spPr>
          <a:xfrm>
            <a:off x="3527520" y="4125835"/>
            <a:ext cx="2088900" cy="408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900"/>
              <a:t>Min. Spanning Tree</a:t>
            </a:r>
            <a:endParaRPr sz="19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27"/>
          <p:cNvSpPr txBox="1"/>
          <p:nvPr>
            <p:ph type="title"/>
          </p:nvPr>
        </p:nvSpPr>
        <p:spPr>
          <a:xfrm>
            <a:off x="2902650" y="844400"/>
            <a:ext cx="3338700" cy="665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Introduction</a:t>
            </a:r>
            <a:endParaRPr b="0">
              <a:solidFill>
                <a:schemeClr val="lt2"/>
              </a:solidFill>
            </a:endParaRPr>
          </a:p>
        </p:txBody>
      </p:sp>
      <p:sp>
        <p:nvSpPr>
          <p:cNvPr id="441" name="Google Shape;441;p27"/>
          <p:cNvSpPr txBox="1"/>
          <p:nvPr>
            <p:ph idx="1" type="subTitle"/>
          </p:nvPr>
        </p:nvSpPr>
        <p:spPr>
          <a:xfrm>
            <a:off x="299725" y="1509500"/>
            <a:ext cx="5862900" cy="3317100"/>
          </a:xfrm>
          <a:prstGeom prst="rect">
            <a:avLst/>
          </a:prstGeom>
        </p:spPr>
        <p:txBody>
          <a:bodyPr anchorCtr="0" anchor="t" bIns="91425" lIns="91425" spcFirstLastPara="1" rIns="91425" wrap="square" tIns="91425">
            <a:noAutofit/>
          </a:bodyPr>
          <a:lstStyle/>
          <a:p>
            <a:pPr indent="0" lvl="0" marL="0" marR="0" rtl="0" algn="l">
              <a:lnSpc>
                <a:spcPct val="100000"/>
              </a:lnSpc>
              <a:spcBef>
                <a:spcPts val="1200"/>
              </a:spcBef>
              <a:spcAft>
                <a:spcPts val="0"/>
              </a:spcAft>
              <a:buNone/>
            </a:pPr>
            <a:r>
              <a:rPr lang="en" sz="1600">
                <a:latin typeface="Fira Sans Condensed"/>
                <a:ea typeface="Fira Sans Condensed"/>
                <a:cs typeface="Fira Sans Condensed"/>
                <a:sym typeface="Fira Sans Condensed"/>
              </a:rPr>
              <a:t>Supporting smarter refugee aid planning and migration policy.</a:t>
            </a:r>
            <a:endParaRPr sz="1600">
              <a:latin typeface="Fira Sans Condensed"/>
              <a:ea typeface="Fira Sans Condensed"/>
              <a:cs typeface="Fira Sans Condensed"/>
              <a:sym typeface="Fira Sans Condensed"/>
            </a:endParaRPr>
          </a:p>
          <a:p>
            <a:pPr indent="0" lvl="0" marL="0" marR="0" rtl="0" algn="l">
              <a:lnSpc>
                <a:spcPct val="100000"/>
              </a:lnSpc>
              <a:spcBef>
                <a:spcPts val="1200"/>
              </a:spcBef>
              <a:spcAft>
                <a:spcPts val="0"/>
              </a:spcAft>
              <a:buNone/>
            </a:pPr>
            <a:r>
              <a:t/>
            </a:r>
            <a:endParaRPr sz="800">
              <a:latin typeface="Fira Sans Condensed"/>
              <a:ea typeface="Fira Sans Condensed"/>
              <a:cs typeface="Fira Sans Condensed"/>
              <a:sym typeface="Fira Sans Condensed"/>
            </a:endParaRPr>
          </a:p>
          <a:p>
            <a:pPr indent="-330200" lvl="0" marL="457200" marR="0" rtl="0" algn="l">
              <a:lnSpc>
                <a:spcPct val="100000"/>
              </a:lnSpc>
              <a:spcBef>
                <a:spcPts val="1200"/>
              </a:spcBef>
              <a:spcAft>
                <a:spcPts val="0"/>
              </a:spcAft>
              <a:buSzPts val="1600"/>
              <a:buFont typeface="Fira Sans Condensed"/>
              <a:buChar char="●"/>
            </a:pPr>
            <a:r>
              <a:rPr lang="en" sz="1600">
                <a:latin typeface="Fira Sans Condensed"/>
                <a:ea typeface="Fira Sans Condensed"/>
                <a:cs typeface="Fira Sans Condensed"/>
                <a:sym typeface="Fira Sans Condensed"/>
              </a:rPr>
              <a:t>Goal</a:t>
            </a:r>
            <a:endParaRPr sz="1600">
              <a:latin typeface="Fira Sans Condensed"/>
              <a:ea typeface="Fira Sans Condensed"/>
              <a:cs typeface="Fira Sans Condensed"/>
              <a:sym typeface="Fira Sans Condensed"/>
            </a:endParaRPr>
          </a:p>
          <a:p>
            <a:pPr indent="-330200" lvl="1" marL="914400" marR="0" rtl="0" algn="l">
              <a:lnSpc>
                <a:spcPct val="100000"/>
              </a:lnSpc>
              <a:spcBef>
                <a:spcPts val="0"/>
              </a:spcBef>
              <a:spcAft>
                <a:spcPts val="0"/>
              </a:spcAft>
              <a:buSzPts val="1600"/>
              <a:buFont typeface="Fira Sans Condensed"/>
              <a:buChar char="○"/>
            </a:pPr>
            <a:r>
              <a:rPr lang="en" sz="1600">
                <a:latin typeface="Fira Sans Condensed"/>
                <a:ea typeface="Fira Sans Condensed"/>
                <a:cs typeface="Fira Sans Condensed"/>
                <a:sym typeface="Fira Sans Condensed"/>
              </a:rPr>
              <a:t>Uncover key refugee flow patterns using graph analytics</a:t>
            </a:r>
            <a:endParaRPr sz="400">
              <a:latin typeface="Fira Sans Condensed"/>
              <a:ea typeface="Fira Sans Condensed"/>
              <a:cs typeface="Fira Sans Condensed"/>
              <a:sym typeface="Fira Sans Condensed"/>
            </a:endParaRPr>
          </a:p>
          <a:p>
            <a:pPr indent="-330200" lvl="0" marL="457200" marR="0" rtl="0" algn="l">
              <a:lnSpc>
                <a:spcPct val="100000"/>
              </a:lnSpc>
              <a:spcBef>
                <a:spcPts val="1000"/>
              </a:spcBef>
              <a:spcAft>
                <a:spcPts val="0"/>
              </a:spcAft>
              <a:buSzPts val="1600"/>
              <a:buFont typeface="Fira Sans Condensed"/>
              <a:buChar char="●"/>
            </a:pPr>
            <a:r>
              <a:rPr lang="en" sz="1600">
                <a:latin typeface="Fira Sans Condensed"/>
                <a:ea typeface="Fira Sans Condensed"/>
                <a:cs typeface="Fira Sans Condensed"/>
                <a:sym typeface="Fira Sans Condensed"/>
              </a:rPr>
              <a:t>Approach</a:t>
            </a:r>
            <a:endParaRPr sz="1600">
              <a:latin typeface="Fira Sans Condensed"/>
              <a:ea typeface="Fira Sans Condensed"/>
              <a:cs typeface="Fira Sans Condensed"/>
              <a:sym typeface="Fira Sans Condensed"/>
            </a:endParaRPr>
          </a:p>
          <a:p>
            <a:pPr indent="-330200" lvl="1" marL="914400" marR="0" rtl="0" algn="l">
              <a:lnSpc>
                <a:spcPct val="100000"/>
              </a:lnSpc>
              <a:spcBef>
                <a:spcPts val="0"/>
              </a:spcBef>
              <a:spcAft>
                <a:spcPts val="0"/>
              </a:spcAft>
              <a:buSzPts val="1600"/>
              <a:buFont typeface="Fira Sans Condensed"/>
              <a:buChar char="○"/>
            </a:pPr>
            <a:r>
              <a:rPr lang="en" sz="1600">
                <a:latin typeface="Fira Sans Condensed"/>
                <a:ea typeface="Fira Sans Condensed"/>
                <a:cs typeface="Fira Sans Condensed"/>
                <a:sym typeface="Fira Sans Condensed"/>
              </a:rPr>
              <a:t>Model refugee flows with Neo4</a:t>
            </a:r>
            <a:r>
              <a:rPr lang="en" sz="1600">
                <a:latin typeface="Fira Sans Condensed"/>
                <a:ea typeface="Fira Sans Condensed"/>
                <a:cs typeface="Fira Sans Condensed"/>
                <a:sym typeface="Fira Sans Condensed"/>
              </a:rPr>
              <a:t>j</a:t>
            </a:r>
            <a:endParaRPr sz="1600">
              <a:latin typeface="Fira Sans Condensed"/>
              <a:ea typeface="Fira Sans Condensed"/>
              <a:cs typeface="Fira Sans Condensed"/>
              <a:sym typeface="Fira Sans Condensed"/>
            </a:endParaRPr>
          </a:p>
          <a:p>
            <a:pPr indent="-330200" lvl="1" marL="914400" marR="0" rtl="0" algn="l">
              <a:lnSpc>
                <a:spcPct val="100000"/>
              </a:lnSpc>
              <a:spcBef>
                <a:spcPts val="1200"/>
              </a:spcBef>
              <a:spcAft>
                <a:spcPts val="0"/>
              </a:spcAft>
              <a:buSzPts val="1600"/>
              <a:buFont typeface="Fira Sans Condensed"/>
              <a:buChar char="○"/>
            </a:pPr>
            <a:r>
              <a:rPr lang="en" sz="1600">
                <a:latin typeface="Fira Sans Condensed"/>
                <a:ea typeface="Fira Sans Condensed"/>
                <a:cs typeface="Fira Sans Condensed"/>
                <a:sym typeface="Fira Sans Condensed"/>
              </a:rPr>
              <a:t>Use graph algorithms to find influential countries and transit route</a:t>
            </a:r>
            <a:r>
              <a:rPr lang="en" sz="1600">
                <a:latin typeface="Fira Sans Condensed"/>
                <a:ea typeface="Fira Sans Condensed"/>
                <a:cs typeface="Fira Sans Condensed"/>
                <a:sym typeface="Fira Sans Condensed"/>
              </a:rPr>
              <a:t>s</a:t>
            </a:r>
            <a:endParaRPr sz="1600">
              <a:latin typeface="Fira Sans Condensed"/>
              <a:ea typeface="Fira Sans Condensed"/>
              <a:cs typeface="Fira Sans Condensed"/>
              <a:sym typeface="Fira Sans Condensed"/>
            </a:endParaRPr>
          </a:p>
          <a:p>
            <a:pPr indent="0" lvl="0" marL="0" rtl="0" algn="l">
              <a:lnSpc>
                <a:spcPct val="115000"/>
              </a:lnSpc>
              <a:spcBef>
                <a:spcPts val="1200"/>
              </a:spcBef>
              <a:spcAft>
                <a:spcPts val="1200"/>
              </a:spcAft>
              <a:buNone/>
            </a:pPr>
            <a:r>
              <a:t/>
            </a:r>
            <a:endParaRPr sz="1600">
              <a:latin typeface="Fira Sans Condensed"/>
              <a:ea typeface="Fira Sans Condensed"/>
              <a:cs typeface="Fira Sans Condensed"/>
              <a:sym typeface="Fira Sans Condensed"/>
            </a:endParaRPr>
          </a:p>
        </p:txBody>
      </p:sp>
      <p:pic>
        <p:nvPicPr>
          <p:cNvPr id="442" name="Google Shape;442;p27"/>
          <p:cNvPicPr preferRelativeResize="0"/>
          <p:nvPr>
            <p:ph idx="2" type="pic"/>
          </p:nvPr>
        </p:nvPicPr>
        <p:blipFill rotWithShape="1">
          <a:blip r:embed="rId3">
            <a:alphaModFix amt="86000"/>
          </a:blip>
          <a:srcRect b="0" l="13689" r="13689" t="0"/>
          <a:stretch/>
        </p:blipFill>
        <p:spPr>
          <a:xfrm>
            <a:off x="6241350" y="2147910"/>
            <a:ext cx="2223000" cy="2040300"/>
          </a:xfrm>
          <a:prstGeom prst="roundRect">
            <a:avLst>
              <a:gd fmla="val 16667" name="adj"/>
            </a:avLst>
          </a:prstGeom>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28"/>
          <p:cNvSpPr txBox="1"/>
          <p:nvPr>
            <p:ph idx="2" type="title"/>
          </p:nvPr>
        </p:nvSpPr>
        <p:spPr>
          <a:xfrm>
            <a:off x="762575" y="339050"/>
            <a:ext cx="771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200"/>
              <a:t>                             </a:t>
            </a:r>
            <a:r>
              <a:rPr lang="en" sz="3200"/>
              <a:t>MongoDB</a:t>
            </a:r>
            <a:endParaRPr sz="3200"/>
          </a:p>
          <a:p>
            <a:pPr indent="0" lvl="0" marL="0" rtl="0" algn="ctr">
              <a:spcBef>
                <a:spcPts val="0"/>
              </a:spcBef>
              <a:spcAft>
                <a:spcPts val="0"/>
              </a:spcAft>
              <a:buNone/>
            </a:pPr>
            <a:r>
              <a:rPr b="0" lang="en" sz="2900"/>
              <a:t>Storing Refugee Profiles and Case Histories</a:t>
            </a:r>
            <a:endParaRPr b="0" sz="2900"/>
          </a:p>
        </p:txBody>
      </p:sp>
      <p:sp>
        <p:nvSpPr>
          <p:cNvPr id="448" name="Google Shape;448;p28"/>
          <p:cNvSpPr txBox="1"/>
          <p:nvPr>
            <p:ph idx="1" type="subTitle"/>
          </p:nvPr>
        </p:nvSpPr>
        <p:spPr>
          <a:xfrm>
            <a:off x="1020600" y="1174450"/>
            <a:ext cx="7102800" cy="3613200"/>
          </a:xfrm>
          <a:prstGeom prst="rect">
            <a:avLst/>
          </a:prstGeom>
        </p:spPr>
        <p:txBody>
          <a:bodyPr anchorCtr="0" anchor="ctr" bIns="91425" lIns="91425" spcFirstLastPara="1" rIns="91425" wrap="square" tIns="91425">
            <a:noAutofit/>
          </a:bodyPr>
          <a:lstStyle/>
          <a:p>
            <a:pPr indent="-355600" lvl="0" marL="457200" marR="0" rtl="0" algn="l">
              <a:lnSpc>
                <a:spcPct val="100000"/>
              </a:lnSpc>
              <a:spcBef>
                <a:spcPts val="0"/>
              </a:spcBef>
              <a:spcAft>
                <a:spcPts val="0"/>
              </a:spcAft>
              <a:buSzPts val="2000"/>
              <a:buChar char="●"/>
            </a:pPr>
            <a:r>
              <a:rPr lang="en" sz="2000"/>
              <a:t>Flexible, document-based NoSQL database</a:t>
            </a:r>
            <a:br>
              <a:rPr lang="en" sz="2000"/>
            </a:br>
            <a:endParaRPr sz="2000"/>
          </a:p>
          <a:p>
            <a:pPr indent="-355600" lvl="0" marL="457200" marR="0" rtl="0" algn="l">
              <a:lnSpc>
                <a:spcPct val="100000"/>
              </a:lnSpc>
              <a:spcBef>
                <a:spcPts val="0"/>
              </a:spcBef>
              <a:spcAft>
                <a:spcPts val="0"/>
              </a:spcAft>
              <a:buSzPts val="2000"/>
              <a:buChar char="●"/>
            </a:pPr>
            <a:r>
              <a:rPr lang="en" sz="2000"/>
              <a:t>Ideal for diverse, evolving refugee records</a:t>
            </a:r>
            <a:br>
              <a:rPr lang="en" sz="2000"/>
            </a:br>
            <a:endParaRPr sz="2000"/>
          </a:p>
          <a:p>
            <a:pPr indent="-355600" lvl="0" marL="457200" marR="0" rtl="0" algn="l">
              <a:lnSpc>
                <a:spcPct val="100000"/>
              </a:lnSpc>
              <a:spcBef>
                <a:spcPts val="0"/>
              </a:spcBef>
              <a:spcAft>
                <a:spcPts val="0"/>
              </a:spcAft>
              <a:buSzPts val="2000"/>
              <a:buChar char="●"/>
            </a:pPr>
            <a:r>
              <a:rPr lang="en" sz="2000"/>
              <a:t>Handles inconsistent data across regions</a:t>
            </a:r>
            <a:br>
              <a:rPr lang="en" sz="2000"/>
            </a:br>
            <a:endParaRPr sz="2000"/>
          </a:p>
          <a:p>
            <a:pPr indent="-355600" lvl="0" marL="457200" marR="0" rtl="0" algn="l">
              <a:lnSpc>
                <a:spcPct val="100000"/>
              </a:lnSpc>
              <a:spcBef>
                <a:spcPts val="0"/>
              </a:spcBef>
              <a:spcAft>
                <a:spcPts val="0"/>
              </a:spcAft>
              <a:buSzPts val="2000"/>
              <a:buChar char="●"/>
            </a:pPr>
            <a:r>
              <a:rPr lang="en" sz="2000"/>
              <a:t>Supports real-time updates and schema changes</a:t>
            </a:r>
            <a:br>
              <a:rPr lang="en" sz="2000"/>
            </a:br>
            <a:endParaRPr sz="2000"/>
          </a:p>
          <a:p>
            <a:pPr indent="-355600" lvl="0" marL="457200" marR="0" rtl="0" algn="l">
              <a:lnSpc>
                <a:spcPct val="100000"/>
              </a:lnSpc>
              <a:spcBef>
                <a:spcPts val="0"/>
              </a:spcBef>
              <a:spcAft>
                <a:spcPts val="0"/>
              </a:spcAft>
              <a:buSzPts val="2000"/>
              <a:buChar char="●"/>
            </a:pPr>
            <a:r>
              <a:rPr lang="en" sz="2000"/>
              <a:t>Simpler than relational DBs with no complex joins</a:t>
            </a:r>
            <a:endParaRPr sz="2000"/>
          </a:p>
        </p:txBody>
      </p:sp>
      <p:sp>
        <p:nvSpPr>
          <p:cNvPr id="449" name="Google Shape;449;p28"/>
          <p:cNvSpPr txBox="1"/>
          <p:nvPr/>
        </p:nvSpPr>
        <p:spPr>
          <a:xfrm>
            <a:off x="1334150" y="1595375"/>
            <a:ext cx="61674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solidFill>
                <a:schemeClr val="dk1"/>
              </a:solidFill>
              <a:latin typeface="Fira Sans"/>
              <a:ea typeface="Fira Sans"/>
              <a:cs typeface="Fira Sans"/>
              <a:sym typeface="Fira Sans"/>
            </a:endParaRPr>
          </a:p>
        </p:txBody>
      </p:sp>
      <p:sp>
        <p:nvSpPr>
          <p:cNvPr id="450" name="Google Shape;450;p28"/>
          <p:cNvSpPr txBox="1"/>
          <p:nvPr/>
        </p:nvSpPr>
        <p:spPr>
          <a:xfrm>
            <a:off x="5695225" y="1966625"/>
            <a:ext cx="34704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solidFill>
                <a:schemeClr val="dk1"/>
              </a:solidFill>
              <a:latin typeface="Fira Sans"/>
              <a:ea typeface="Fira Sans"/>
              <a:cs typeface="Fira Sans"/>
              <a:sym typeface="Fira Sans"/>
            </a:endParaRPr>
          </a:p>
        </p:txBody>
      </p:sp>
      <p:pic>
        <p:nvPicPr>
          <p:cNvPr id="451" name="Google Shape;451;p28"/>
          <p:cNvPicPr preferRelativeResize="0"/>
          <p:nvPr/>
        </p:nvPicPr>
        <p:blipFill>
          <a:blip r:embed="rId3">
            <a:alphaModFix/>
          </a:blip>
          <a:stretch>
            <a:fillRect/>
          </a:stretch>
        </p:blipFill>
        <p:spPr>
          <a:xfrm>
            <a:off x="5039853" y="70300"/>
            <a:ext cx="290150" cy="64524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29"/>
          <p:cNvSpPr txBox="1"/>
          <p:nvPr>
            <p:ph idx="2" type="title"/>
          </p:nvPr>
        </p:nvSpPr>
        <p:spPr>
          <a:xfrm>
            <a:off x="762575" y="339050"/>
            <a:ext cx="771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200"/>
              <a:t>                                 Redis     </a:t>
            </a:r>
            <a:endParaRPr sz="3200"/>
          </a:p>
          <a:p>
            <a:pPr indent="0" lvl="0" marL="0" rtl="0" algn="ctr">
              <a:spcBef>
                <a:spcPts val="0"/>
              </a:spcBef>
              <a:spcAft>
                <a:spcPts val="0"/>
              </a:spcAft>
              <a:buNone/>
            </a:pPr>
            <a:r>
              <a:rPr b="0" lang="en" sz="2900"/>
              <a:t>Real-Time Tracking and Monitoring Dashboards</a:t>
            </a:r>
            <a:endParaRPr b="0" sz="2900"/>
          </a:p>
        </p:txBody>
      </p:sp>
      <p:sp>
        <p:nvSpPr>
          <p:cNvPr id="457" name="Google Shape;457;p29"/>
          <p:cNvSpPr txBox="1"/>
          <p:nvPr>
            <p:ph idx="1" type="subTitle"/>
          </p:nvPr>
        </p:nvSpPr>
        <p:spPr>
          <a:xfrm>
            <a:off x="1020600" y="1174450"/>
            <a:ext cx="7102800" cy="3613200"/>
          </a:xfrm>
          <a:prstGeom prst="rect">
            <a:avLst/>
          </a:prstGeom>
        </p:spPr>
        <p:txBody>
          <a:bodyPr anchorCtr="0" anchor="ctr" bIns="91425" lIns="91425" spcFirstLastPara="1" rIns="91425" wrap="square" tIns="91425">
            <a:noAutofit/>
          </a:bodyPr>
          <a:lstStyle/>
          <a:p>
            <a:pPr indent="-355600" lvl="0" marL="457200" rtl="0" algn="l">
              <a:spcBef>
                <a:spcPts val="0"/>
              </a:spcBef>
              <a:spcAft>
                <a:spcPts val="0"/>
              </a:spcAft>
              <a:buSzPts val="2000"/>
              <a:buChar char="●"/>
            </a:pPr>
            <a:r>
              <a:rPr lang="en" sz="2000"/>
              <a:t>In-memory key-value store optimized for speed</a:t>
            </a:r>
            <a:br>
              <a:rPr lang="en" sz="2000"/>
            </a:br>
            <a:endParaRPr sz="2000"/>
          </a:p>
          <a:p>
            <a:pPr indent="-355600" lvl="0" marL="457200" rtl="0" algn="l">
              <a:spcBef>
                <a:spcPts val="0"/>
              </a:spcBef>
              <a:spcAft>
                <a:spcPts val="0"/>
              </a:spcAft>
              <a:buSzPts val="2000"/>
              <a:buChar char="●"/>
            </a:pPr>
            <a:r>
              <a:rPr lang="en" sz="2000"/>
              <a:t>Real-time border crossing alerts and dashboards</a:t>
            </a:r>
            <a:br>
              <a:rPr lang="en" sz="2000"/>
            </a:br>
            <a:endParaRPr sz="2000"/>
          </a:p>
          <a:p>
            <a:pPr indent="-355600" lvl="0" marL="457200" rtl="0" algn="l">
              <a:spcBef>
                <a:spcPts val="0"/>
              </a:spcBef>
              <a:spcAft>
                <a:spcPts val="0"/>
              </a:spcAft>
              <a:buSzPts val="2000"/>
              <a:buChar char="●"/>
            </a:pPr>
            <a:r>
              <a:rPr lang="en" sz="2000"/>
              <a:t>Tracks live supply counts (beds, meals, supplies)</a:t>
            </a:r>
            <a:br>
              <a:rPr lang="en" sz="2000"/>
            </a:br>
            <a:endParaRPr sz="2000"/>
          </a:p>
          <a:p>
            <a:pPr indent="-355600" lvl="0" marL="457200" rtl="0" algn="l">
              <a:spcBef>
                <a:spcPts val="0"/>
              </a:spcBef>
              <a:spcAft>
                <a:spcPts val="0"/>
              </a:spcAft>
              <a:buSzPts val="2000"/>
              <a:buChar char="●"/>
            </a:pPr>
            <a:r>
              <a:rPr lang="en" sz="2000"/>
              <a:t>Instant updates for time-sensitive scenarios</a:t>
            </a:r>
            <a:br>
              <a:rPr lang="en" sz="2000"/>
            </a:br>
            <a:endParaRPr sz="2000"/>
          </a:p>
          <a:p>
            <a:pPr indent="-355600" lvl="0" marL="457200" rtl="0" algn="l">
              <a:spcBef>
                <a:spcPts val="0"/>
              </a:spcBef>
              <a:spcAft>
                <a:spcPts val="0"/>
              </a:spcAft>
              <a:buSzPts val="2000"/>
              <a:buChar char="●"/>
            </a:pPr>
            <a:r>
              <a:rPr lang="en" sz="2000"/>
              <a:t>Outperforms relational DBs in real-time use</a:t>
            </a:r>
            <a:endParaRPr sz="2000"/>
          </a:p>
        </p:txBody>
      </p:sp>
      <p:sp>
        <p:nvSpPr>
          <p:cNvPr id="458" name="Google Shape;458;p29"/>
          <p:cNvSpPr txBox="1"/>
          <p:nvPr/>
        </p:nvSpPr>
        <p:spPr>
          <a:xfrm>
            <a:off x="1334150" y="1595375"/>
            <a:ext cx="61674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solidFill>
                <a:schemeClr val="dk1"/>
              </a:solidFill>
              <a:latin typeface="Fira Sans"/>
              <a:ea typeface="Fira Sans"/>
              <a:cs typeface="Fira Sans"/>
              <a:sym typeface="Fira Sans"/>
            </a:endParaRPr>
          </a:p>
        </p:txBody>
      </p:sp>
      <p:sp>
        <p:nvSpPr>
          <p:cNvPr id="459" name="Google Shape;459;p29"/>
          <p:cNvSpPr txBox="1"/>
          <p:nvPr/>
        </p:nvSpPr>
        <p:spPr>
          <a:xfrm>
            <a:off x="5695225" y="1966625"/>
            <a:ext cx="34704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solidFill>
                <a:schemeClr val="dk1"/>
              </a:solidFill>
              <a:latin typeface="Fira Sans"/>
              <a:ea typeface="Fira Sans"/>
              <a:cs typeface="Fira Sans"/>
              <a:sym typeface="Fira Sans"/>
            </a:endParaRPr>
          </a:p>
        </p:txBody>
      </p:sp>
      <p:pic>
        <p:nvPicPr>
          <p:cNvPr id="460" name="Google Shape;460;p29"/>
          <p:cNvPicPr preferRelativeResize="0"/>
          <p:nvPr/>
        </p:nvPicPr>
        <p:blipFill>
          <a:blip r:embed="rId3">
            <a:alphaModFix/>
          </a:blip>
          <a:stretch>
            <a:fillRect/>
          </a:stretch>
        </p:blipFill>
        <p:spPr>
          <a:xfrm>
            <a:off x="4744100" y="119000"/>
            <a:ext cx="572700" cy="5727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30"/>
          <p:cNvSpPr txBox="1"/>
          <p:nvPr>
            <p:ph idx="2" type="title"/>
          </p:nvPr>
        </p:nvSpPr>
        <p:spPr>
          <a:xfrm>
            <a:off x="762575" y="339050"/>
            <a:ext cx="77106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200"/>
              <a:t>Neo4j</a:t>
            </a:r>
            <a:endParaRPr sz="3200"/>
          </a:p>
          <a:p>
            <a:pPr indent="0" lvl="0" marL="0" rtl="0" algn="ctr">
              <a:spcBef>
                <a:spcPts val="0"/>
              </a:spcBef>
              <a:spcAft>
                <a:spcPts val="0"/>
              </a:spcAft>
              <a:buNone/>
            </a:pPr>
            <a:r>
              <a:rPr b="0" lang="en" sz="2900"/>
              <a:t>Analyzing Refugee Movement Around the World</a:t>
            </a:r>
            <a:endParaRPr b="0" sz="2900"/>
          </a:p>
        </p:txBody>
      </p:sp>
      <p:sp>
        <p:nvSpPr>
          <p:cNvPr id="466" name="Google Shape;466;p30"/>
          <p:cNvSpPr txBox="1"/>
          <p:nvPr>
            <p:ph idx="1" type="subTitle"/>
          </p:nvPr>
        </p:nvSpPr>
        <p:spPr>
          <a:xfrm>
            <a:off x="851500" y="1174450"/>
            <a:ext cx="4064700" cy="3613200"/>
          </a:xfrm>
          <a:prstGeom prst="rect">
            <a:avLst/>
          </a:prstGeom>
        </p:spPr>
        <p:txBody>
          <a:bodyPr anchorCtr="0" anchor="ctr" bIns="91425" lIns="91425" spcFirstLastPara="1" rIns="91425" wrap="square" tIns="91425">
            <a:noAutofit/>
          </a:bodyPr>
          <a:lstStyle/>
          <a:p>
            <a:pPr indent="-342900" lvl="0" marL="457200" marR="0" rtl="0" algn="l">
              <a:lnSpc>
                <a:spcPct val="100000"/>
              </a:lnSpc>
              <a:spcBef>
                <a:spcPts val="0"/>
              </a:spcBef>
              <a:spcAft>
                <a:spcPts val="0"/>
              </a:spcAft>
              <a:buSzPts val="1800"/>
              <a:buChar char="●"/>
            </a:pPr>
            <a:r>
              <a:rPr lang="en" sz="1800"/>
              <a:t>Countries as nodes, refugee flows as directed, weighted edges</a:t>
            </a:r>
            <a:br>
              <a:rPr lang="en" sz="1800"/>
            </a:br>
            <a:endParaRPr sz="1800"/>
          </a:p>
          <a:p>
            <a:pPr indent="-342900" lvl="0" marL="457200" marR="0" rtl="0" algn="l">
              <a:lnSpc>
                <a:spcPct val="100000"/>
              </a:lnSpc>
              <a:spcBef>
                <a:spcPts val="0"/>
              </a:spcBef>
              <a:spcAft>
                <a:spcPts val="0"/>
              </a:spcAft>
              <a:buSzPts val="1800"/>
              <a:buChar char="●"/>
            </a:pPr>
            <a:r>
              <a:rPr lang="en" sz="1800"/>
              <a:t>Captures complex migration patterns from origin to asylum</a:t>
            </a:r>
            <a:br>
              <a:rPr lang="en" sz="1800"/>
            </a:br>
            <a:endParaRPr sz="1800"/>
          </a:p>
          <a:p>
            <a:pPr indent="-342900" lvl="0" marL="457200" marR="0" rtl="0" algn="l">
              <a:lnSpc>
                <a:spcPct val="100000"/>
              </a:lnSpc>
              <a:spcBef>
                <a:spcPts val="0"/>
              </a:spcBef>
              <a:spcAft>
                <a:spcPts val="0"/>
              </a:spcAft>
              <a:buSzPts val="1800"/>
              <a:buChar char="●"/>
            </a:pPr>
            <a:r>
              <a:rPr lang="en" sz="1800"/>
              <a:t>Enables analysis with graph algorithms</a:t>
            </a:r>
            <a:br>
              <a:rPr lang="en" sz="1800"/>
            </a:br>
            <a:endParaRPr sz="1800"/>
          </a:p>
          <a:p>
            <a:pPr indent="-342900" lvl="0" marL="457200" marR="0" rtl="0" algn="l">
              <a:lnSpc>
                <a:spcPct val="100000"/>
              </a:lnSpc>
              <a:spcBef>
                <a:spcPts val="0"/>
              </a:spcBef>
              <a:spcAft>
                <a:spcPts val="0"/>
              </a:spcAft>
              <a:buSzPts val="1800"/>
              <a:buChar char="●"/>
            </a:pPr>
            <a:r>
              <a:rPr lang="en" sz="1800"/>
              <a:t>More effective than relational databases for network analysis</a:t>
            </a:r>
            <a:endParaRPr sz="1800"/>
          </a:p>
        </p:txBody>
      </p:sp>
      <p:sp>
        <p:nvSpPr>
          <p:cNvPr id="467" name="Google Shape;467;p30"/>
          <p:cNvSpPr txBox="1"/>
          <p:nvPr/>
        </p:nvSpPr>
        <p:spPr>
          <a:xfrm>
            <a:off x="1334150" y="1595375"/>
            <a:ext cx="61674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solidFill>
                <a:schemeClr val="dk1"/>
              </a:solidFill>
              <a:latin typeface="Fira Sans"/>
              <a:ea typeface="Fira Sans"/>
              <a:cs typeface="Fira Sans"/>
              <a:sym typeface="Fira Sans"/>
            </a:endParaRPr>
          </a:p>
        </p:txBody>
      </p:sp>
      <p:sp>
        <p:nvSpPr>
          <p:cNvPr id="468" name="Google Shape;468;p30"/>
          <p:cNvSpPr txBox="1"/>
          <p:nvPr/>
        </p:nvSpPr>
        <p:spPr>
          <a:xfrm>
            <a:off x="5695225" y="1966625"/>
            <a:ext cx="34704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solidFill>
                <a:schemeClr val="dk1"/>
              </a:solidFill>
              <a:latin typeface="Fira Sans"/>
              <a:ea typeface="Fira Sans"/>
              <a:cs typeface="Fira Sans"/>
              <a:sym typeface="Fira Sans"/>
            </a:endParaRPr>
          </a:p>
        </p:txBody>
      </p:sp>
      <p:pic>
        <p:nvPicPr>
          <p:cNvPr id="469" name="Google Shape;469;p30"/>
          <p:cNvPicPr preferRelativeResize="0"/>
          <p:nvPr/>
        </p:nvPicPr>
        <p:blipFill>
          <a:blip r:embed="rId3">
            <a:alphaModFix/>
          </a:blip>
          <a:stretch>
            <a:fillRect/>
          </a:stretch>
        </p:blipFill>
        <p:spPr>
          <a:xfrm>
            <a:off x="4916202" y="1174450"/>
            <a:ext cx="3387949" cy="361320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31"/>
          <p:cNvSpPr txBox="1"/>
          <p:nvPr>
            <p:ph type="title"/>
          </p:nvPr>
        </p:nvSpPr>
        <p:spPr>
          <a:xfrm>
            <a:off x="713225" y="554992"/>
            <a:ext cx="77175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What is </a:t>
            </a:r>
            <a:r>
              <a:rPr lang="en"/>
              <a:t>Page</a:t>
            </a:r>
            <a:r>
              <a:rPr lang="en"/>
              <a:t> Rank?</a:t>
            </a:r>
            <a:endParaRPr/>
          </a:p>
        </p:txBody>
      </p:sp>
      <p:grpSp>
        <p:nvGrpSpPr>
          <p:cNvPr id="475" name="Google Shape;475;p31"/>
          <p:cNvGrpSpPr/>
          <p:nvPr/>
        </p:nvGrpSpPr>
        <p:grpSpPr>
          <a:xfrm>
            <a:off x="2683709" y="2481779"/>
            <a:ext cx="3776594" cy="1779034"/>
            <a:chOff x="634175" y="2986275"/>
            <a:chExt cx="3147949" cy="1458344"/>
          </a:xfrm>
        </p:grpSpPr>
        <p:cxnSp>
          <p:nvCxnSpPr>
            <p:cNvPr id="476" name="Google Shape;476;p31"/>
            <p:cNvCxnSpPr>
              <a:stCxn id="477" idx="7"/>
              <a:endCxn id="478" idx="4"/>
            </p:cNvCxnSpPr>
            <p:nvPr/>
          </p:nvCxnSpPr>
          <p:spPr>
            <a:xfrm flipH="1" rot="10800000">
              <a:off x="3104095" y="3577856"/>
              <a:ext cx="382200" cy="361800"/>
            </a:xfrm>
            <a:prstGeom prst="straightConnector1">
              <a:avLst/>
            </a:prstGeom>
            <a:noFill/>
            <a:ln cap="flat" cmpd="sng" w="28575">
              <a:solidFill>
                <a:schemeClr val="dk1"/>
              </a:solidFill>
              <a:prstDash val="solid"/>
              <a:round/>
              <a:headEnd len="med" w="med" type="triangle"/>
              <a:tailEnd len="med" w="med" type="none"/>
            </a:ln>
          </p:spPr>
        </p:cxnSp>
        <p:sp>
          <p:nvSpPr>
            <p:cNvPr id="478" name="Google Shape;478;p31"/>
            <p:cNvSpPr/>
            <p:nvPr/>
          </p:nvSpPr>
          <p:spPr>
            <a:xfrm>
              <a:off x="3190524" y="2986275"/>
              <a:ext cx="591600" cy="591600"/>
            </a:xfrm>
            <a:prstGeom prst="ellipse">
              <a:avLst/>
            </a:prstGeom>
            <a:noFill/>
            <a:ln cap="flat" cmpd="sng" w="28575">
              <a:solidFill>
                <a:schemeClr val="lt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sp>
          <p:nvSpPr>
            <p:cNvPr id="479" name="Google Shape;479;p31"/>
            <p:cNvSpPr/>
            <p:nvPr/>
          </p:nvSpPr>
          <p:spPr>
            <a:xfrm>
              <a:off x="1912352" y="2986275"/>
              <a:ext cx="591600" cy="591600"/>
            </a:xfrm>
            <a:prstGeom prst="ellipse">
              <a:avLst/>
            </a:prstGeom>
            <a:noFill/>
            <a:ln cap="flat" cmpd="sng" w="28575">
              <a:solidFill>
                <a:schemeClr val="lt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sp>
          <p:nvSpPr>
            <p:cNvPr id="480" name="Google Shape;480;p31"/>
            <p:cNvSpPr/>
            <p:nvPr/>
          </p:nvSpPr>
          <p:spPr>
            <a:xfrm>
              <a:off x="634175" y="2986275"/>
              <a:ext cx="591600" cy="591600"/>
            </a:xfrm>
            <a:prstGeom prst="ellipse">
              <a:avLst/>
            </a:prstGeom>
            <a:noFill/>
            <a:ln cap="flat" cmpd="sng" w="28575">
              <a:solidFill>
                <a:schemeClr val="lt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sp>
          <p:nvSpPr>
            <p:cNvPr id="477" name="Google Shape;477;p31"/>
            <p:cNvSpPr/>
            <p:nvPr/>
          </p:nvSpPr>
          <p:spPr>
            <a:xfrm>
              <a:off x="2599133" y="3853018"/>
              <a:ext cx="591600" cy="591600"/>
            </a:xfrm>
            <a:prstGeom prst="ellipse">
              <a:avLst/>
            </a:prstGeom>
            <a:noFill/>
            <a:ln cap="flat" cmpd="sng" w="28575">
              <a:solidFill>
                <a:schemeClr val="lt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sp>
          <p:nvSpPr>
            <p:cNvPr id="481" name="Google Shape;481;p31"/>
            <p:cNvSpPr/>
            <p:nvPr/>
          </p:nvSpPr>
          <p:spPr>
            <a:xfrm>
              <a:off x="1225566" y="3853019"/>
              <a:ext cx="591600" cy="591600"/>
            </a:xfrm>
            <a:prstGeom prst="ellipse">
              <a:avLst/>
            </a:prstGeom>
            <a:noFill/>
            <a:ln cap="flat" cmpd="sng" w="28575">
              <a:solidFill>
                <a:schemeClr val="lt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FFFFFF"/>
                </a:solidFill>
                <a:latin typeface="Calibri"/>
                <a:ea typeface="Calibri"/>
                <a:cs typeface="Calibri"/>
                <a:sym typeface="Calibri"/>
              </a:endParaRPr>
            </a:p>
          </p:txBody>
        </p:sp>
      </p:grpSp>
      <p:cxnSp>
        <p:nvCxnSpPr>
          <p:cNvPr id="482" name="Google Shape;482;p31"/>
          <p:cNvCxnSpPr>
            <a:stCxn id="478" idx="2"/>
            <a:endCxn id="479" idx="6"/>
          </p:cNvCxnSpPr>
          <p:nvPr/>
        </p:nvCxnSpPr>
        <p:spPr>
          <a:xfrm rot="10800000">
            <a:off x="4926761" y="2842625"/>
            <a:ext cx="823800" cy="0"/>
          </a:xfrm>
          <a:prstGeom prst="straightConnector1">
            <a:avLst/>
          </a:prstGeom>
          <a:noFill/>
          <a:ln cap="flat" cmpd="sng" w="28575">
            <a:solidFill>
              <a:schemeClr val="dk1"/>
            </a:solidFill>
            <a:prstDash val="solid"/>
            <a:round/>
            <a:headEnd len="med" w="med" type="none"/>
            <a:tailEnd len="med" w="med" type="triangle"/>
          </a:ln>
        </p:spPr>
      </p:cxnSp>
      <p:grpSp>
        <p:nvGrpSpPr>
          <p:cNvPr id="483" name="Google Shape;483;p31"/>
          <p:cNvGrpSpPr/>
          <p:nvPr/>
        </p:nvGrpSpPr>
        <p:grpSpPr>
          <a:xfrm>
            <a:off x="3393201" y="1404012"/>
            <a:ext cx="2357610" cy="721694"/>
            <a:chOff x="1225566" y="3853018"/>
            <a:chExt cx="1965166" cy="591601"/>
          </a:xfrm>
        </p:grpSpPr>
        <p:sp>
          <p:nvSpPr>
            <p:cNvPr id="484" name="Google Shape;484;p31"/>
            <p:cNvSpPr/>
            <p:nvPr/>
          </p:nvSpPr>
          <p:spPr>
            <a:xfrm>
              <a:off x="2599133" y="3853018"/>
              <a:ext cx="591600" cy="591600"/>
            </a:xfrm>
            <a:prstGeom prst="ellipse">
              <a:avLst/>
            </a:prstGeom>
            <a:noFill/>
            <a:ln cap="flat" cmpd="sng" w="28575">
              <a:solidFill>
                <a:schemeClr val="lt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sp>
          <p:nvSpPr>
            <p:cNvPr id="485" name="Google Shape;485;p31"/>
            <p:cNvSpPr/>
            <p:nvPr/>
          </p:nvSpPr>
          <p:spPr>
            <a:xfrm>
              <a:off x="1225566" y="3853019"/>
              <a:ext cx="591600" cy="591600"/>
            </a:xfrm>
            <a:prstGeom prst="ellipse">
              <a:avLst/>
            </a:prstGeom>
            <a:noFill/>
            <a:ln cap="flat" cmpd="sng" w="28575">
              <a:solidFill>
                <a:schemeClr val="lt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FFFFFF"/>
                </a:solidFill>
                <a:latin typeface="Calibri"/>
                <a:ea typeface="Calibri"/>
                <a:cs typeface="Calibri"/>
                <a:sym typeface="Calibri"/>
              </a:endParaRPr>
            </a:p>
          </p:txBody>
        </p:sp>
      </p:grpSp>
      <p:cxnSp>
        <p:nvCxnSpPr>
          <p:cNvPr id="486" name="Google Shape;486;p31"/>
          <p:cNvCxnSpPr>
            <a:endCxn id="479" idx="2"/>
          </p:cNvCxnSpPr>
          <p:nvPr/>
        </p:nvCxnSpPr>
        <p:spPr>
          <a:xfrm>
            <a:off x="3393338" y="2842625"/>
            <a:ext cx="823800" cy="0"/>
          </a:xfrm>
          <a:prstGeom prst="straightConnector1">
            <a:avLst/>
          </a:prstGeom>
          <a:noFill/>
          <a:ln cap="flat" cmpd="sng" w="28575">
            <a:solidFill>
              <a:schemeClr val="dk1"/>
            </a:solidFill>
            <a:prstDash val="solid"/>
            <a:round/>
            <a:headEnd len="med" w="med" type="none"/>
            <a:tailEnd len="med" w="med" type="triangle"/>
          </a:ln>
        </p:spPr>
      </p:cxnSp>
      <p:cxnSp>
        <p:nvCxnSpPr>
          <p:cNvPr id="487" name="Google Shape;487;p31"/>
          <p:cNvCxnSpPr>
            <a:stCxn id="485" idx="5"/>
            <a:endCxn id="479" idx="1"/>
          </p:cNvCxnSpPr>
          <p:nvPr/>
        </p:nvCxnSpPr>
        <p:spPr>
          <a:xfrm>
            <a:off x="3999004" y="2020016"/>
            <a:ext cx="322200" cy="567600"/>
          </a:xfrm>
          <a:prstGeom prst="straightConnector1">
            <a:avLst/>
          </a:prstGeom>
          <a:noFill/>
          <a:ln cap="flat" cmpd="sng" w="28575">
            <a:solidFill>
              <a:schemeClr val="dk1"/>
            </a:solidFill>
            <a:prstDash val="solid"/>
            <a:round/>
            <a:headEnd len="med" w="med" type="none"/>
            <a:tailEnd len="med" w="med" type="triangle"/>
          </a:ln>
        </p:spPr>
      </p:cxnSp>
      <p:cxnSp>
        <p:nvCxnSpPr>
          <p:cNvPr id="488" name="Google Shape;488;p31"/>
          <p:cNvCxnSpPr>
            <a:stCxn id="477" idx="2"/>
            <a:endCxn id="481" idx="6"/>
          </p:cNvCxnSpPr>
          <p:nvPr/>
        </p:nvCxnSpPr>
        <p:spPr>
          <a:xfrm rot="10800000">
            <a:off x="4102969" y="3899966"/>
            <a:ext cx="938100" cy="0"/>
          </a:xfrm>
          <a:prstGeom prst="straightConnector1">
            <a:avLst/>
          </a:prstGeom>
          <a:noFill/>
          <a:ln cap="flat" cmpd="sng" w="28575">
            <a:solidFill>
              <a:schemeClr val="dk1"/>
            </a:solidFill>
            <a:prstDash val="solid"/>
            <a:round/>
            <a:headEnd len="med" w="med" type="none"/>
            <a:tailEnd len="med" w="med" type="triangle"/>
          </a:ln>
        </p:spPr>
      </p:cxnSp>
      <p:cxnSp>
        <p:nvCxnSpPr>
          <p:cNvPr id="489" name="Google Shape;489;p31"/>
          <p:cNvCxnSpPr>
            <a:stCxn id="479" idx="7"/>
            <a:endCxn id="484" idx="3"/>
          </p:cNvCxnSpPr>
          <p:nvPr/>
        </p:nvCxnSpPr>
        <p:spPr>
          <a:xfrm flipH="1" rot="10800000">
            <a:off x="4822941" y="2019869"/>
            <a:ext cx="322200" cy="567600"/>
          </a:xfrm>
          <a:prstGeom prst="straightConnector1">
            <a:avLst/>
          </a:prstGeom>
          <a:noFill/>
          <a:ln cap="flat" cmpd="sng" w="28575">
            <a:solidFill>
              <a:schemeClr val="dk1"/>
            </a:solidFill>
            <a:prstDash val="solid"/>
            <a:round/>
            <a:headEnd len="med" w="med" type="triangle"/>
            <a:tailEnd len="med" w="med" type="none"/>
          </a:ln>
        </p:spPr>
      </p:cxnSp>
      <p:sp>
        <p:nvSpPr>
          <p:cNvPr id="490" name="Google Shape;490;p31"/>
          <p:cNvSpPr/>
          <p:nvPr/>
        </p:nvSpPr>
        <p:spPr>
          <a:xfrm>
            <a:off x="2046469" y="3539087"/>
            <a:ext cx="709800" cy="721800"/>
          </a:xfrm>
          <a:prstGeom prst="ellipse">
            <a:avLst/>
          </a:prstGeom>
          <a:noFill/>
          <a:ln cap="flat" cmpd="sng" w="28575">
            <a:solidFill>
              <a:schemeClr val="lt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sp>
        <p:nvSpPr>
          <p:cNvPr id="491" name="Google Shape;491;p31"/>
          <p:cNvSpPr/>
          <p:nvPr/>
        </p:nvSpPr>
        <p:spPr>
          <a:xfrm>
            <a:off x="6609694" y="1403962"/>
            <a:ext cx="709800" cy="721800"/>
          </a:xfrm>
          <a:prstGeom prst="ellipse">
            <a:avLst/>
          </a:prstGeom>
          <a:noFill/>
          <a:ln cap="flat" cmpd="sng" w="28575">
            <a:solidFill>
              <a:schemeClr val="lt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cxnSp>
        <p:nvCxnSpPr>
          <p:cNvPr id="492" name="Google Shape;492;p31"/>
          <p:cNvCxnSpPr>
            <a:stCxn id="485" idx="6"/>
            <a:endCxn id="484" idx="2"/>
          </p:cNvCxnSpPr>
          <p:nvPr/>
        </p:nvCxnSpPr>
        <p:spPr>
          <a:xfrm>
            <a:off x="4102944" y="1764859"/>
            <a:ext cx="938100" cy="0"/>
          </a:xfrm>
          <a:prstGeom prst="straightConnector1">
            <a:avLst/>
          </a:prstGeom>
          <a:noFill/>
          <a:ln cap="flat" cmpd="sng" w="28575">
            <a:solidFill>
              <a:schemeClr val="dk1"/>
            </a:solidFill>
            <a:prstDash val="solid"/>
            <a:round/>
            <a:headEnd len="med" w="med" type="none"/>
            <a:tailEnd len="med" w="med" type="triangle"/>
          </a:ln>
        </p:spPr>
      </p:cxnSp>
      <p:cxnSp>
        <p:nvCxnSpPr>
          <p:cNvPr id="493" name="Google Shape;493;p31"/>
          <p:cNvCxnSpPr>
            <a:stCxn id="491" idx="2"/>
            <a:endCxn id="484" idx="6"/>
          </p:cNvCxnSpPr>
          <p:nvPr/>
        </p:nvCxnSpPr>
        <p:spPr>
          <a:xfrm rot="10800000">
            <a:off x="5750794" y="1764862"/>
            <a:ext cx="858900" cy="0"/>
          </a:xfrm>
          <a:prstGeom prst="straightConnector1">
            <a:avLst/>
          </a:prstGeom>
          <a:noFill/>
          <a:ln cap="flat" cmpd="sng" w="28575">
            <a:solidFill>
              <a:schemeClr val="dk1"/>
            </a:solidFill>
            <a:prstDash val="solid"/>
            <a:round/>
            <a:headEnd len="med" w="med" type="none"/>
            <a:tailEnd len="med" w="med" type="triangle"/>
          </a:ln>
        </p:spPr>
      </p:cxnSp>
      <p:cxnSp>
        <p:nvCxnSpPr>
          <p:cNvPr id="494" name="Google Shape;494;p31"/>
          <p:cNvCxnSpPr>
            <a:endCxn id="481" idx="2"/>
          </p:cNvCxnSpPr>
          <p:nvPr/>
        </p:nvCxnSpPr>
        <p:spPr>
          <a:xfrm>
            <a:off x="2756301" y="3899967"/>
            <a:ext cx="636900" cy="0"/>
          </a:xfrm>
          <a:prstGeom prst="straightConnector1">
            <a:avLst/>
          </a:prstGeom>
          <a:noFill/>
          <a:ln cap="flat" cmpd="sng" w="28575">
            <a:solidFill>
              <a:schemeClr val="dk1"/>
            </a:solidFill>
            <a:prstDash val="solid"/>
            <a:round/>
            <a:headEnd len="med" w="med" type="none"/>
            <a:tailEnd len="med" w="med" type="triangle"/>
          </a:ln>
        </p:spPr>
      </p:cxnSp>
      <p:cxnSp>
        <p:nvCxnSpPr>
          <p:cNvPr id="495" name="Google Shape;495;p31"/>
          <p:cNvCxnSpPr/>
          <p:nvPr/>
        </p:nvCxnSpPr>
        <p:spPr>
          <a:xfrm rot="10800000">
            <a:off x="5646950" y="2020744"/>
            <a:ext cx="207600" cy="567600"/>
          </a:xfrm>
          <a:prstGeom prst="straightConnector1">
            <a:avLst/>
          </a:prstGeom>
          <a:noFill/>
          <a:ln cap="flat" cmpd="sng" w="28575">
            <a:solidFill>
              <a:schemeClr val="dk1"/>
            </a:solidFill>
            <a:prstDash val="solid"/>
            <a:round/>
            <a:headEnd len="med" w="med" type="none"/>
            <a:tailEnd len="med" w="med" type="triangle"/>
          </a:ln>
        </p:spPr>
      </p:cxnSp>
      <p:sp>
        <p:nvSpPr>
          <p:cNvPr id="496" name="Google Shape;496;p31"/>
          <p:cNvSpPr/>
          <p:nvPr/>
        </p:nvSpPr>
        <p:spPr>
          <a:xfrm>
            <a:off x="5041188" y="1405729"/>
            <a:ext cx="709800" cy="721800"/>
          </a:xfrm>
          <a:prstGeom prst="ellipse">
            <a:avLst/>
          </a:prstGeom>
          <a:solidFill>
            <a:srgbClr val="A52342">
              <a:alpha val="29110"/>
            </a:srgbClr>
          </a:solidFill>
          <a:ln cap="flat" cmpd="sng" w="28575">
            <a:solidFill>
              <a:schemeClr val="accent5"/>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sp>
        <p:nvSpPr>
          <p:cNvPr id="497" name="Google Shape;497;p31"/>
          <p:cNvSpPr/>
          <p:nvPr/>
        </p:nvSpPr>
        <p:spPr>
          <a:xfrm>
            <a:off x="3393188" y="3539079"/>
            <a:ext cx="709800" cy="721800"/>
          </a:xfrm>
          <a:prstGeom prst="ellipse">
            <a:avLst/>
          </a:prstGeom>
          <a:solidFill>
            <a:srgbClr val="A52342">
              <a:alpha val="29110"/>
            </a:srgbClr>
          </a:solidFill>
          <a:ln cap="flat" cmpd="sng" w="28575">
            <a:solidFill>
              <a:schemeClr val="accent5"/>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cxnSp>
        <p:nvCxnSpPr>
          <p:cNvPr id="498" name="Google Shape;498;p31"/>
          <p:cNvCxnSpPr>
            <a:stCxn id="480" idx="5"/>
            <a:endCxn id="497" idx="1"/>
          </p:cNvCxnSpPr>
          <p:nvPr/>
        </p:nvCxnSpPr>
        <p:spPr>
          <a:xfrm>
            <a:off x="3289512" y="3097782"/>
            <a:ext cx="207600" cy="546900"/>
          </a:xfrm>
          <a:prstGeom prst="straightConnector1">
            <a:avLst/>
          </a:prstGeom>
          <a:noFill/>
          <a:ln cap="flat" cmpd="sng" w="28575">
            <a:solidFill>
              <a:schemeClr val="dk1"/>
            </a:solidFill>
            <a:prstDash val="solid"/>
            <a:round/>
            <a:headEnd len="med" w="med" type="none"/>
            <a:tailEnd len="med" w="med" type="triangle"/>
          </a:ln>
        </p:spPr>
      </p:cxnSp>
      <p:cxnSp>
        <p:nvCxnSpPr>
          <p:cNvPr id="499" name="Google Shape;499;p31"/>
          <p:cNvCxnSpPr/>
          <p:nvPr/>
        </p:nvCxnSpPr>
        <p:spPr>
          <a:xfrm>
            <a:off x="3393438" y="2842688"/>
            <a:ext cx="823800" cy="0"/>
          </a:xfrm>
          <a:prstGeom prst="straightConnector1">
            <a:avLst/>
          </a:prstGeom>
          <a:noFill/>
          <a:ln cap="flat" cmpd="sng" w="28575">
            <a:solidFill>
              <a:schemeClr val="dk2"/>
            </a:solidFill>
            <a:prstDash val="solid"/>
            <a:round/>
            <a:headEnd len="med" w="med" type="none"/>
            <a:tailEnd len="med" w="med" type="triangle"/>
          </a:ln>
        </p:spPr>
      </p:cxnSp>
      <p:cxnSp>
        <p:nvCxnSpPr>
          <p:cNvPr id="500" name="Google Shape;500;p31"/>
          <p:cNvCxnSpPr/>
          <p:nvPr/>
        </p:nvCxnSpPr>
        <p:spPr>
          <a:xfrm>
            <a:off x="3999104" y="2020078"/>
            <a:ext cx="322200" cy="567600"/>
          </a:xfrm>
          <a:prstGeom prst="straightConnector1">
            <a:avLst/>
          </a:prstGeom>
          <a:noFill/>
          <a:ln cap="flat" cmpd="sng" w="28575">
            <a:solidFill>
              <a:schemeClr val="dk2"/>
            </a:solidFill>
            <a:prstDash val="solid"/>
            <a:round/>
            <a:headEnd len="med" w="med" type="none"/>
            <a:tailEnd len="med" w="med" type="triangle"/>
          </a:ln>
        </p:spPr>
      </p:cxnSp>
      <p:cxnSp>
        <p:nvCxnSpPr>
          <p:cNvPr id="501" name="Google Shape;501;p31"/>
          <p:cNvCxnSpPr/>
          <p:nvPr/>
        </p:nvCxnSpPr>
        <p:spPr>
          <a:xfrm flipH="1" rot="10800000">
            <a:off x="4823041" y="2019931"/>
            <a:ext cx="322200" cy="567600"/>
          </a:xfrm>
          <a:prstGeom prst="straightConnector1">
            <a:avLst/>
          </a:prstGeom>
          <a:noFill/>
          <a:ln cap="flat" cmpd="sng" w="28575">
            <a:solidFill>
              <a:schemeClr val="dk2"/>
            </a:solidFill>
            <a:prstDash val="solid"/>
            <a:round/>
            <a:headEnd len="med" w="med" type="triangle"/>
            <a:tailEnd len="med" w="med" type="none"/>
          </a:ln>
        </p:spPr>
      </p:cxnSp>
      <p:cxnSp>
        <p:nvCxnSpPr>
          <p:cNvPr id="502" name="Google Shape;502;p31"/>
          <p:cNvCxnSpPr/>
          <p:nvPr/>
        </p:nvCxnSpPr>
        <p:spPr>
          <a:xfrm rot="10800000">
            <a:off x="4927098" y="2842526"/>
            <a:ext cx="823500" cy="0"/>
          </a:xfrm>
          <a:prstGeom prst="straightConnector1">
            <a:avLst/>
          </a:prstGeom>
          <a:noFill/>
          <a:ln cap="flat" cmpd="sng" w="28575">
            <a:solidFill>
              <a:schemeClr val="dk2"/>
            </a:solidFill>
            <a:prstDash val="solid"/>
            <a:round/>
            <a:headEnd len="med" w="med" type="none"/>
            <a:tailEnd len="med" w="med" type="triangle"/>
          </a:ln>
        </p:spPr>
      </p:cxnSp>
      <p:cxnSp>
        <p:nvCxnSpPr>
          <p:cNvPr id="503" name="Google Shape;503;p31"/>
          <p:cNvCxnSpPr/>
          <p:nvPr/>
        </p:nvCxnSpPr>
        <p:spPr>
          <a:xfrm>
            <a:off x="4822941" y="3097782"/>
            <a:ext cx="322200" cy="547200"/>
          </a:xfrm>
          <a:prstGeom prst="straightConnector1">
            <a:avLst/>
          </a:prstGeom>
          <a:noFill/>
          <a:ln cap="flat" cmpd="sng" w="28575">
            <a:solidFill>
              <a:schemeClr val="dk1"/>
            </a:solidFill>
            <a:prstDash val="solid"/>
            <a:round/>
            <a:headEnd len="med" w="med" type="triangle"/>
            <a:tailEnd len="med" w="med" type="none"/>
          </a:ln>
        </p:spPr>
      </p:cxnSp>
      <p:cxnSp>
        <p:nvCxnSpPr>
          <p:cNvPr id="504" name="Google Shape;504;p31"/>
          <p:cNvCxnSpPr/>
          <p:nvPr/>
        </p:nvCxnSpPr>
        <p:spPr>
          <a:xfrm flipH="1" rot="10800000">
            <a:off x="3999004" y="3097610"/>
            <a:ext cx="322200" cy="547200"/>
          </a:xfrm>
          <a:prstGeom prst="straightConnector1">
            <a:avLst/>
          </a:prstGeom>
          <a:noFill/>
          <a:ln cap="flat" cmpd="sng" w="28575">
            <a:solidFill>
              <a:schemeClr val="dk1"/>
            </a:solidFill>
            <a:prstDash val="solid"/>
            <a:round/>
            <a:headEnd len="med" w="med" type="none"/>
            <a:tailEnd len="med" w="med" type="triangle"/>
          </a:ln>
        </p:spPr>
      </p:cxnSp>
      <p:cxnSp>
        <p:nvCxnSpPr>
          <p:cNvPr id="505" name="Google Shape;505;p31"/>
          <p:cNvCxnSpPr/>
          <p:nvPr/>
        </p:nvCxnSpPr>
        <p:spPr>
          <a:xfrm>
            <a:off x="4822841" y="3097732"/>
            <a:ext cx="322200" cy="547200"/>
          </a:xfrm>
          <a:prstGeom prst="straightConnector1">
            <a:avLst/>
          </a:prstGeom>
          <a:noFill/>
          <a:ln cap="flat" cmpd="sng" w="28575">
            <a:solidFill>
              <a:schemeClr val="dk2"/>
            </a:solidFill>
            <a:prstDash val="solid"/>
            <a:round/>
            <a:headEnd len="med" w="med" type="triangle"/>
            <a:tailEnd len="med" w="med" type="none"/>
          </a:ln>
        </p:spPr>
      </p:cxnSp>
      <p:cxnSp>
        <p:nvCxnSpPr>
          <p:cNvPr id="506" name="Google Shape;506;p31"/>
          <p:cNvCxnSpPr/>
          <p:nvPr/>
        </p:nvCxnSpPr>
        <p:spPr>
          <a:xfrm flipH="1" rot="10800000">
            <a:off x="3998904" y="3097560"/>
            <a:ext cx="322200" cy="547200"/>
          </a:xfrm>
          <a:prstGeom prst="straightConnector1">
            <a:avLst/>
          </a:prstGeom>
          <a:noFill/>
          <a:ln cap="flat" cmpd="sng" w="28575">
            <a:solidFill>
              <a:schemeClr val="dk2"/>
            </a:solidFill>
            <a:prstDash val="solid"/>
            <a:round/>
            <a:headEnd len="med" w="med" type="none"/>
            <a:tailEnd len="med" w="med" type="triangle"/>
          </a:ln>
        </p:spPr>
      </p:cxnSp>
      <p:cxnSp>
        <p:nvCxnSpPr>
          <p:cNvPr id="507" name="Google Shape;507;p31"/>
          <p:cNvCxnSpPr/>
          <p:nvPr/>
        </p:nvCxnSpPr>
        <p:spPr>
          <a:xfrm rot="10800000">
            <a:off x="4102944" y="3899966"/>
            <a:ext cx="938100" cy="0"/>
          </a:xfrm>
          <a:prstGeom prst="straightConnector1">
            <a:avLst/>
          </a:prstGeom>
          <a:noFill/>
          <a:ln cap="flat" cmpd="sng" w="28575">
            <a:solidFill>
              <a:schemeClr val="dk2"/>
            </a:solidFill>
            <a:prstDash val="solid"/>
            <a:round/>
            <a:headEnd len="med" w="med" type="none"/>
            <a:tailEnd len="med" w="med" type="triangle"/>
          </a:ln>
        </p:spPr>
      </p:cxnSp>
      <p:cxnSp>
        <p:nvCxnSpPr>
          <p:cNvPr id="508" name="Google Shape;508;p31"/>
          <p:cNvCxnSpPr/>
          <p:nvPr/>
        </p:nvCxnSpPr>
        <p:spPr>
          <a:xfrm>
            <a:off x="2756276" y="3899967"/>
            <a:ext cx="636900" cy="0"/>
          </a:xfrm>
          <a:prstGeom prst="straightConnector1">
            <a:avLst/>
          </a:prstGeom>
          <a:noFill/>
          <a:ln cap="flat" cmpd="sng" w="28575">
            <a:solidFill>
              <a:schemeClr val="dk2"/>
            </a:solidFill>
            <a:prstDash val="solid"/>
            <a:round/>
            <a:headEnd len="med" w="med" type="none"/>
            <a:tailEnd len="med" w="med" type="triangle"/>
          </a:ln>
        </p:spPr>
      </p:cxnSp>
      <p:cxnSp>
        <p:nvCxnSpPr>
          <p:cNvPr id="509" name="Google Shape;509;p31"/>
          <p:cNvCxnSpPr/>
          <p:nvPr/>
        </p:nvCxnSpPr>
        <p:spPr>
          <a:xfrm rot="10800000">
            <a:off x="5646925" y="2020744"/>
            <a:ext cx="207600" cy="567600"/>
          </a:xfrm>
          <a:prstGeom prst="straightConnector1">
            <a:avLst/>
          </a:prstGeom>
          <a:noFill/>
          <a:ln cap="flat" cmpd="sng" w="28575">
            <a:solidFill>
              <a:schemeClr val="dk2"/>
            </a:solidFill>
            <a:prstDash val="solid"/>
            <a:round/>
            <a:headEnd len="med" w="med" type="none"/>
            <a:tailEnd len="med" w="med" type="triangle"/>
          </a:ln>
        </p:spPr>
      </p:cxnSp>
      <p:cxnSp>
        <p:nvCxnSpPr>
          <p:cNvPr id="510" name="Google Shape;510;p31"/>
          <p:cNvCxnSpPr/>
          <p:nvPr/>
        </p:nvCxnSpPr>
        <p:spPr>
          <a:xfrm>
            <a:off x="3289487" y="3097782"/>
            <a:ext cx="207600" cy="546900"/>
          </a:xfrm>
          <a:prstGeom prst="straightConnector1">
            <a:avLst/>
          </a:prstGeom>
          <a:noFill/>
          <a:ln cap="flat" cmpd="sng" w="28575">
            <a:solidFill>
              <a:schemeClr val="dk2"/>
            </a:solidFill>
            <a:prstDash val="solid"/>
            <a:round/>
            <a:headEnd len="med" w="med" type="none"/>
            <a:tailEnd len="med" w="med" type="triangle"/>
          </a:ln>
        </p:spPr>
      </p:cxnSp>
      <p:cxnSp>
        <p:nvCxnSpPr>
          <p:cNvPr id="511" name="Google Shape;511;p31"/>
          <p:cNvCxnSpPr/>
          <p:nvPr/>
        </p:nvCxnSpPr>
        <p:spPr>
          <a:xfrm>
            <a:off x="4104145" y="1767859"/>
            <a:ext cx="938100" cy="0"/>
          </a:xfrm>
          <a:prstGeom prst="straightConnector1">
            <a:avLst/>
          </a:prstGeom>
          <a:noFill/>
          <a:ln cap="flat" cmpd="sng" w="28575">
            <a:solidFill>
              <a:schemeClr val="dk2"/>
            </a:solidFill>
            <a:prstDash val="solid"/>
            <a:round/>
            <a:headEnd len="med" w="med" type="none"/>
            <a:tailEnd len="med" w="med" type="triangle"/>
          </a:ln>
        </p:spPr>
      </p:cxnSp>
      <p:cxnSp>
        <p:nvCxnSpPr>
          <p:cNvPr id="512" name="Google Shape;512;p31"/>
          <p:cNvCxnSpPr/>
          <p:nvPr/>
        </p:nvCxnSpPr>
        <p:spPr>
          <a:xfrm rot="10800000">
            <a:off x="5751995" y="1767862"/>
            <a:ext cx="858900" cy="0"/>
          </a:xfrm>
          <a:prstGeom prst="straightConnector1">
            <a:avLst/>
          </a:prstGeom>
          <a:noFill/>
          <a:ln cap="flat" cmpd="sng" w="28575">
            <a:solidFill>
              <a:schemeClr val="dk2"/>
            </a:solidFill>
            <a:prstDash val="solid"/>
            <a:round/>
            <a:headEnd len="med" w="med" type="none"/>
            <a:tailEnd len="med" w="med" type="triangle"/>
          </a:ln>
        </p:spPr>
      </p:cxnSp>
      <p:cxnSp>
        <p:nvCxnSpPr>
          <p:cNvPr id="513" name="Google Shape;513;p31"/>
          <p:cNvCxnSpPr/>
          <p:nvPr/>
        </p:nvCxnSpPr>
        <p:spPr>
          <a:xfrm flipH="1" rot="10800000">
            <a:off x="4822991" y="2020006"/>
            <a:ext cx="322200" cy="567600"/>
          </a:xfrm>
          <a:prstGeom prst="straightConnector1">
            <a:avLst/>
          </a:prstGeom>
          <a:noFill/>
          <a:ln cap="flat" cmpd="sng" w="28575">
            <a:solidFill>
              <a:schemeClr val="accent1"/>
            </a:solidFill>
            <a:prstDash val="solid"/>
            <a:round/>
            <a:headEnd len="med" w="med" type="triangle"/>
            <a:tailEnd len="med" w="med" type="none"/>
          </a:ln>
        </p:spPr>
      </p:cxnSp>
      <p:cxnSp>
        <p:nvCxnSpPr>
          <p:cNvPr id="514" name="Google Shape;514;p31"/>
          <p:cNvCxnSpPr/>
          <p:nvPr/>
        </p:nvCxnSpPr>
        <p:spPr>
          <a:xfrm flipH="1" rot="10800000">
            <a:off x="3998854" y="3097635"/>
            <a:ext cx="322200" cy="547200"/>
          </a:xfrm>
          <a:prstGeom prst="straightConnector1">
            <a:avLst/>
          </a:prstGeom>
          <a:noFill/>
          <a:ln cap="flat" cmpd="sng" w="28575">
            <a:solidFill>
              <a:schemeClr val="accent1"/>
            </a:solidFill>
            <a:prstDash val="solid"/>
            <a:round/>
            <a:headEnd len="med" w="med" type="none"/>
            <a:tailEnd len="med" w="med" type="triangle"/>
          </a:ln>
        </p:spPr>
      </p:cxnSp>
      <p:sp>
        <p:nvSpPr>
          <p:cNvPr id="515" name="Google Shape;515;p31"/>
          <p:cNvSpPr/>
          <p:nvPr/>
        </p:nvSpPr>
        <p:spPr>
          <a:xfrm>
            <a:off x="4217088" y="2482342"/>
            <a:ext cx="709800" cy="721800"/>
          </a:xfrm>
          <a:prstGeom prst="ellipse">
            <a:avLst/>
          </a:prstGeom>
          <a:solidFill>
            <a:srgbClr val="A52342">
              <a:alpha val="29110"/>
            </a:srgbClr>
          </a:solidFill>
          <a:ln cap="flat" cmpd="sng" w="28575">
            <a:solidFill>
              <a:schemeClr val="accent5"/>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sp>
        <p:nvSpPr>
          <p:cNvPr id="516" name="Google Shape;516;p31"/>
          <p:cNvSpPr/>
          <p:nvPr/>
        </p:nvSpPr>
        <p:spPr>
          <a:xfrm>
            <a:off x="4217063" y="2478204"/>
            <a:ext cx="709800" cy="721800"/>
          </a:xfrm>
          <a:prstGeom prst="ellipse">
            <a:avLst/>
          </a:prstGeom>
          <a:solidFill>
            <a:schemeClr val="accent4"/>
          </a:solidFill>
          <a:ln cap="flat" cmpd="sng" w="28575">
            <a:solidFill>
              <a:schemeClr val="accent5"/>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sp>
        <p:nvSpPr>
          <p:cNvPr id="517" name="Google Shape;517;p31"/>
          <p:cNvSpPr txBox="1"/>
          <p:nvPr/>
        </p:nvSpPr>
        <p:spPr>
          <a:xfrm>
            <a:off x="2937150" y="4349425"/>
            <a:ext cx="32721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solidFill>
                  <a:schemeClr val="lt2"/>
                </a:solidFill>
                <a:latin typeface="Fira Sans Condensed"/>
                <a:ea typeface="Fira Sans Condensed"/>
                <a:cs typeface="Fira Sans Condensed"/>
                <a:sym typeface="Fira Sans Condensed"/>
              </a:rPr>
              <a:t>Depth &amp; Damping factor</a:t>
            </a:r>
            <a:endParaRPr b="1" sz="2400">
              <a:solidFill>
                <a:schemeClr val="lt2"/>
              </a:solidFill>
              <a:latin typeface="Fira Sans Condensed"/>
              <a:ea typeface="Fira Sans Condensed"/>
              <a:cs typeface="Fira Sans Condensed"/>
              <a:sym typeface="Fira Sans Condense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96"/>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499"/>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500"/>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501"/>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502"/>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506"/>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505"/>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5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32"/>
          <p:cNvSpPr txBox="1"/>
          <p:nvPr>
            <p:ph type="title"/>
          </p:nvPr>
        </p:nvSpPr>
        <p:spPr>
          <a:xfrm>
            <a:off x="713225" y="707392"/>
            <a:ext cx="77175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Page Rank in Our Context</a:t>
            </a:r>
            <a:endParaRPr/>
          </a:p>
          <a:p>
            <a:pPr indent="0" lvl="0" marL="0" rtl="0" algn="ctr">
              <a:spcBef>
                <a:spcPts val="0"/>
              </a:spcBef>
              <a:spcAft>
                <a:spcPts val="0"/>
              </a:spcAft>
              <a:buNone/>
            </a:pPr>
            <a:r>
              <a:t/>
            </a:r>
            <a:endParaRPr/>
          </a:p>
        </p:txBody>
      </p:sp>
      <p:sp>
        <p:nvSpPr>
          <p:cNvPr id="523" name="Google Shape;523;p32"/>
          <p:cNvSpPr txBox="1"/>
          <p:nvPr/>
        </p:nvSpPr>
        <p:spPr>
          <a:xfrm>
            <a:off x="809100" y="1334125"/>
            <a:ext cx="75258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000">
                <a:solidFill>
                  <a:schemeClr val="lt2"/>
                </a:solidFill>
                <a:latin typeface="Fira Sans Condensed"/>
                <a:ea typeface="Fira Sans Condensed"/>
                <a:cs typeface="Fira Sans Condensed"/>
                <a:sym typeface="Fira Sans Condensed"/>
              </a:rPr>
              <a:t>How to interpret a</a:t>
            </a:r>
            <a:r>
              <a:rPr lang="en" sz="3000">
                <a:solidFill>
                  <a:schemeClr val="lt2"/>
                </a:solidFill>
                <a:latin typeface="Fira Sans Condensed"/>
                <a:ea typeface="Fira Sans Condensed"/>
                <a:cs typeface="Fira Sans Condensed"/>
                <a:sym typeface="Fira Sans Condensed"/>
              </a:rPr>
              <a:t> ‘high-influence’ country?</a:t>
            </a:r>
            <a:endParaRPr sz="3000"/>
          </a:p>
        </p:txBody>
      </p:sp>
      <p:grpSp>
        <p:nvGrpSpPr>
          <p:cNvPr id="524" name="Google Shape;524;p32"/>
          <p:cNvGrpSpPr/>
          <p:nvPr/>
        </p:nvGrpSpPr>
        <p:grpSpPr>
          <a:xfrm>
            <a:off x="2525202" y="5222753"/>
            <a:ext cx="345760" cy="345645"/>
            <a:chOff x="4033537" y="2426691"/>
            <a:chExt cx="345760" cy="345645"/>
          </a:xfrm>
        </p:grpSpPr>
        <p:sp>
          <p:nvSpPr>
            <p:cNvPr id="525" name="Google Shape;525;p32"/>
            <p:cNvSpPr/>
            <p:nvPr/>
          </p:nvSpPr>
          <p:spPr>
            <a:xfrm>
              <a:off x="4278781" y="2648588"/>
              <a:ext cx="51380" cy="97533"/>
            </a:xfrm>
            <a:custGeom>
              <a:rect b="b" l="l" r="r" t="t"/>
              <a:pathLst>
                <a:path extrusionOk="0" h="3396" w="1789">
                  <a:moveTo>
                    <a:pt x="884" y="1"/>
                  </a:moveTo>
                  <a:cubicBezTo>
                    <a:pt x="754" y="1"/>
                    <a:pt x="651" y="104"/>
                    <a:pt x="651" y="234"/>
                  </a:cubicBezTo>
                  <a:lnTo>
                    <a:pt x="651" y="340"/>
                  </a:lnTo>
                  <a:cubicBezTo>
                    <a:pt x="639" y="343"/>
                    <a:pt x="627" y="346"/>
                    <a:pt x="615" y="352"/>
                  </a:cubicBezTo>
                  <a:cubicBezTo>
                    <a:pt x="358" y="429"/>
                    <a:pt x="166" y="648"/>
                    <a:pt x="113" y="923"/>
                  </a:cubicBezTo>
                  <a:cubicBezTo>
                    <a:pt x="66" y="1177"/>
                    <a:pt x="149" y="1422"/>
                    <a:pt x="332" y="1564"/>
                  </a:cubicBezTo>
                  <a:cubicBezTo>
                    <a:pt x="480" y="1682"/>
                    <a:pt x="686" y="1779"/>
                    <a:pt x="1041" y="1906"/>
                  </a:cubicBezTo>
                  <a:cubicBezTo>
                    <a:pt x="1280" y="1989"/>
                    <a:pt x="1274" y="2181"/>
                    <a:pt x="1260" y="2261"/>
                  </a:cubicBezTo>
                  <a:cubicBezTo>
                    <a:pt x="1233" y="2421"/>
                    <a:pt x="1100" y="2592"/>
                    <a:pt x="870" y="2592"/>
                  </a:cubicBezTo>
                  <a:cubicBezTo>
                    <a:pt x="851" y="2592"/>
                    <a:pt x="834" y="2592"/>
                    <a:pt x="817" y="2592"/>
                  </a:cubicBezTo>
                  <a:cubicBezTo>
                    <a:pt x="630" y="2592"/>
                    <a:pt x="557" y="2574"/>
                    <a:pt x="397" y="2471"/>
                  </a:cubicBezTo>
                  <a:cubicBezTo>
                    <a:pt x="358" y="2444"/>
                    <a:pt x="313" y="2431"/>
                    <a:pt x="269" y="2431"/>
                  </a:cubicBezTo>
                  <a:cubicBezTo>
                    <a:pt x="193" y="2431"/>
                    <a:pt x="117" y="2469"/>
                    <a:pt x="72" y="2539"/>
                  </a:cubicBezTo>
                  <a:cubicBezTo>
                    <a:pt x="1" y="2645"/>
                    <a:pt x="33" y="2793"/>
                    <a:pt x="140" y="2864"/>
                  </a:cubicBezTo>
                  <a:cubicBezTo>
                    <a:pt x="335" y="2988"/>
                    <a:pt x="474" y="3038"/>
                    <a:pt x="651" y="3056"/>
                  </a:cubicBezTo>
                  <a:lnTo>
                    <a:pt x="651" y="3159"/>
                  </a:lnTo>
                  <a:cubicBezTo>
                    <a:pt x="651" y="3289"/>
                    <a:pt x="754" y="3396"/>
                    <a:pt x="884" y="3396"/>
                  </a:cubicBezTo>
                  <a:cubicBezTo>
                    <a:pt x="1014" y="3396"/>
                    <a:pt x="1121" y="3289"/>
                    <a:pt x="1121" y="3159"/>
                  </a:cubicBezTo>
                  <a:lnTo>
                    <a:pt x="1121" y="3026"/>
                  </a:lnTo>
                  <a:cubicBezTo>
                    <a:pt x="1458" y="2926"/>
                    <a:pt x="1676" y="2630"/>
                    <a:pt x="1723" y="2338"/>
                  </a:cubicBezTo>
                  <a:cubicBezTo>
                    <a:pt x="1788" y="1948"/>
                    <a:pt x="1579" y="1596"/>
                    <a:pt x="1198" y="1463"/>
                  </a:cubicBezTo>
                  <a:cubicBezTo>
                    <a:pt x="988" y="1386"/>
                    <a:pt x="751" y="1298"/>
                    <a:pt x="621" y="1194"/>
                  </a:cubicBezTo>
                  <a:cubicBezTo>
                    <a:pt x="580" y="1162"/>
                    <a:pt x="562" y="1088"/>
                    <a:pt x="577" y="1008"/>
                  </a:cubicBezTo>
                  <a:cubicBezTo>
                    <a:pt x="583" y="970"/>
                    <a:pt x="618" y="840"/>
                    <a:pt x="751" y="801"/>
                  </a:cubicBezTo>
                  <a:cubicBezTo>
                    <a:pt x="796" y="788"/>
                    <a:pt x="839" y="782"/>
                    <a:pt x="881" y="782"/>
                  </a:cubicBezTo>
                  <a:cubicBezTo>
                    <a:pt x="1057" y="782"/>
                    <a:pt x="1195" y="882"/>
                    <a:pt x="1198" y="884"/>
                  </a:cubicBezTo>
                  <a:cubicBezTo>
                    <a:pt x="1236" y="914"/>
                    <a:pt x="1283" y="928"/>
                    <a:pt x="1336" y="928"/>
                  </a:cubicBezTo>
                  <a:cubicBezTo>
                    <a:pt x="1466" y="928"/>
                    <a:pt x="1573" y="825"/>
                    <a:pt x="1573" y="695"/>
                  </a:cubicBezTo>
                  <a:cubicBezTo>
                    <a:pt x="1573" y="618"/>
                    <a:pt x="1534" y="550"/>
                    <a:pt x="1478" y="506"/>
                  </a:cubicBezTo>
                  <a:cubicBezTo>
                    <a:pt x="1469" y="500"/>
                    <a:pt x="1330" y="397"/>
                    <a:pt x="1121" y="343"/>
                  </a:cubicBezTo>
                  <a:lnTo>
                    <a:pt x="1121" y="234"/>
                  </a:lnTo>
                  <a:cubicBezTo>
                    <a:pt x="1121" y="104"/>
                    <a:pt x="1014" y="1"/>
                    <a:pt x="884" y="1"/>
                  </a:cubicBezTo>
                  <a:close/>
                </a:path>
              </a:pathLst>
            </a:custGeom>
            <a:gradFill>
              <a:gsLst>
                <a:gs pos="0">
                  <a:srgbClr val="E85073"/>
                </a:gs>
                <a:gs pos="26000">
                  <a:srgbClr val="A52342"/>
                </a:gs>
                <a:gs pos="58000">
                  <a:srgbClr val="F39428"/>
                </a:gs>
                <a:gs pos="100000">
                  <a:srgbClr val="00A2AB"/>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32"/>
            <p:cNvSpPr/>
            <p:nvPr/>
          </p:nvSpPr>
          <p:spPr>
            <a:xfrm>
              <a:off x="4033537" y="2426691"/>
              <a:ext cx="345760" cy="345645"/>
            </a:xfrm>
            <a:custGeom>
              <a:rect b="b" l="l" r="r" t="t"/>
              <a:pathLst>
                <a:path extrusionOk="0" h="12035" w="12039">
                  <a:moveTo>
                    <a:pt x="5872" y="470"/>
                  </a:moveTo>
                  <a:lnTo>
                    <a:pt x="5872" y="1129"/>
                  </a:lnTo>
                  <a:lnTo>
                    <a:pt x="4784" y="1129"/>
                  </a:lnTo>
                  <a:lnTo>
                    <a:pt x="4784" y="470"/>
                  </a:lnTo>
                  <a:close/>
                  <a:moveTo>
                    <a:pt x="4551" y="2317"/>
                  </a:moveTo>
                  <a:cubicBezTo>
                    <a:pt x="5121" y="2317"/>
                    <a:pt x="5662" y="2494"/>
                    <a:pt x="6117" y="2834"/>
                  </a:cubicBezTo>
                  <a:cubicBezTo>
                    <a:pt x="6477" y="3103"/>
                    <a:pt x="6767" y="3466"/>
                    <a:pt x="6950" y="3877"/>
                  </a:cubicBezTo>
                  <a:lnTo>
                    <a:pt x="2155" y="3877"/>
                  </a:lnTo>
                  <a:cubicBezTo>
                    <a:pt x="2338" y="3466"/>
                    <a:pt x="2627" y="3103"/>
                    <a:pt x="2991" y="2831"/>
                  </a:cubicBezTo>
                  <a:cubicBezTo>
                    <a:pt x="3443" y="2494"/>
                    <a:pt x="3984" y="2317"/>
                    <a:pt x="4551" y="2317"/>
                  </a:cubicBezTo>
                  <a:close/>
                  <a:moveTo>
                    <a:pt x="7851" y="4347"/>
                  </a:moveTo>
                  <a:lnTo>
                    <a:pt x="7851" y="4982"/>
                  </a:lnTo>
                  <a:lnTo>
                    <a:pt x="1248" y="4982"/>
                  </a:lnTo>
                  <a:lnTo>
                    <a:pt x="1248" y="4347"/>
                  </a:lnTo>
                  <a:close/>
                  <a:moveTo>
                    <a:pt x="2887" y="5455"/>
                  </a:moveTo>
                  <a:lnTo>
                    <a:pt x="2887" y="8087"/>
                  </a:lnTo>
                  <a:lnTo>
                    <a:pt x="1930" y="8087"/>
                  </a:lnTo>
                  <a:lnTo>
                    <a:pt x="1930" y="5455"/>
                  </a:lnTo>
                  <a:close/>
                  <a:moveTo>
                    <a:pt x="4315" y="5455"/>
                  </a:moveTo>
                  <a:lnTo>
                    <a:pt x="4315" y="8087"/>
                  </a:lnTo>
                  <a:lnTo>
                    <a:pt x="3357" y="8087"/>
                  </a:lnTo>
                  <a:lnTo>
                    <a:pt x="3357" y="5455"/>
                  </a:lnTo>
                  <a:close/>
                  <a:moveTo>
                    <a:pt x="5742" y="5455"/>
                  </a:moveTo>
                  <a:lnTo>
                    <a:pt x="5742" y="8087"/>
                  </a:lnTo>
                  <a:lnTo>
                    <a:pt x="4784" y="8087"/>
                  </a:lnTo>
                  <a:lnTo>
                    <a:pt x="4784" y="5455"/>
                  </a:lnTo>
                  <a:close/>
                  <a:moveTo>
                    <a:pt x="7169" y="5455"/>
                  </a:moveTo>
                  <a:lnTo>
                    <a:pt x="7169" y="8087"/>
                  </a:lnTo>
                  <a:lnTo>
                    <a:pt x="6212" y="8087"/>
                  </a:lnTo>
                  <a:lnTo>
                    <a:pt x="6212" y="5455"/>
                  </a:lnTo>
                  <a:close/>
                  <a:moveTo>
                    <a:pt x="6959" y="8557"/>
                  </a:moveTo>
                  <a:cubicBezTo>
                    <a:pt x="6888" y="8758"/>
                    <a:pt x="6841" y="8971"/>
                    <a:pt x="6823" y="9192"/>
                  </a:cubicBezTo>
                  <a:lnTo>
                    <a:pt x="1254" y="9192"/>
                  </a:lnTo>
                  <a:lnTo>
                    <a:pt x="1254" y="8557"/>
                  </a:lnTo>
                  <a:close/>
                  <a:moveTo>
                    <a:pt x="6823" y="9662"/>
                  </a:moveTo>
                  <a:cubicBezTo>
                    <a:pt x="6841" y="9884"/>
                    <a:pt x="6891" y="10093"/>
                    <a:pt x="6962" y="10297"/>
                  </a:cubicBezTo>
                  <a:lnTo>
                    <a:pt x="471" y="10297"/>
                  </a:lnTo>
                  <a:lnTo>
                    <a:pt x="471" y="9662"/>
                  </a:lnTo>
                  <a:close/>
                  <a:moveTo>
                    <a:pt x="9423" y="7281"/>
                  </a:moveTo>
                  <a:cubicBezTo>
                    <a:pt x="10605" y="7281"/>
                    <a:pt x="11565" y="8244"/>
                    <a:pt x="11565" y="9423"/>
                  </a:cubicBezTo>
                  <a:cubicBezTo>
                    <a:pt x="11568" y="10605"/>
                    <a:pt x="10605" y="11565"/>
                    <a:pt x="9423" y="11565"/>
                  </a:cubicBezTo>
                  <a:cubicBezTo>
                    <a:pt x="8241" y="11565"/>
                    <a:pt x="7281" y="10605"/>
                    <a:pt x="7281" y="9423"/>
                  </a:cubicBezTo>
                  <a:cubicBezTo>
                    <a:pt x="7281" y="8241"/>
                    <a:pt x="8244" y="7281"/>
                    <a:pt x="9423" y="7281"/>
                  </a:cubicBezTo>
                  <a:close/>
                  <a:moveTo>
                    <a:pt x="4548" y="0"/>
                  </a:moveTo>
                  <a:cubicBezTo>
                    <a:pt x="4418" y="0"/>
                    <a:pt x="4315" y="107"/>
                    <a:pt x="4315" y="237"/>
                  </a:cubicBezTo>
                  <a:lnTo>
                    <a:pt x="4315" y="1856"/>
                  </a:lnTo>
                  <a:cubicBezTo>
                    <a:pt x="3733" y="1897"/>
                    <a:pt x="3180" y="2104"/>
                    <a:pt x="2710" y="2455"/>
                  </a:cubicBezTo>
                  <a:cubicBezTo>
                    <a:pt x="2220" y="2819"/>
                    <a:pt x="1853" y="3309"/>
                    <a:pt x="1649" y="3877"/>
                  </a:cubicBezTo>
                  <a:lnTo>
                    <a:pt x="1011" y="3877"/>
                  </a:lnTo>
                  <a:cubicBezTo>
                    <a:pt x="881" y="3877"/>
                    <a:pt x="778" y="3983"/>
                    <a:pt x="778" y="4113"/>
                  </a:cubicBezTo>
                  <a:lnTo>
                    <a:pt x="778" y="5218"/>
                  </a:lnTo>
                  <a:cubicBezTo>
                    <a:pt x="778" y="5348"/>
                    <a:pt x="881" y="5452"/>
                    <a:pt x="1011" y="5452"/>
                  </a:cubicBezTo>
                  <a:lnTo>
                    <a:pt x="1460" y="5452"/>
                  </a:lnTo>
                  <a:lnTo>
                    <a:pt x="1460" y="8084"/>
                  </a:lnTo>
                  <a:lnTo>
                    <a:pt x="1020" y="8084"/>
                  </a:lnTo>
                  <a:cubicBezTo>
                    <a:pt x="890" y="8084"/>
                    <a:pt x="784" y="8191"/>
                    <a:pt x="784" y="8321"/>
                  </a:cubicBezTo>
                  <a:lnTo>
                    <a:pt x="784" y="9189"/>
                  </a:lnTo>
                  <a:lnTo>
                    <a:pt x="237" y="9189"/>
                  </a:lnTo>
                  <a:cubicBezTo>
                    <a:pt x="107" y="9189"/>
                    <a:pt x="1" y="9296"/>
                    <a:pt x="1" y="9426"/>
                  </a:cubicBezTo>
                  <a:lnTo>
                    <a:pt x="1" y="10531"/>
                  </a:lnTo>
                  <a:cubicBezTo>
                    <a:pt x="1" y="10661"/>
                    <a:pt x="107" y="10767"/>
                    <a:pt x="237" y="10767"/>
                  </a:cubicBezTo>
                  <a:lnTo>
                    <a:pt x="7184" y="10767"/>
                  </a:lnTo>
                  <a:cubicBezTo>
                    <a:pt x="7642" y="11526"/>
                    <a:pt x="8475" y="12035"/>
                    <a:pt x="9423" y="12035"/>
                  </a:cubicBezTo>
                  <a:cubicBezTo>
                    <a:pt x="10865" y="12035"/>
                    <a:pt x="12038" y="10862"/>
                    <a:pt x="12038" y="9423"/>
                  </a:cubicBezTo>
                  <a:cubicBezTo>
                    <a:pt x="12038" y="7984"/>
                    <a:pt x="10865" y="6811"/>
                    <a:pt x="9423" y="6811"/>
                  </a:cubicBezTo>
                  <a:cubicBezTo>
                    <a:pt x="8735" y="6811"/>
                    <a:pt x="8106" y="7080"/>
                    <a:pt x="7639" y="7517"/>
                  </a:cubicBezTo>
                  <a:lnTo>
                    <a:pt x="7639" y="5455"/>
                  </a:lnTo>
                  <a:lnTo>
                    <a:pt x="8085" y="5455"/>
                  </a:lnTo>
                  <a:cubicBezTo>
                    <a:pt x="8215" y="5455"/>
                    <a:pt x="8321" y="5348"/>
                    <a:pt x="8321" y="5218"/>
                  </a:cubicBezTo>
                  <a:lnTo>
                    <a:pt x="8321" y="4113"/>
                  </a:lnTo>
                  <a:cubicBezTo>
                    <a:pt x="8321" y="3983"/>
                    <a:pt x="8215" y="3877"/>
                    <a:pt x="8085" y="3877"/>
                  </a:cubicBezTo>
                  <a:lnTo>
                    <a:pt x="7455" y="3877"/>
                  </a:lnTo>
                  <a:cubicBezTo>
                    <a:pt x="7252" y="3315"/>
                    <a:pt x="6879" y="2816"/>
                    <a:pt x="6398" y="2455"/>
                  </a:cubicBezTo>
                  <a:cubicBezTo>
                    <a:pt x="5925" y="2104"/>
                    <a:pt x="5369" y="1897"/>
                    <a:pt x="4784" y="1853"/>
                  </a:cubicBezTo>
                  <a:lnTo>
                    <a:pt x="4784" y="1599"/>
                  </a:lnTo>
                  <a:lnTo>
                    <a:pt x="6108" y="1599"/>
                  </a:lnTo>
                  <a:cubicBezTo>
                    <a:pt x="6238" y="1599"/>
                    <a:pt x="6342" y="1492"/>
                    <a:pt x="6342" y="1362"/>
                  </a:cubicBezTo>
                  <a:lnTo>
                    <a:pt x="6342" y="237"/>
                  </a:lnTo>
                  <a:cubicBezTo>
                    <a:pt x="6342" y="107"/>
                    <a:pt x="6238" y="0"/>
                    <a:pt x="6108" y="0"/>
                  </a:cubicBezTo>
                  <a:close/>
                </a:path>
              </a:pathLst>
            </a:custGeom>
            <a:gradFill>
              <a:gsLst>
                <a:gs pos="0">
                  <a:srgbClr val="E85073"/>
                </a:gs>
                <a:gs pos="26000">
                  <a:srgbClr val="A52342"/>
                </a:gs>
                <a:gs pos="58000">
                  <a:srgbClr val="F39428"/>
                </a:gs>
                <a:gs pos="100000">
                  <a:srgbClr val="00A2AB"/>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527" name="Google Shape;527;p32"/>
          <p:cNvCxnSpPr/>
          <p:nvPr/>
        </p:nvCxnSpPr>
        <p:spPr>
          <a:xfrm>
            <a:off x="4027025" y="3398891"/>
            <a:ext cx="1089900" cy="0"/>
          </a:xfrm>
          <a:prstGeom prst="straightConnector1">
            <a:avLst/>
          </a:prstGeom>
          <a:noFill/>
          <a:ln cap="flat" cmpd="sng" w="28575">
            <a:solidFill>
              <a:schemeClr val="lt2"/>
            </a:solidFill>
            <a:prstDash val="solid"/>
            <a:round/>
            <a:headEnd len="med" w="med" type="stealth"/>
            <a:tailEnd len="med" w="med" type="stealth"/>
          </a:ln>
        </p:spPr>
      </p:cxnSp>
      <p:sp>
        <p:nvSpPr>
          <p:cNvPr id="528" name="Google Shape;528;p32"/>
          <p:cNvSpPr txBox="1"/>
          <p:nvPr/>
        </p:nvSpPr>
        <p:spPr>
          <a:xfrm>
            <a:off x="4027025" y="2704275"/>
            <a:ext cx="1027200" cy="810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solidFill>
                  <a:schemeClr val="lt2"/>
                </a:solidFill>
                <a:latin typeface="Fira Sans"/>
                <a:ea typeface="Fira Sans"/>
                <a:cs typeface="Fira Sans"/>
                <a:sym typeface="Fira Sans"/>
              </a:rPr>
              <a:t>(TWO DIFFERENT GRAPHS)</a:t>
            </a:r>
            <a:endParaRPr b="1" sz="1200">
              <a:solidFill>
                <a:schemeClr val="lt2"/>
              </a:solidFill>
              <a:latin typeface="Fira Sans"/>
              <a:ea typeface="Fira Sans"/>
              <a:cs typeface="Fira Sans"/>
              <a:sym typeface="Fira Sans"/>
            </a:endParaRPr>
          </a:p>
        </p:txBody>
      </p:sp>
      <p:sp>
        <p:nvSpPr>
          <p:cNvPr id="529" name="Google Shape;529;p32"/>
          <p:cNvSpPr/>
          <p:nvPr/>
        </p:nvSpPr>
        <p:spPr>
          <a:xfrm>
            <a:off x="3972036" y="5329753"/>
            <a:ext cx="345674" cy="345645"/>
          </a:xfrm>
          <a:custGeom>
            <a:rect b="b" l="l" r="r" t="t"/>
            <a:pathLst>
              <a:path extrusionOk="0" h="12035" w="12036">
                <a:moveTo>
                  <a:pt x="7964" y="470"/>
                </a:moveTo>
                <a:lnTo>
                  <a:pt x="7680" y="1005"/>
                </a:lnTo>
                <a:cubicBezTo>
                  <a:pt x="7645" y="1073"/>
                  <a:pt x="7645" y="1155"/>
                  <a:pt x="7680" y="1223"/>
                </a:cubicBezTo>
                <a:lnTo>
                  <a:pt x="7964" y="1758"/>
                </a:lnTo>
                <a:lnTo>
                  <a:pt x="6253" y="1758"/>
                </a:lnTo>
                <a:lnTo>
                  <a:pt x="6253" y="470"/>
                </a:lnTo>
                <a:close/>
                <a:moveTo>
                  <a:pt x="10930" y="3555"/>
                </a:moveTo>
                <a:lnTo>
                  <a:pt x="10930" y="4589"/>
                </a:lnTo>
                <a:lnTo>
                  <a:pt x="1106" y="4589"/>
                </a:lnTo>
                <a:lnTo>
                  <a:pt x="1106" y="3555"/>
                </a:lnTo>
                <a:close/>
                <a:moveTo>
                  <a:pt x="11565" y="5059"/>
                </a:moveTo>
                <a:lnTo>
                  <a:pt x="11565" y="5623"/>
                </a:lnTo>
                <a:lnTo>
                  <a:pt x="471" y="5623"/>
                </a:lnTo>
                <a:lnTo>
                  <a:pt x="471" y="5059"/>
                </a:lnTo>
                <a:close/>
                <a:moveTo>
                  <a:pt x="1576" y="6096"/>
                </a:moveTo>
                <a:lnTo>
                  <a:pt x="1576" y="10531"/>
                </a:lnTo>
                <a:lnTo>
                  <a:pt x="1106" y="10531"/>
                </a:lnTo>
                <a:lnTo>
                  <a:pt x="1106" y="6096"/>
                </a:lnTo>
                <a:close/>
                <a:moveTo>
                  <a:pt x="2973" y="6096"/>
                </a:moveTo>
                <a:lnTo>
                  <a:pt x="2973" y="10531"/>
                </a:lnTo>
                <a:lnTo>
                  <a:pt x="2045" y="10531"/>
                </a:lnTo>
                <a:lnTo>
                  <a:pt x="2045" y="6096"/>
                </a:lnTo>
                <a:close/>
                <a:moveTo>
                  <a:pt x="3913" y="6096"/>
                </a:moveTo>
                <a:lnTo>
                  <a:pt x="3913" y="10531"/>
                </a:lnTo>
                <a:lnTo>
                  <a:pt x="3443" y="10531"/>
                </a:lnTo>
                <a:lnTo>
                  <a:pt x="3443" y="6096"/>
                </a:lnTo>
                <a:close/>
                <a:moveTo>
                  <a:pt x="5313" y="6096"/>
                </a:moveTo>
                <a:lnTo>
                  <a:pt x="5313" y="10531"/>
                </a:lnTo>
                <a:lnTo>
                  <a:pt x="4383" y="10531"/>
                </a:lnTo>
                <a:lnTo>
                  <a:pt x="4383" y="6096"/>
                </a:lnTo>
                <a:close/>
                <a:moveTo>
                  <a:pt x="6253" y="6096"/>
                </a:moveTo>
                <a:lnTo>
                  <a:pt x="6253" y="10531"/>
                </a:lnTo>
                <a:lnTo>
                  <a:pt x="5783" y="10531"/>
                </a:lnTo>
                <a:lnTo>
                  <a:pt x="5783" y="6096"/>
                </a:lnTo>
                <a:close/>
                <a:moveTo>
                  <a:pt x="7650" y="6096"/>
                </a:moveTo>
                <a:lnTo>
                  <a:pt x="7650" y="10531"/>
                </a:lnTo>
                <a:lnTo>
                  <a:pt x="6723" y="10531"/>
                </a:lnTo>
                <a:lnTo>
                  <a:pt x="6723" y="6096"/>
                </a:lnTo>
                <a:close/>
                <a:moveTo>
                  <a:pt x="8593" y="6096"/>
                </a:moveTo>
                <a:lnTo>
                  <a:pt x="8593" y="10531"/>
                </a:lnTo>
                <a:lnTo>
                  <a:pt x="8120" y="10531"/>
                </a:lnTo>
                <a:lnTo>
                  <a:pt x="8120" y="6096"/>
                </a:lnTo>
                <a:close/>
                <a:moveTo>
                  <a:pt x="9991" y="6096"/>
                </a:moveTo>
                <a:lnTo>
                  <a:pt x="9991" y="10531"/>
                </a:lnTo>
                <a:lnTo>
                  <a:pt x="9063" y="10531"/>
                </a:lnTo>
                <a:lnTo>
                  <a:pt x="9063" y="6096"/>
                </a:lnTo>
                <a:close/>
                <a:moveTo>
                  <a:pt x="10930" y="6096"/>
                </a:moveTo>
                <a:lnTo>
                  <a:pt x="10930" y="10531"/>
                </a:lnTo>
                <a:lnTo>
                  <a:pt x="10460" y="10531"/>
                </a:lnTo>
                <a:lnTo>
                  <a:pt x="10460" y="6096"/>
                </a:lnTo>
                <a:close/>
                <a:moveTo>
                  <a:pt x="11565" y="11000"/>
                </a:moveTo>
                <a:lnTo>
                  <a:pt x="11565" y="11565"/>
                </a:lnTo>
                <a:lnTo>
                  <a:pt x="471" y="11565"/>
                </a:lnTo>
                <a:lnTo>
                  <a:pt x="471" y="11000"/>
                </a:lnTo>
                <a:close/>
                <a:moveTo>
                  <a:pt x="6017" y="0"/>
                </a:moveTo>
                <a:cubicBezTo>
                  <a:pt x="5887" y="0"/>
                  <a:pt x="5783" y="107"/>
                  <a:pt x="5783" y="237"/>
                </a:cubicBezTo>
                <a:lnTo>
                  <a:pt x="5783" y="3085"/>
                </a:lnTo>
                <a:lnTo>
                  <a:pt x="869" y="3085"/>
                </a:lnTo>
                <a:cubicBezTo>
                  <a:pt x="739" y="3085"/>
                  <a:pt x="633" y="3191"/>
                  <a:pt x="633" y="3321"/>
                </a:cubicBezTo>
                <a:lnTo>
                  <a:pt x="633" y="4589"/>
                </a:lnTo>
                <a:lnTo>
                  <a:pt x="234" y="4589"/>
                </a:lnTo>
                <a:cubicBezTo>
                  <a:pt x="104" y="4589"/>
                  <a:pt x="1" y="4695"/>
                  <a:pt x="1" y="4825"/>
                </a:cubicBezTo>
                <a:lnTo>
                  <a:pt x="1" y="5859"/>
                </a:lnTo>
                <a:cubicBezTo>
                  <a:pt x="1" y="5989"/>
                  <a:pt x="104" y="6093"/>
                  <a:pt x="234" y="6093"/>
                </a:cubicBezTo>
                <a:lnTo>
                  <a:pt x="633" y="6093"/>
                </a:lnTo>
                <a:lnTo>
                  <a:pt x="633" y="10531"/>
                </a:lnTo>
                <a:lnTo>
                  <a:pt x="234" y="10531"/>
                </a:lnTo>
                <a:cubicBezTo>
                  <a:pt x="104" y="10531"/>
                  <a:pt x="1" y="10637"/>
                  <a:pt x="1" y="10767"/>
                </a:cubicBezTo>
                <a:lnTo>
                  <a:pt x="1" y="11801"/>
                </a:lnTo>
                <a:cubicBezTo>
                  <a:pt x="1" y="11931"/>
                  <a:pt x="104" y="12035"/>
                  <a:pt x="234" y="12035"/>
                </a:cubicBezTo>
                <a:lnTo>
                  <a:pt x="11799" y="12035"/>
                </a:lnTo>
                <a:cubicBezTo>
                  <a:pt x="11929" y="12035"/>
                  <a:pt x="12035" y="11931"/>
                  <a:pt x="12035" y="11801"/>
                </a:cubicBezTo>
                <a:lnTo>
                  <a:pt x="12035" y="10767"/>
                </a:lnTo>
                <a:cubicBezTo>
                  <a:pt x="12035" y="10637"/>
                  <a:pt x="11929" y="10531"/>
                  <a:pt x="11799" y="10531"/>
                </a:cubicBezTo>
                <a:lnTo>
                  <a:pt x="11400" y="10531"/>
                </a:lnTo>
                <a:lnTo>
                  <a:pt x="11400" y="6093"/>
                </a:lnTo>
                <a:lnTo>
                  <a:pt x="11799" y="6093"/>
                </a:lnTo>
                <a:cubicBezTo>
                  <a:pt x="11929" y="6093"/>
                  <a:pt x="12035" y="5989"/>
                  <a:pt x="12035" y="5859"/>
                </a:cubicBezTo>
                <a:lnTo>
                  <a:pt x="12035" y="4825"/>
                </a:lnTo>
                <a:cubicBezTo>
                  <a:pt x="12035" y="4695"/>
                  <a:pt x="11929" y="4589"/>
                  <a:pt x="11799" y="4589"/>
                </a:cubicBezTo>
                <a:lnTo>
                  <a:pt x="11400" y="4589"/>
                </a:lnTo>
                <a:lnTo>
                  <a:pt x="11400" y="3321"/>
                </a:lnTo>
                <a:cubicBezTo>
                  <a:pt x="11400" y="3191"/>
                  <a:pt x="11297" y="3085"/>
                  <a:pt x="11167" y="3085"/>
                </a:cubicBezTo>
                <a:lnTo>
                  <a:pt x="6253" y="3085"/>
                </a:lnTo>
                <a:lnTo>
                  <a:pt x="6253" y="2228"/>
                </a:lnTo>
                <a:lnTo>
                  <a:pt x="8357" y="2228"/>
                </a:lnTo>
                <a:cubicBezTo>
                  <a:pt x="8439" y="2228"/>
                  <a:pt x="8516" y="2184"/>
                  <a:pt x="8558" y="2113"/>
                </a:cubicBezTo>
                <a:cubicBezTo>
                  <a:pt x="8602" y="2042"/>
                  <a:pt x="8602" y="1956"/>
                  <a:pt x="8563" y="1882"/>
                </a:cubicBezTo>
                <a:lnTo>
                  <a:pt x="8156" y="1114"/>
                </a:lnTo>
                <a:lnTo>
                  <a:pt x="8563" y="346"/>
                </a:lnTo>
                <a:cubicBezTo>
                  <a:pt x="8602" y="275"/>
                  <a:pt x="8599" y="186"/>
                  <a:pt x="8558" y="115"/>
                </a:cubicBezTo>
                <a:cubicBezTo>
                  <a:pt x="8516" y="44"/>
                  <a:pt x="8439" y="0"/>
                  <a:pt x="8357" y="0"/>
                </a:cubicBezTo>
                <a:close/>
              </a:path>
            </a:pathLst>
          </a:custGeom>
          <a:gradFill>
            <a:gsLst>
              <a:gs pos="0">
                <a:srgbClr val="E85073"/>
              </a:gs>
              <a:gs pos="26000">
                <a:srgbClr val="A52342"/>
              </a:gs>
              <a:gs pos="58000">
                <a:srgbClr val="F39428"/>
              </a:gs>
              <a:gs pos="100000">
                <a:srgbClr val="00A2AB"/>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32"/>
          <p:cNvSpPr txBox="1"/>
          <p:nvPr/>
        </p:nvSpPr>
        <p:spPr>
          <a:xfrm>
            <a:off x="1521473" y="6577775"/>
            <a:ext cx="2658000" cy="408600"/>
          </a:xfrm>
          <a:prstGeom prst="rect">
            <a:avLst/>
          </a:prstGeom>
          <a:noFill/>
          <a:ln cap="flat" cmpd="sng" w="9525">
            <a:solidFill>
              <a:srgbClr val="F3942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F9EED1"/>
                </a:solidFill>
                <a:latin typeface="Fira Sans Condensed SemiBold"/>
                <a:ea typeface="Fira Sans Condensed SemiBold"/>
                <a:cs typeface="Fira Sans Condensed SemiBold"/>
                <a:sym typeface="Fira Sans Condensed SemiBold"/>
              </a:rPr>
              <a:t>Major Entry Points</a:t>
            </a:r>
            <a:endParaRPr sz="2400">
              <a:solidFill>
                <a:srgbClr val="F9EED1"/>
              </a:solidFill>
              <a:latin typeface="Fira Sans Condensed SemiBold"/>
              <a:ea typeface="Fira Sans Condensed SemiBold"/>
              <a:cs typeface="Fira Sans Condensed SemiBold"/>
              <a:sym typeface="Fira Sans Condensed SemiBold"/>
            </a:endParaRPr>
          </a:p>
        </p:txBody>
      </p:sp>
      <p:sp>
        <p:nvSpPr>
          <p:cNvPr id="531" name="Google Shape;531;p32"/>
          <p:cNvSpPr txBox="1"/>
          <p:nvPr/>
        </p:nvSpPr>
        <p:spPr>
          <a:xfrm>
            <a:off x="5269327" y="6577775"/>
            <a:ext cx="2658000" cy="408600"/>
          </a:xfrm>
          <a:prstGeom prst="rect">
            <a:avLst/>
          </a:prstGeom>
          <a:noFill/>
          <a:ln cap="flat" cmpd="sng" w="9525">
            <a:solidFill>
              <a:srgbClr val="F3942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F9EED1"/>
                </a:solidFill>
                <a:latin typeface="Fira Sans Condensed SemiBold"/>
                <a:ea typeface="Fira Sans Condensed SemiBold"/>
                <a:cs typeface="Fira Sans Condensed SemiBold"/>
                <a:sym typeface="Fira Sans Condensed SemiBold"/>
              </a:rPr>
              <a:t>Transit Countries</a:t>
            </a:r>
            <a:endParaRPr sz="2400">
              <a:solidFill>
                <a:srgbClr val="F9EED1"/>
              </a:solidFill>
              <a:latin typeface="Fira Sans Condensed SemiBold"/>
              <a:ea typeface="Fira Sans Condensed SemiBold"/>
              <a:cs typeface="Fira Sans Condensed SemiBold"/>
              <a:sym typeface="Fira Sans Condensed SemiBold"/>
            </a:endParaRPr>
          </a:p>
        </p:txBody>
      </p:sp>
      <p:sp>
        <p:nvSpPr>
          <p:cNvPr id="532" name="Google Shape;532;p32"/>
          <p:cNvSpPr txBox="1"/>
          <p:nvPr/>
        </p:nvSpPr>
        <p:spPr>
          <a:xfrm>
            <a:off x="1521475" y="7870251"/>
            <a:ext cx="2658000" cy="810900"/>
          </a:xfrm>
          <a:prstGeom prst="rect">
            <a:avLst/>
          </a:prstGeom>
          <a:noFill/>
          <a:ln cap="flat" cmpd="sng" w="9525">
            <a:solidFill>
              <a:srgbClr val="F3942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F9EED1"/>
                </a:solidFill>
                <a:latin typeface="Fira Sans Condensed SemiBold"/>
                <a:ea typeface="Fira Sans Condensed SemiBold"/>
                <a:cs typeface="Fira Sans Condensed SemiBold"/>
                <a:sym typeface="Fira Sans Condensed SemiBold"/>
              </a:rPr>
              <a:t>Primary Refugee Producers</a:t>
            </a:r>
            <a:endParaRPr sz="2400">
              <a:solidFill>
                <a:srgbClr val="F9EED1"/>
              </a:solidFill>
              <a:latin typeface="Fira Sans Condensed SemiBold"/>
              <a:ea typeface="Fira Sans Condensed SemiBold"/>
              <a:cs typeface="Fira Sans Condensed SemiBold"/>
              <a:sym typeface="Fira Sans Condensed SemiBold"/>
            </a:endParaRPr>
          </a:p>
        </p:txBody>
      </p:sp>
      <p:sp>
        <p:nvSpPr>
          <p:cNvPr id="533" name="Google Shape;533;p32"/>
          <p:cNvSpPr txBox="1"/>
          <p:nvPr/>
        </p:nvSpPr>
        <p:spPr>
          <a:xfrm>
            <a:off x="5269325" y="7870241"/>
            <a:ext cx="2658000" cy="810900"/>
          </a:xfrm>
          <a:prstGeom prst="rect">
            <a:avLst/>
          </a:prstGeom>
          <a:noFill/>
          <a:ln cap="flat" cmpd="sng" w="9525">
            <a:solidFill>
              <a:srgbClr val="F3942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F9EED1"/>
                </a:solidFill>
                <a:latin typeface="Fira Sans Condensed SemiBold"/>
                <a:ea typeface="Fira Sans Condensed SemiBold"/>
                <a:cs typeface="Fira Sans Condensed SemiBold"/>
                <a:sym typeface="Fira Sans Condensed SemiBold"/>
              </a:rPr>
              <a:t>Primary Refugee Recipients</a:t>
            </a:r>
            <a:endParaRPr sz="2400">
              <a:solidFill>
                <a:srgbClr val="F9EED1"/>
              </a:solidFill>
              <a:latin typeface="Fira Sans Condensed SemiBold"/>
              <a:ea typeface="Fira Sans Condensed SemiBold"/>
              <a:cs typeface="Fira Sans Condensed SemiBold"/>
              <a:sym typeface="Fira Sans Condensed SemiBold"/>
            </a:endParaRPr>
          </a:p>
        </p:txBody>
      </p:sp>
      <p:cxnSp>
        <p:nvCxnSpPr>
          <p:cNvPr id="534" name="Google Shape;534;p32"/>
          <p:cNvCxnSpPr/>
          <p:nvPr/>
        </p:nvCxnSpPr>
        <p:spPr>
          <a:xfrm>
            <a:off x="4179425" y="8504291"/>
            <a:ext cx="1089900" cy="0"/>
          </a:xfrm>
          <a:prstGeom prst="straightConnector1">
            <a:avLst/>
          </a:prstGeom>
          <a:noFill/>
          <a:ln cap="flat" cmpd="sng" w="28575">
            <a:solidFill>
              <a:schemeClr val="lt2"/>
            </a:solidFill>
            <a:prstDash val="solid"/>
            <a:round/>
            <a:headEnd len="med" w="med" type="stealth"/>
            <a:tailEnd len="med" w="med" type="stealth"/>
          </a:ln>
        </p:spPr>
      </p:cxnSp>
      <p:sp>
        <p:nvSpPr>
          <p:cNvPr id="535" name="Google Shape;535;p32"/>
          <p:cNvSpPr txBox="1"/>
          <p:nvPr/>
        </p:nvSpPr>
        <p:spPr>
          <a:xfrm>
            <a:off x="4179425" y="7809675"/>
            <a:ext cx="1027200" cy="810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solidFill>
                  <a:schemeClr val="lt2"/>
                </a:solidFill>
                <a:latin typeface="Fira Sans"/>
                <a:ea typeface="Fira Sans"/>
                <a:cs typeface="Fira Sans"/>
                <a:sym typeface="Fira Sans"/>
              </a:rPr>
              <a:t>(TWO DIFFERENT GRAPHS)</a:t>
            </a:r>
            <a:endParaRPr b="1" sz="1200">
              <a:solidFill>
                <a:schemeClr val="lt2"/>
              </a:solidFill>
              <a:latin typeface="Fira Sans"/>
              <a:ea typeface="Fira Sans"/>
              <a:cs typeface="Fira Sans"/>
              <a:sym typeface="Fira Sans"/>
            </a:endParaRPr>
          </a:p>
        </p:txBody>
      </p:sp>
      <p:grpSp>
        <p:nvGrpSpPr>
          <p:cNvPr id="536" name="Google Shape;536;p32"/>
          <p:cNvGrpSpPr/>
          <p:nvPr/>
        </p:nvGrpSpPr>
        <p:grpSpPr>
          <a:xfrm>
            <a:off x="1521839" y="6088710"/>
            <a:ext cx="345764" cy="345734"/>
            <a:chOff x="4033537" y="2991773"/>
            <a:chExt cx="345764" cy="345734"/>
          </a:xfrm>
        </p:grpSpPr>
        <p:sp>
          <p:nvSpPr>
            <p:cNvPr id="537" name="Google Shape;537;p32"/>
            <p:cNvSpPr/>
            <p:nvPr/>
          </p:nvSpPr>
          <p:spPr>
            <a:xfrm>
              <a:off x="4137763" y="2991773"/>
              <a:ext cx="137310" cy="137684"/>
            </a:xfrm>
            <a:custGeom>
              <a:rect b="b" l="l" r="r" t="t"/>
              <a:pathLst>
                <a:path extrusionOk="0" h="4794" w="4781">
                  <a:moveTo>
                    <a:pt x="2390" y="512"/>
                  </a:moveTo>
                  <a:lnTo>
                    <a:pt x="4311" y="1661"/>
                  </a:lnTo>
                  <a:lnTo>
                    <a:pt x="4311" y="1912"/>
                  </a:lnTo>
                  <a:lnTo>
                    <a:pt x="470" y="1912"/>
                  </a:lnTo>
                  <a:lnTo>
                    <a:pt x="470" y="1661"/>
                  </a:lnTo>
                  <a:lnTo>
                    <a:pt x="2390" y="512"/>
                  </a:lnTo>
                  <a:close/>
                  <a:moveTo>
                    <a:pt x="1590" y="2382"/>
                  </a:moveTo>
                  <a:lnTo>
                    <a:pt x="1590" y="4323"/>
                  </a:lnTo>
                  <a:lnTo>
                    <a:pt x="934" y="4323"/>
                  </a:lnTo>
                  <a:lnTo>
                    <a:pt x="934" y="2382"/>
                  </a:lnTo>
                  <a:close/>
                  <a:moveTo>
                    <a:pt x="2718" y="2382"/>
                  </a:moveTo>
                  <a:lnTo>
                    <a:pt x="2718" y="4323"/>
                  </a:lnTo>
                  <a:lnTo>
                    <a:pt x="2063" y="4323"/>
                  </a:lnTo>
                  <a:lnTo>
                    <a:pt x="2063" y="2382"/>
                  </a:lnTo>
                  <a:close/>
                  <a:moveTo>
                    <a:pt x="3847" y="2382"/>
                  </a:moveTo>
                  <a:lnTo>
                    <a:pt x="3847" y="4323"/>
                  </a:lnTo>
                  <a:lnTo>
                    <a:pt x="3188" y="4323"/>
                  </a:lnTo>
                  <a:lnTo>
                    <a:pt x="3188" y="2382"/>
                  </a:lnTo>
                  <a:close/>
                  <a:moveTo>
                    <a:pt x="2390" y="1"/>
                  </a:moveTo>
                  <a:cubicBezTo>
                    <a:pt x="2348" y="1"/>
                    <a:pt x="2306" y="12"/>
                    <a:pt x="2269" y="36"/>
                  </a:cubicBezTo>
                  <a:lnTo>
                    <a:pt x="112" y="1327"/>
                  </a:lnTo>
                  <a:cubicBezTo>
                    <a:pt x="41" y="1369"/>
                    <a:pt x="0" y="1445"/>
                    <a:pt x="0" y="1528"/>
                  </a:cubicBezTo>
                  <a:lnTo>
                    <a:pt x="0" y="2149"/>
                  </a:lnTo>
                  <a:cubicBezTo>
                    <a:pt x="0" y="2279"/>
                    <a:pt x="104" y="2382"/>
                    <a:pt x="234" y="2382"/>
                  </a:cubicBezTo>
                  <a:lnTo>
                    <a:pt x="464" y="2382"/>
                  </a:lnTo>
                  <a:lnTo>
                    <a:pt x="464" y="4323"/>
                  </a:lnTo>
                  <a:lnTo>
                    <a:pt x="234" y="4323"/>
                  </a:lnTo>
                  <a:cubicBezTo>
                    <a:pt x="104" y="4323"/>
                    <a:pt x="0" y="4430"/>
                    <a:pt x="0" y="4560"/>
                  </a:cubicBezTo>
                  <a:cubicBezTo>
                    <a:pt x="0" y="4690"/>
                    <a:pt x="104" y="4793"/>
                    <a:pt x="234" y="4793"/>
                  </a:cubicBezTo>
                  <a:lnTo>
                    <a:pt x="4547" y="4793"/>
                  </a:lnTo>
                  <a:cubicBezTo>
                    <a:pt x="4677" y="4793"/>
                    <a:pt x="4781" y="4690"/>
                    <a:pt x="4781" y="4560"/>
                  </a:cubicBezTo>
                  <a:cubicBezTo>
                    <a:pt x="4781" y="4430"/>
                    <a:pt x="4677" y="4323"/>
                    <a:pt x="4547" y="4323"/>
                  </a:cubicBezTo>
                  <a:lnTo>
                    <a:pt x="4317" y="4323"/>
                  </a:lnTo>
                  <a:lnTo>
                    <a:pt x="4317" y="2382"/>
                  </a:lnTo>
                  <a:lnTo>
                    <a:pt x="4547" y="2382"/>
                  </a:lnTo>
                  <a:cubicBezTo>
                    <a:pt x="4677" y="2382"/>
                    <a:pt x="4781" y="2279"/>
                    <a:pt x="4781" y="2149"/>
                  </a:cubicBezTo>
                  <a:lnTo>
                    <a:pt x="4781" y="1528"/>
                  </a:lnTo>
                  <a:cubicBezTo>
                    <a:pt x="4781" y="1445"/>
                    <a:pt x="4739" y="1369"/>
                    <a:pt x="4669" y="1327"/>
                  </a:cubicBezTo>
                  <a:lnTo>
                    <a:pt x="2512" y="36"/>
                  </a:lnTo>
                  <a:cubicBezTo>
                    <a:pt x="2475" y="12"/>
                    <a:pt x="2433" y="1"/>
                    <a:pt x="2390" y="1"/>
                  </a:cubicBezTo>
                  <a:close/>
                </a:path>
              </a:pathLst>
            </a:custGeom>
            <a:gradFill>
              <a:gsLst>
                <a:gs pos="0">
                  <a:srgbClr val="E85073"/>
                </a:gs>
                <a:gs pos="26000">
                  <a:srgbClr val="A52342"/>
                </a:gs>
                <a:gs pos="58000">
                  <a:srgbClr val="F39428"/>
                </a:gs>
                <a:gs pos="100000">
                  <a:srgbClr val="00A2AB"/>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32"/>
            <p:cNvSpPr/>
            <p:nvPr/>
          </p:nvSpPr>
          <p:spPr>
            <a:xfrm>
              <a:off x="4257241" y="3084512"/>
              <a:ext cx="122060" cy="252994"/>
            </a:xfrm>
            <a:custGeom>
              <a:rect b="b" l="l" r="r" t="t"/>
              <a:pathLst>
                <a:path extrusionOk="0" h="8809" w="4250">
                  <a:moveTo>
                    <a:pt x="1880" y="3027"/>
                  </a:moveTo>
                  <a:lnTo>
                    <a:pt x="1880" y="4439"/>
                  </a:lnTo>
                  <a:lnTo>
                    <a:pt x="470" y="4439"/>
                  </a:lnTo>
                  <a:lnTo>
                    <a:pt x="470" y="3027"/>
                  </a:lnTo>
                  <a:close/>
                  <a:moveTo>
                    <a:pt x="3779" y="6927"/>
                  </a:moveTo>
                  <a:lnTo>
                    <a:pt x="3779" y="8336"/>
                  </a:lnTo>
                  <a:lnTo>
                    <a:pt x="2367" y="8336"/>
                  </a:lnTo>
                  <a:lnTo>
                    <a:pt x="2367" y="6927"/>
                  </a:lnTo>
                  <a:close/>
                  <a:moveTo>
                    <a:pt x="1185" y="1"/>
                  </a:moveTo>
                  <a:cubicBezTo>
                    <a:pt x="1055" y="1"/>
                    <a:pt x="949" y="107"/>
                    <a:pt x="949" y="237"/>
                  </a:cubicBezTo>
                  <a:cubicBezTo>
                    <a:pt x="949" y="364"/>
                    <a:pt x="1055" y="471"/>
                    <a:pt x="1185" y="471"/>
                  </a:cubicBezTo>
                  <a:lnTo>
                    <a:pt x="1569" y="471"/>
                  </a:lnTo>
                  <a:lnTo>
                    <a:pt x="1569" y="2557"/>
                  </a:lnTo>
                  <a:lnTo>
                    <a:pt x="234" y="2557"/>
                  </a:lnTo>
                  <a:cubicBezTo>
                    <a:pt x="104" y="2557"/>
                    <a:pt x="0" y="2663"/>
                    <a:pt x="0" y="2793"/>
                  </a:cubicBezTo>
                  <a:lnTo>
                    <a:pt x="0" y="4672"/>
                  </a:lnTo>
                  <a:cubicBezTo>
                    <a:pt x="0" y="4802"/>
                    <a:pt x="104" y="4909"/>
                    <a:pt x="234" y="4909"/>
                  </a:cubicBezTo>
                  <a:lnTo>
                    <a:pt x="2116" y="4909"/>
                  </a:lnTo>
                  <a:cubicBezTo>
                    <a:pt x="2246" y="4909"/>
                    <a:pt x="2349" y="4802"/>
                    <a:pt x="2349" y="4672"/>
                  </a:cubicBezTo>
                  <a:lnTo>
                    <a:pt x="2349" y="3969"/>
                  </a:lnTo>
                  <a:lnTo>
                    <a:pt x="3144" y="3969"/>
                  </a:lnTo>
                  <a:lnTo>
                    <a:pt x="3144" y="6457"/>
                  </a:lnTo>
                  <a:lnTo>
                    <a:pt x="2134" y="6457"/>
                  </a:lnTo>
                  <a:cubicBezTo>
                    <a:pt x="2004" y="6457"/>
                    <a:pt x="1897" y="6563"/>
                    <a:pt x="1897" y="6693"/>
                  </a:cubicBezTo>
                  <a:lnTo>
                    <a:pt x="1897" y="8573"/>
                  </a:lnTo>
                  <a:cubicBezTo>
                    <a:pt x="1897" y="8703"/>
                    <a:pt x="2004" y="8809"/>
                    <a:pt x="2134" y="8809"/>
                  </a:cubicBezTo>
                  <a:lnTo>
                    <a:pt x="4013" y="8809"/>
                  </a:lnTo>
                  <a:cubicBezTo>
                    <a:pt x="4143" y="8809"/>
                    <a:pt x="4249" y="8703"/>
                    <a:pt x="4249" y="8573"/>
                  </a:cubicBezTo>
                  <a:lnTo>
                    <a:pt x="4249" y="6693"/>
                  </a:lnTo>
                  <a:cubicBezTo>
                    <a:pt x="4249" y="6563"/>
                    <a:pt x="4143" y="6457"/>
                    <a:pt x="4013" y="6457"/>
                  </a:cubicBezTo>
                  <a:lnTo>
                    <a:pt x="3614" y="6457"/>
                  </a:lnTo>
                  <a:lnTo>
                    <a:pt x="3614" y="3733"/>
                  </a:lnTo>
                  <a:cubicBezTo>
                    <a:pt x="3614" y="3603"/>
                    <a:pt x="3508" y="3499"/>
                    <a:pt x="3378" y="3499"/>
                  </a:cubicBezTo>
                  <a:lnTo>
                    <a:pt x="2349" y="3499"/>
                  </a:lnTo>
                  <a:lnTo>
                    <a:pt x="2349" y="2793"/>
                  </a:lnTo>
                  <a:cubicBezTo>
                    <a:pt x="2349" y="2663"/>
                    <a:pt x="2246" y="2557"/>
                    <a:pt x="2116" y="2557"/>
                  </a:cubicBezTo>
                  <a:lnTo>
                    <a:pt x="2039" y="2557"/>
                  </a:lnTo>
                  <a:lnTo>
                    <a:pt x="2039" y="237"/>
                  </a:lnTo>
                  <a:cubicBezTo>
                    <a:pt x="2039" y="107"/>
                    <a:pt x="1933" y="1"/>
                    <a:pt x="1803" y="1"/>
                  </a:cubicBezTo>
                  <a:close/>
                </a:path>
              </a:pathLst>
            </a:custGeom>
            <a:gradFill>
              <a:gsLst>
                <a:gs pos="0">
                  <a:srgbClr val="E85073"/>
                </a:gs>
                <a:gs pos="26000">
                  <a:srgbClr val="A52342"/>
                </a:gs>
                <a:gs pos="58000">
                  <a:srgbClr val="F39428"/>
                </a:gs>
                <a:gs pos="100000">
                  <a:srgbClr val="00A2AB"/>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32"/>
            <p:cNvSpPr/>
            <p:nvPr/>
          </p:nvSpPr>
          <p:spPr>
            <a:xfrm>
              <a:off x="4033537" y="3084512"/>
              <a:ext cx="194521" cy="252908"/>
            </a:xfrm>
            <a:custGeom>
              <a:rect b="b" l="l" r="r" t="t"/>
              <a:pathLst>
                <a:path extrusionOk="0" h="8806" w="6773">
                  <a:moveTo>
                    <a:pt x="3780" y="3027"/>
                  </a:moveTo>
                  <a:lnTo>
                    <a:pt x="3780" y="4439"/>
                  </a:lnTo>
                  <a:lnTo>
                    <a:pt x="2370" y="4439"/>
                  </a:lnTo>
                  <a:lnTo>
                    <a:pt x="2370" y="3027"/>
                  </a:lnTo>
                  <a:close/>
                  <a:moveTo>
                    <a:pt x="1883" y="6927"/>
                  </a:moveTo>
                  <a:lnTo>
                    <a:pt x="1883" y="8336"/>
                  </a:lnTo>
                  <a:lnTo>
                    <a:pt x="471" y="8336"/>
                  </a:lnTo>
                  <a:lnTo>
                    <a:pt x="471" y="6927"/>
                  </a:lnTo>
                  <a:close/>
                  <a:moveTo>
                    <a:pt x="6300" y="6927"/>
                  </a:moveTo>
                  <a:lnTo>
                    <a:pt x="6300" y="8336"/>
                  </a:lnTo>
                  <a:lnTo>
                    <a:pt x="4891" y="8336"/>
                  </a:lnTo>
                  <a:lnTo>
                    <a:pt x="4891" y="6927"/>
                  </a:lnTo>
                  <a:close/>
                  <a:moveTo>
                    <a:pt x="2447" y="1"/>
                  </a:moveTo>
                  <a:cubicBezTo>
                    <a:pt x="2317" y="1"/>
                    <a:pt x="2211" y="107"/>
                    <a:pt x="2211" y="234"/>
                  </a:cubicBezTo>
                  <a:lnTo>
                    <a:pt x="2211" y="2557"/>
                  </a:lnTo>
                  <a:lnTo>
                    <a:pt x="2134" y="2557"/>
                  </a:lnTo>
                  <a:cubicBezTo>
                    <a:pt x="2004" y="2557"/>
                    <a:pt x="1898" y="2663"/>
                    <a:pt x="1898" y="2793"/>
                  </a:cubicBezTo>
                  <a:lnTo>
                    <a:pt x="1898" y="3496"/>
                  </a:lnTo>
                  <a:lnTo>
                    <a:pt x="872" y="3496"/>
                  </a:lnTo>
                  <a:cubicBezTo>
                    <a:pt x="742" y="3496"/>
                    <a:pt x="636" y="3603"/>
                    <a:pt x="636" y="3733"/>
                  </a:cubicBezTo>
                  <a:lnTo>
                    <a:pt x="636" y="6457"/>
                  </a:lnTo>
                  <a:lnTo>
                    <a:pt x="237" y="6457"/>
                  </a:lnTo>
                  <a:cubicBezTo>
                    <a:pt x="107" y="6457"/>
                    <a:pt x="1" y="6560"/>
                    <a:pt x="1" y="6690"/>
                  </a:cubicBezTo>
                  <a:lnTo>
                    <a:pt x="1" y="8573"/>
                  </a:lnTo>
                  <a:cubicBezTo>
                    <a:pt x="1" y="8703"/>
                    <a:pt x="107" y="8806"/>
                    <a:pt x="237" y="8806"/>
                  </a:cubicBezTo>
                  <a:lnTo>
                    <a:pt x="2116" y="8806"/>
                  </a:lnTo>
                  <a:cubicBezTo>
                    <a:pt x="2246" y="8806"/>
                    <a:pt x="2353" y="8703"/>
                    <a:pt x="2353" y="8573"/>
                  </a:cubicBezTo>
                  <a:lnTo>
                    <a:pt x="2353" y="7866"/>
                  </a:lnTo>
                  <a:lnTo>
                    <a:pt x="4421" y="7866"/>
                  </a:lnTo>
                  <a:lnTo>
                    <a:pt x="4421" y="8573"/>
                  </a:lnTo>
                  <a:cubicBezTo>
                    <a:pt x="4421" y="8703"/>
                    <a:pt x="4527" y="8806"/>
                    <a:pt x="4657" y="8806"/>
                  </a:cubicBezTo>
                  <a:lnTo>
                    <a:pt x="6537" y="8806"/>
                  </a:lnTo>
                  <a:cubicBezTo>
                    <a:pt x="6667" y="8806"/>
                    <a:pt x="6773" y="8703"/>
                    <a:pt x="6773" y="8573"/>
                  </a:cubicBezTo>
                  <a:lnTo>
                    <a:pt x="6773" y="6690"/>
                  </a:lnTo>
                  <a:cubicBezTo>
                    <a:pt x="6773" y="6563"/>
                    <a:pt x="6667" y="6457"/>
                    <a:pt x="6537" y="6457"/>
                  </a:cubicBezTo>
                  <a:lnTo>
                    <a:pt x="4654" y="6457"/>
                  </a:lnTo>
                  <a:cubicBezTo>
                    <a:pt x="4524" y="6457"/>
                    <a:pt x="4421" y="6563"/>
                    <a:pt x="4421" y="6690"/>
                  </a:cubicBezTo>
                  <a:lnTo>
                    <a:pt x="4421" y="7397"/>
                  </a:lnTo>
                  <a:lnTo>
                    <a:pt x="2353" y="7397"/>
                  </a:lnTo>
                  <a:lnTo>
                    <a:pt x="2353" y="6690"/>
                  </a:lnTo>
                  <a:cubicBezTo>
                    <a:pt x="2353" y="6563"/>
                    <a:pt x="2246" y="6457"/>
                    <a:pt x="2116" y="6457"/>
                  </a:cubicBezTo>
                  <a:lnTo>
                    <a:pt x="1106" y="6457"/>
                  </a:lnTo>
                  <a:lnTo>
                    <a:pt x="1106" y="3969"/>
                  </a:lnTo>
                  <a:lnTo>
                    <a:pt x="1898" y="3969"/>
                  </a:lnTo>
                  <a:lnTo>
                    <a:pt x="1898" y="4672"/>
                  </a:lnTo>
                  <a:cubicBezTo>
                    <a:pt x="1898" y="4802"/>
                    <a:pt x="2004" y="4909"/>
                    <a:pt x="2134" y="4909"/>
                  </a:cubicBezTo>
                  <a:lnTo>
                    <a:pt x="4013" y="4909"/>
                  </a:lnTo>
                  <a:cubicBezTo>
                    <a:pt x="4143" y="4909"/>
                    <a:pt x="4250" y="4802"/>
                    <a:pt x="4250" y="4672"/>
                  </a:cubicBezTo>
                  <a:lnTo>
                    <a:pt x="4250" y="2793"/>
                  </a:lnTo>
                  <a:cubicBezTo>
                    <a:pt x="4250" y="2663"/>
                    <a:pt x="4143" y="2557"/>
                    <a:pt x="4013" y="2557"/>
                  </a:cubicBezTo>
                  <a:lnTo>
                    <a:pt x="2681" y="2557"/>
                  </a:lnTo>
                  <a:lnTo>
                    <a:pt x="2681" y="471"/>
                  </a:lnTo>
                  <a:lnTo>
                    <a:pt x="3065" y="471"/>
                  </a:lnTo>
                  <a:cubicBezTo>
                    <a:pt x="3195" y="471"/>
                    <a:pt x="3298" y="364"/>
                    <a:pt x="3298" y="234"/>
                  </a:cubicBezTo>
                  <a:cubicBezTo>
                    <a:pt x="3298" y="107"/>
                    <a:pt x="3195" y="1"/>
                    <a:pt x="3065" y="1"/>
                  </a:cubicBezTo>
                  <a:close/>
                </a:path>
              </a:pathLst>
            </a:custGeom>
            <a:gradFill>
              <a:gsLst>
                <a:gs pos="0">
                  <a:srgbClr val="E85073"/>
                </a:gs>
                <a:gs pos="26000">
                  <a:srgbClr val="A52342"/>
                </a:gs>
                <a:gs pos="58000">
                  <a:srgbClr val="F39428"/>
                </a:gs>
                <a:gs pos="100000">
                  <a:srgbClr val="00A2AB"/>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0" name="Google Shape;540;p32"/>
          <p:cNvGrpSpPr/>
          <p:nvPr/>
        </p:nvGrpSpPr>
        <p:grpSpPr>
          <a:xfrm>
            <a:off x="5268936" y="6088748"/>
            <a:ext cx="346507" cy="345645"/>
            <a:chOff x="3255958" y="2991773"/>
            <a:chExt cx="346507" cy="345645"/>
          </a:xfrm>
        </p:grpSpPr>
        <p:sp>
          <p:nvSpPr>
            <p:cNvPr id="541" name="Google Shape;541;p32"/>
            <p:cNvSpPr/>
            <p:nvPr/>
          </p:nvSpPr>
          <p:spPr>
            <a:xfrm>
              <a:off x="3255958" y="2991773"/>
              <a:ext cx="346507" cy="345645"/>
            </a:xfrm>
            <a:custGeom>
              <a:rect b="b" l="l" r="r" t="t"/>
              <a:pathLst>
                <a:path extrusionOk="0" h="12035" w="12065">
                  <a:moveTo>
                    <a:pt x="6241" y="470"/>
                  </a:moveTo>
                  <a:cubicBezTo>
                    <a:pt x="6501" y="470"/>
                    <a:pt x="6711" y="683"/>
                    <a:pt x="6711" y="943"/>
                  </a:cubicBezTo>
                  <a:cubicBezTo>
                    <a:pt x="6711" y="1200"/>
                    <a:pt x="6501" y="1413"/>
                    <a:pt x="6241" y="1413"/>
                  </a:cubicBezTo>
                  <a:lnTo>
                    <a:pt x="3257" y="1413"/>
                  </a:lnTo>
                  <a:cubicBezTo>
                    <a:pt x="2997" y="1413"/>
                    <a:pt x="2784" y="1200"/>
                    <a:pt x="2784" y="943"/>
                  </a:cubicBezTo>
                  <a:cubicBezTo>
                    <a:pt x="2787" y="683"/>
                    <a:pt x="2997" y="470"/>
                    <a:pt x="3257" y="470"/>
                  </a:cubicBezTo>
                  <a:close/>
                  <a:moveTo>
                    <a:pt x="11051" y="2589"/>
                  </a:moveTo>
                  <a:cubicBezTo>
                    <a:pt x="11107" y="2589"/>
                    <a:pt x="11163" y="2604"/>
                    <a:pt x="11214" y="2633"/>
                  </a:cubicBezTo>
                  <a:cubicBezTo>
                    <a:pt x="11370" y="2722"/>
                    <a:pt x="11427" y="2926"/>
                    <a:pt x="11335" y="3082"/>
                  </a:cubicBezTo>
                  <a:lnTo>
                    <a:pt x="11022" y="3623"/>
                  </a:lnTo>
                  <a:lnTo>
                    <a:pt x="10452" y="3295"/>
                  </a:lnTo>
                  <a:lnTo>
                    <a:pt x="10765" y="2754"/>
                  </a:lnTo>
                  <a:cubicBezTo>
                    <a:pt x="10809" y="2677"/>
                    <a:pt x="10880" y="2621"/>
                    <a:pt x="10966" y="2601"/>
                  </a:cubicBezTo>
                  <a:cubicBezTo>
                    <a:pt x="10994" y="2593"/>
                    <a:pt x="11022" y="2589"/>
                    <a:pt x="11051" y="2589"/>
                  </a:cubicBezTo>
                  <a:close/>
                  <a:moveTo>
                    <a:pt x="9027" y="940"/>
                  </a:moveTo>
                  <a:lnTo>
                    <a:pt x="9027" y="4814"/>
                  </a:lnTo>
                  <a:cubicBezTo>
                    <a:pt x="9027" y="4817"/>
                    <a:pt x="9027" y="4820"/>
                    <a:pt x="9027" y="4823"/>
                  </a:cubicBezTo>
                  <a:lnTo>
                    <a:pt x="8558" y="5638"/>
                  </a:lnTo>
                  <a:lnTo>
                    <a:pt x="8558" y="1646"/>
                  </a:lnTo>
                  <a:cubicBezTo>
                    <a:pt x="8558" y="1516"/>
                    <a:pt x="8451" y="1413"/>
                    <a:pt x="8321" y="1413"/>
                  </a:cubicBezTo>
                  <a:lnTo>
                    <a:pt x="7054" y="1413"/>
                  </a:lnTo>
                  <a:cubicBezTo>
                    <a:pt x="7133" y="1274"/>
                    <a:pt x="7181" y="1111"/>
                    <a:pt x="7181" y="940"/>
                  </a:cubicBezTo>
                  <a:close/>
                  <a:moveTo>
                    <a:pt x="7122" y="9063"/>
                  </a:moveTo>
                  <a:lnTo>
                    <a:pt x="7692" y="9394"/>
                  </a:lnTo>
                  <a:lnTo>
                    <a:pt x="7600" y="9547"/>
                  </a:lnTo>
                  <a:lnTo>
                    <a:pt x="6944" y="10029"/>
                  </a:lnTo>
                  <a:lnTo>
                    <a:pt x="6944" y="10029"/>
                  </a:lnTo>
                  <a:lnTo>
                    <a:pt x="7033" y="9219"/>
                  </a:lnTo>
                  <a:lnTo>
                    <a:pt x="7122" y="9063"/>
                  </a:lnTo>
                  <a:close/>
                  <a:moveTo>
                    <a:pt x="8085" y="1883"/>
                  </a:moveTo>
                  <a:lnTo>
                    <a:pt x="8085" y="6454"/>
                  </a:lnTo>
                  <a:lnTo>
                    <a:pt x="6599" y="9027"/>
                  </a:lnTo>
                  <a:cubicBezTo>
                    <a:pt x="6584" y="9054"/>
                    <a:pt x="6572" y="9086"/>
                    <a:pt x="6569" y="9119"/>
                  </a:cubicBezTo>
                  <a:lnTo>
                    <a:pt x="6421" y="10504"/>
                  </a:lnTo>
                  <a:cubicBezTo>
                    <a:pt x="6415" y="10549"/>
                    <a:pt x="6424" y="10590"/>
                    <a:pt x="6439" y="10626"/>
                  </a:cubicBezTo>
                  <a:lnTo>
                    <a:pt x="2914" y="10626"/>
                  </a:lnTo>
                  <a:lnTo>
                    <a:pt x="2914" y="9376"/>
                  </a:lnTo>
                  <a:cubicBezTo>
                    <a:pt x="2914" y="9237"/>
                    <a:pt x="2799" y="9125"/>
                    <a:pt x="2660" y="9125"/>
                  </a:cubicBezTo>
                  <a:lnTo>
                    <a:pt x="1410" y="9125"/>
                  </a:lnTo>
                  <a:lnTo>
                    <a:pt x="1410" y="1883"/>
                  </a:lnTo>
                  <a:close/>
                  <a:moveTo>
                    <a:pt x="8085" y="9651"/>
                  </a:moveTo>
                  <a:lnTo>
                    <a:pt x="8085" y="10626"/>
                  </a:lnTo>
                  <a:lnTo>
                    <a:pt x="6924" y="10626"/>
                  </a:lnTo>
                  <a:lnTo>
                    <a:pt x="7919" y="9899"/>
                  </a:lnTo>
                  <a:cubicBezTo>
                    <a:pt x="7946" y="9878"/>
                    <a:pt x="7967" y="9854"/>
                    <a:pt x="7984" y="9825"/>
                  </a:cubicBezTo>
                  <a:lnTo>
                    <a:pt x="8085" y="9651"/>
                  </a:lnTo>
                  <a:close/>
                  <a:moveTo>
                    <a:pt x="2314" y="943"/>
                  </a:moveTo>
                  <a:cubicBezTo>
                    <a:pt x="2314" y="1111"/>
                    <a:pt x="2362" y="1274"/>
                    <a:pt x="2441" y="1413"/>
                  </a:cubicBezTo>
                  <a:lnTo>
                    <a:pt x="1174" y="1413"/>
                  </a:lnTo>
                  <a:cubicBezTo>
                    <a:pt x="1047" y="1413"/>
                    <a:pt x="940" y="1516"/>
                    <a:pt x="940" y="1646"/>
                  </a:cubicBezTo>
                  <a:lnTo>
                    <a:pt x="940" y="9249"/>
                  </a:lnTo>
                  <a:cubicBezTo>
                    <a:pt x="940" y="9311"/>
                    <a:pt x="964" y="9370"/>
                    <a:pt x="1008" y="9414"/>
                  </a:cubicBezTo>
                  <a:lnTo>
                    <a:pt x="2622" y="11027"/>
                  </a:lnTo>
                  <a:cubicBezTo>
                    <a:pt x="2666" y="11072"/>
                    <a:pt x="2725" y="11095"/>
                    <a:pt x="2787" y="11095"/>
                  </a:cubicBezTo>
                  <a:lnTo>
                    <a:pt x="8321" y="11095"/>
                  </a:lnTo>
                  <a:cubicBezTo>
                    <a:pt x="8451" y="11095"/>
                    <a:pt x="8555" y="10992"/>
                    <a:pt x="8555" y="10862"/>
                  </a:cubicBezTo>
                  <a:lnTo>
                    <a:pt x="8555" y="8835"/>
                  </a:lnTo>
                  <a:lnTo>
                    <a:pt x="9027" y="8020"/>
                  </a:lnTo>
                  <a:lnTo>
                    <a:pt x="9027" y="11565"/>
                  </a:lnTo>
                  <a:lnTo>
                    <a:pt x="471" y="11565"/>
                  </a:lnTo>
                  <a:lnTo>
                    <a:pt x="471" y="943"/>
                  </a:lnTo>
                  <a:close/>
                  <a:moveTo>
                    <a:pt x="3254" y="1"/>
                  </a:moveTo>
                  <a:cubicBezTo>
                    <a:pt x="2908" y="1"/>
                    <a:pt x="2604" y="190"/>
                    <a:pt x="2441" y="470"/>
                  </a:cubicBezTo>
                  <a:lnTo>
                    <a:pt x="234" y="470"/>
                  </a:lnTo>
                  <a:cubicBezTo>
                    <a:pt x="104" y="470"/>
                    <a:pt x="1" y="577"/>
                    <a:pt x="1" y="707"/>
                  </a:cubicBezTo>
                  <a:lnTo>
                    <a:pt x="1" y="11802"/>
                  </a:lnTo>
                  <a:cubicBezTo>
                    <a:pt x="1" y="11932"/>
                    <a:pt x="104" y="12035"/>
                    <a:pt x="234" y="12035"/>
                  </a:cubicBezTo>
                  <a:lnTo>
                    <a:pt x="9261" y="12035"/>
                  </a:lnTo>
                  <a:cubicBezTo>
                    <a:pt x="9391" y="12035"/>
                    <a:pt x="9494" y="11932"/>
                    <a:pt x="9494" y="11802"/>
                  </a:cubicBezTo>
                  <a:lnTo>
                    <a:pt x="9494" y="7207"/>
                  </a:lnTo>
                  <a:lnTo>
                    <a:pt x="11311" y="4063"/>
                  </a:lnTo>
                  <a:lnTo>
                    <a:pt x="11353" y="4087"/>
                  </a:lnTo>
                  <a:cubicBezTo>
                    <a:pt x="11554" y="4202"/>
                    <a:pt x="11625" y="4462"/>
                    <a:pt x="11506" y="4660"/>
                  </a:cubicBezTo>
                  <a:lnTo>
                    <a:pt x="10327" y="6708"/>
                  </a:lnTo>
                  <a:cubicBezTo>
                    <a:pt x="10262" y="6820"/>
                    <a:pt x="10301" y="6965"/>
                    <a:pt x="10413" y="7030"/>
                  </a:cubicBezTo>
                  <a:cubicBezTo>
                    <a:pt x="10449" y="7050"/>
                    <a:pt x="10490" y="7059"/>
                    <a:pt x="10528" y="7059"/>
                  </a:cubicBezTo>
                  <a:cubicBezTo>
                    <a:pt x="10611" y="7059"/>
                    <a:pt x="10691" y="7018"/>
                    <a:pt x="10732" y="6941"/>
                  </a:cubicBezTo>
                  <a:lnTo>
                    <a:pt x="11914" y="4896"/>
                  </a:lnTo>
                  <a:cubicBezTo>
                    <a:pt x="12035" y="4690"/>
                    <a:pt x="12065" y="4450"/>
                    <a:pt x="12006" y="4220"/>
                  </a:cubicBezTo>
                  <a:cubicBezTo>
                    <a:pt x="11944" y="3992"/>
                    <a:pt x="11796" y="3800"/>
                    <a:pt x="11589" y="3679"/>
                  </a:cubicBezTo>
                  <a:lnTo>
                    <a:pt x="11548" y="3655"/>
                  </a:lnTo>
                  <a:lnTo>
                    <a:pt x="11743" y="3316"/>
                  </a:lnTo>
                  <a:cubicBezTo>
                    <a:pt x="11961" y="2935"/>
                    <a:pt x="11831" y="2444"/>
                    <a:pt x="11450" y="2225"/>
                  </a:cubicBezTo>
                  <a:cubicBezTo>
                    <a:pt x="11325" y="2153"/>
                    <a:pt x="11188" y="2118"/>
                    <a:pt x="11052" y="2118"/>
                  </a:cubicBezTo>
                  <a:cubicBezTo>
                    <a:pt x="10776" y="2118"/>
                    <a:pt x="10506" y="2262"/>
                    <a:pt x="10357" y="2518"/>
                  </a:cubicBezTo>
                  <a:lnTo>
                    <a:pt x="9497" y="4010"/>
                  </a:lnTo>
                  <a:lnTo>
                    <a:pt x="9497" y="707"/>
                  </a:lnTo>
                  <a:cubicBezTo>
                    <a:pt x="9497" y="577"/>
                    <a:pt x="9391" y="470"/>
                    <a:pt x="9261" y="470"/>
                  </a:cubicBezTo>
                  <a:lnTo>
                    <a:pt x="7054" y="470"/>
                  </a:lnTo>
                  <a:cubicBezTo>
                    <a:pt x="6891" y="190"/>
                    <a:pt x="6587" y="1"/>
                    <a:pt x="6241" y="1"/>
                  </a:cubicBezTo>
                  <a:close/>
                </a:path>
              </a:pathLst>
            </a:custGeom>
            <a:gradFill>
              <a:gsLst>
                <a:gs pos="0">
                  <a:srgbClr val="E85073"/>
                </a:gs>
                <a:gs pos="26000">
                  <a:srgbClr val="A52342"/>
                </a:gs>
                <a:gs pos="58000">
                  <a:srgbClr val="F39428"/>
                </a:gs>
                <a:gs pos="100000">
                  <a:srgbClr val="00A2AB"/>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32"/>
            <p:cNvSpPr/>
            <p:nvPr/>
          </p:nvSpPr>
          <p:spPr>
            <a:xfrm>
              <a:off x="3322417" y="3218610"/>
              <a:ext cx="109653" cy="13527"/>
            </a:xfrm>
            <a:custGeom>
              <a:rect b="b" l="l" r="r" t="t"/>
              <a:pathLst>
                <a:path extrusionOk="0" h="471" w="3818">
                  <a:moveTo>
                    <a:pt x="237" y="0"/>
                  </a:moveTo>
                  <a:cubicBezTo>
                    <a:pt x="107" y="0"/>
                    <a:pt x="0" y="107"/>
                    <a:pt x="0" y="237"/>
                  </a:cubicBezTo>
                  <a:cubicBezTo>
                    <a:pt x="0" y="367"/>
                    <a:pt x="107" y="470"/>
                    <a:pt x="237" y="470"/>
                  </a:cubicBezTo>
                  <a:lnTo>
                    <a:pt x="3584" y="470"/>
                  </a:lnTo>
                  <a:cubicBezTo>
                    <a:pt x="3714" y="470"/>
                    <a:pt x="3818" y="367"/>
                    <a:pt x="3818" y="237"/>
                  </a:cubicBezTo>
                  <a:cubicBezTo>
                    <a:pt x="3818" y="107"/>
                    <a:pt x="3714" y="0"/>
                    <a:pt x="3584" y="0"/>
                  </a:cubicBezTo>
                  <a:close/>
                </a:path>
              </a:pathLst>
            </a:custGeom>
            <a:gradFill>
              <a:gsLst>
                <a:gs pos="0">
                  <a:srgbClr val="E85073"/>
                </a:gs>
                <a:gs pos="26000">
                  <a:srgbClr val="A52342"/>
                </a:gs>
                <a:gs pos="58000">
                  <a:srgbClr val="F39428"/>
                </a:gs>
                <a:gs pos="100000">
                  <a:srgbClr val="00A2AB"/>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32"/>
            <p:cNvSpPr/>
            <p:nvPr/>
          </p:nvSpPr>
          <p:spPr>
            <a:xfrm>
              <a:off x="3380030" y="3245665"/>
              <a:ext cx="52041" cy="13527"/>
            </a:xfrm>
            <a:custGeom>
              <a:rect b="b" l="l" r="r" t="t"/>
              <a:pathLst>
                <a:path extrusionOk="0" h="471" w="1812">
                  <a:moveTo>
                    <a:pt x="237" y="1"/>
                  </a:moveTo>
                  <a:cubicBezTo>
                    <a:pt x="107" y="1"/>
                    <a:pt x="1" y="104"/>
                    <a:pt x="1" y="234"/>
                  </a:cubicBezTo>
                  <a:cubicBezTo>
                    <a:pt x="1" y="364"/>
                    <a:pt x="107" y="471"/>
                    <a:pt x="237" y="471"/>
                  </a:cubicBezTo>
                  <a:lnTo>
                    <a:pt x="1578" y="471"/>
                  </a:lnTo>
                  <a:cubicBezTo>
                    <a:pt x="1708" y="471"/>
                    <a:pt x="1812" y="364"/>
                    <a:pt x="1812" y="234"/>
                  </a:cubicBezTo>
                  <a:cubicBezTo>
                    <a:pt x="1812" y="104"/>
                    <a:pt x="1708" y="1"/>
                    <a:pt x="1578" y="1"/>
                  </a:cubicBezTo>
                  <a:close/>
                </a:path>
              </a:pathLst>
            </a:custGeom>
            <a:gradFill>
              <a:gsLst>
                <a:gs pos="0">
                  <a:srgbClr val="E85073"/>
                </a:gs>
                <a:gs pos="26000">
                  <a:srgbClr val="A52342"/>
                </a:gs>
                <a:gs pos="58000">
                  <a:srgbClr val="F39428"/>
                </a:gs>
                <a:gs pos="100000">
                  <a:srgbClr val="00A2AB"/>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32"/>
            <p:cNvSpPr/>
            <p:nvPr/>
          </p:nvSpPr>
          <p:spPr>
            <a:xfrm>
              <a:off x="3329195" y="3060157"/>
              <a:ext cx="126311" cy="138287"/>
            </a:xfrm>
            <a:custGeom>
              <a:rect b="b" l="l" r="r" t="t"/>
              <a:pathLst>
                <a:path extrusionOk="0" h="4815" w="4398">
                  <a:moveTo>
                    <a:pt x="1398" y="2096"/>
                  </a:moveTo>
                  <a:lnTo>
                    <a:pt x="1398" y="3875"/>
                  </a:lnTo>
                  <a:lnTo>
                    <a:pt x="739" y="3875"/>
                  </a:lnTo>
                  <a:lnTo>
                    <a:pt x="739" y="2096"/>
                  </a:lnTo>
                  <a:close/>
                  <a:moveTo>
                    <a:pt x="2527" y="2096"/>
                  </a:moveTo>
                  <a:lnTo>
                    <a:pt x="2527" y="3875"/>
                  </a:lnTo>
                  <a:lnTo>
                    <a:pt x="1868" y="3875"/>
                  </a:lnTo>
                  <a:lnTo>
                    <a:pt x="1868" y="2096"/>
                  </a:lnTo>
                  <a:close/>
                  <a:moveTo>
                    <a:pt x="3656" y="2096"/>
                  </a:moveTo>
                  <a:lnTo>
                    <a:pt x="3656" y="3875"/>
                  </a:lnTo>
                  <a:lnTo>
                    <a:pt x="2997" y="3875"/>
                  </a:lnTo>
                  <a:lnTo>
                    <a:pt x="2997" y="2096"/>
                  </a:lnTo>
                  <a:close/>
                  <a:moveTo>
                    <a:pt x="2199" y="0"/>
                  </a:moveTo>
                  <a:cubicBezTo>
                    <a:pt x="2180" y="0"/>
                    <a:pt x="2162" y="5"/>
                    <a:pt x="2146" y="16"/>
                  </a:cubicBezTo>
                  <a:lnTo>
                    <a:pt x="42" y="1422"/>
                  </a:lnTo>
                  <a:cubicBezTo>
                    <a:pt x="15" y="1440"/>
                    <a:pt x="1" y="1469"/>
                    <a:pt x="1" y="1499"/>
                  </a:cubicBezTo>
                  <a:lnTo>
                    <a:pt x="1" y="2001"/>
                  </a:lnTo>
                  <a:cubicBezTo>
                    <a:pt x="1" y="2055"/>
                    <a:pt x="42" y="2096"/>
                    <a:pt x="95" y="2096"/>
                  </a:cubicBezTo>
                  <a:lnTo>
                    <a:pt x="270" y="2096"/>
                  </a:lnTo>
                  <a:lnTo>
                    <a:pt x="270" y="3872"/>
                  </a:lnTo>
                  <a:lnTo>
                    <a:pt x="95" y="3872"/>
                  </a:lnTo>
                  <a:cubicBezTo>
                    <a:pt x="42" y="3872"/>
                    <a:pt x="1" y="3913"/>
                    <a:pt x="1" y="3966"/>
                  </a:cubicBezTo>
                  <a:lnTo>
                    <a:pt x="1" y="4720"/>
                  </a:lnTo>
                  <a:cubicBezTo>
                    <a:pt x="1" y="4770"/>
                    <a:pt x="42" y="4814"/>
                    <a:pt x="95" y="4814"/>
                  </a:cubicBezTo>
                  <a:lnTo>
                    <a:pt x="4303" y="4814"/>
                  </a:lnTo>
                  <a:cubicBezTo>
                    <a:pt x="4353" y="4814"/>
                    <a:pt x="4397" y="4770"/>
                    <a:pt x="4397" y="4720"/>
                  </a:cubicBezTo>
                  <a:lnTo>
                    <a:pt x="4397" y="3966"/>
                  </a:lnTo>
                  <a:cubicBezTo>
                    <a:pt x="4397" y="3916"/>
                    <a:pt x="4353" y="3872"/>
                    <a:pt x="4303" y="3872"/>
                  </a:cubicBezTo>
                  <a:lnTo>
                    <a:pt x="4125" y="3872"/>
                  </a:lnTo>
                  <a:lnTo>
                    <a:pt x="4125" y="2096"/>
                  </a:lnTo>
                  <a:lnTo>
                    <a:pt x="4303" y="2096"/>
                  </a:lnTo>
                  <a:cubicBezTo>
                    <a:pt x="4353" y="2096"/>
                    <a:pt x="4397" y="2055"/>
                    <a:pt x="4397" y="2001"/>
                  </a:cubicBezTo>
                  <a:lnTo>
                    <a:pt x="4397" y="1499"/>
                  </a:lnTo>
                  <a:cubicBezTo>
                    <a:pt x="4397" y="1469"/>
                    <a:pt x="4380" y="1440"/>
                    <a:pt x="4353" y="1422"/>
                  </a:cubicBezTo>
                  <a:lnTo>
                    <a:pt x="2249" y="16"/>
                  </a:lnTo>
                  <a:cubicBezTo>
                    <a:pt x="2234" y="5"/>
                    <a:pt x="2217" y="0"/>
                    <a:pt x="2199" y="0"/>
                  </a:cubicBezTo>
                  <a:close/>
                </a:path>
              </a:pathLst>
            </a:custGeom>
            <a:gradFill>
              <a:gsLst>
                <a:gs pos="0">
                  <a:srgbClr val="E85073"/>
                </a:gs>
                <a:gs pos="26000">
                  <a:srgbClr val="A52342"/>
                </a:gs>
                <a:gs pos="58000">
                  <a:srgbClr val="F39428"/>
                </a:gs>
                <a:gs pos="100000">
                  <a:srgbClr val="00A2AB"/>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45" name="Google Shape;545;p32"/>
          <p:cNvSpPr/>
          <p:nvPr/>
        </p:nvSpPr>
        <p:spPr>
          <a:xfrm>
            <a:off x="1521555" y="7384725"/>
            <a:ext cx="346334" cy="345645"/>
          </a:xfrm>
          <a:custGeom>
            <a:rect b="b" l="l" r="r" t="t"/>
            <a:pathLst>
              <a:path extrusionOk="0" h="12035" w="12059">
                <a:moveTo>
                  <a:pt x="6179" y="470"/>
                </a:moveTo>
                <a:cubicBezTo>
                  <a:pt x="6309" y="470"/>
                  <a:pt x="6418" y="576"/>
                  <a:pt x="6418" y="709"/>
                </a:cubicBezTo>
                <a:lnTo>
                  <a:pt x="6418" y="3567"/>
                </a:lnTo>
                <a:cubicBezTo>
                  <a:pt x="6418" y="3694"/>
                  <a:pt x="6521" y="3800"/>
                  <a:pt x="6651" y="3800"/>
                </a:cubicBezTo>
                <a:cubicBezTo>
                  <a:pt x="6781" y="3800"/>
                  <a:pt x="6888" y="3694"/>
                  <a:pt x="6888" y="3567"/>
                </a:cubicBezTo>
                <a:lnTo>
                  <a:pt x="6888" y="1129"/>
                </a:lnTo>
                <a:cubicBezTo>
                  <a:pt x="6899" y="1011"/>
                  <a:pt x="7003" y="919"/>
                  <a:pt x="7124" y="919"/>
                </a:cubicBezTo>
                <a:cubicBezTo>
                  <a:pt x="7257" y="919"/>
                  <a:pt x="7363" y="1025"/>
                  <a:pt x="7363" y="1158"/>
                </a:cubicBezTo>
                <a:lnTo>
                  <a:pt x="7363" y="3567"/>
                </a:lnTo>
                <a:cubicBezTo>
                  <a:pt x="7363" y="3697"/>
                  <a:pt x="7470" y="3800"/>
                  <a:pt x="7600" y="3800"/>
                </a:cubicBezTo>
                <a:cubicBezTo>
                  <a:pt x="7730" y="3800"/>
                  <a:pt x="7833" y="3697"/>
                  <a:pt x="7833" y="3567"/>
                </a:cubicBezTo>
                <a:lnTo>
                  <a:pt x="7833" y="2012"/>
                </a:lnTo>
                <a:cubicBezTo>
                  <a:pt x="7848" y="1894"/>
                  <a:pt x="7948" y="1803"/>
                  <a:pt x="8072" y="1803"/>
                </a:cubicBezTo>
                <a:cubicBezTo>
                  <a:pt x="8202" y="1803"/>
                  <a:pt x="8312" y="1909"/>
                  <a:pt x="8312" y="2042"/>
                </a:cubicBezTo>
                <a:lnTo>
                  <a:pt x="8312" y="3484"/>
                </a:lnTo>
                <a:cubicBezTo>
                  <a:pt x="8013" y="3569"/>
                  <a:pt x="7798" y="3844"/>
                  <a:pt x="7798" y="4166"/>
                </a:cubicBezTo>
                <a:lnTo>
                  <a:pt x="7798" y="5697"/>
                </a:lnTo>
                <a:cubicBezTo>
                  <a:pt x="7667" y="5568"/>
                  <a:pt x="7486" y="5494"/>
                  <a:pt x="7297" y="5494"/>
                </a:cubicBezTo>
                <a:cubicBezTo>
                  <a:pt x="7255" y="5494"/>
                  <a:pt x="7213" y="5497"/>
                  <a:pt x="7171" y="5505"/>
                </a:cubicBezTo>
                <a:cubicBezTo>
                  <a:pt x="6979" y="5537"/>
                  <a:pt x="6814" y="5647"/>
                  <a:pt x="6701" y="5806"/>
                </a:cubicBezTo>
                <a:cubicBezTo>
                  <a:pt x="6592" y="5969"/>
                  <a:pt x="6551" y="6161"/>
                  <a:pt x="6589" y="6353"/>
                </a:cubicBezTo>
                <a:lnTo>
                  <a:pt x="6636" y="6592"/>
                </a:lnTo>
                <a:lnTo>
                  <a:pt x="5505" y="6592"/>
                </a:lnTo>
                <a:lnTo>
                  <a:pt x="5505" y="5753"/>
                </a:lnTo>
                <a:cubicBezTo>
                  <a:pt x="5505" y="5360"/>
                  <a:pt x="5186" y="5041"/>
                  <a:pt x="4796" y="5041"/>
                </a:cubicBezTo>
                <a:cubicBezTo>
                  <a:pt x="4710" y="5041"/>
                  <a:pt x="4630" y="5056"/>
                  <a:pt x="4556" y="5082"/>
                </a:cubicBezTo>
                <a:lnTo>
                  <a:pt x="4556" y="4867"/>
                </a:lnTo>
                <a:cubicBezTo>
                  <a:pt x="4556" y="4512"/>
                  <a:pt x="4296" y="4220"/>
                  <a:pt x="3954" y="4166"/>
                </a:cubicBezTo>
                <a:lnTo>
                  <a:pt x="3773" y="3253"/>
                </a:lnTo>
                <a:cubicBezTo>
                  <a:pt x="3762" y="3185"/>
                  <a:pt x="3776" y="3120"/>
                  <a:pt x="3815" y="3064"/>
                </a:cubicBezTo>
                <a:cubicBezTo>
                  <a:pt x="3853" y="3008"/>
                  <a:pt x="3912" y="2970"/>
                  <a:pt x="3977" y="2958"/>
                </a:cubicBezTo>
                <a:cubicBezTo>
                  <a:pt x="3991" y="2956"/>
                  <a:pt x="4005" y="2955"/>
                  <a:pt x="4018" y="2955"/>
                </a:cubicBezTo>
                <a:cubicBezTo>
                  <a:pt x="4133" y="2955"/>
                  <a:pt x="4235" y="3030"/>
                  <a:pt x="4264" y="3144"/>
                </a:cubicBezTo>
                <a:lnTo>
                  <a:pt x="4530" y="4231"/>
                </a:lnTo>
                <a:cubicBezTo>
                  <a:pt x="4533" y="4246"/>
                  <a:pt x="4539" y="4264"/>
                  <a:pt x="4548" y="4279"/>
                </a:cubicBezTo>
                <a:cubicBezTo>
                  <a:pt x="4587" y="4359"/>
                  <a:pt x="4668" y="4410"/>
                  <a:pt x="4755" y="4410"/>
                </a:cubicBezTo>
                <a:cubicBezTo>
                  <a:pt x="4774" y="4410"/>
                  <a:pt x="4792" y="4407"/>
                  <a:pt x="4810" y="4403"/>
                </a:cubicBezTo>
                <a:cubicBezTo>
                  <a:pt x="4917" y="4379"/>
                  <a:pt x="4994" y="4285"/>
                  <a:pt x="4994" y="4175"/>
                </a:cubicBezTo>
                <a:lnTo>
                  <a:pt x="4994" y="1158"/>
                </a:lnTo>
                <a:cubicBezTo>
                  <a:pt x="4994" y="1025"/>
                  <a:pt x="5100" y="919"/>
                  <a:pt x="5233" y="919"/>
                </a:cubicBezTo>
                <a:cubicBezTo>
                  <a:pt x="5354" y="919"/>
                  <a:pt x="5455" y="1011"/>
                  <a:pt x="5469" y="1129"/>
                </a:cubicBezTo>
                <a:lnTo>
                  <a:pt x="5469" y="3567"/>
                </a:lnTo>
                <a:cubicBezTo>
                  <a:pt x="5469" y="3694"/>
                  <a:pt x="5576" y="3800"/>
                  <a:pt x="5706" y="3800"/>
                </a:cubicBezTo>
                <a:cubicBezTo>
                  <a:pt x="5836" y="3800"/>
                  <a:pt x="5939" y="3694"/>
                  <a:pt x="5939" y="3567"/>
                </a:cubicBezTo>
                <a:lnTo>
                  <a:pt x="5939" y="709"/>
                </a:lnTo>
                <a:cubicBezTo>
                  <a:pt x="5939" y="576"/>
                  <a:pt x="6046" y="470"/>
                  <a:pt x="6179" y="470"/>
                </a:cubicBezTo>
                <a:close/>
                <a:moveTo>
                  <a:pt x="9455" y="3478"/>
                </a:moveTo>
                <a:cubicBezTo>
                  <a:pt x="9588" y="3478"/>
                  <a:pt x="9695" y="3587"/>
                  <a:pt x="9695" y="3717"/>
                </a:cubicBezTo>
                <a:lnTo>
                  <a:pt x="9695" y="6574"/>
                </a:lnTo>
                <a:cubicBezTo>
                  <a:pt x="9695" y="6704"/>
                  <a:pt x="9801" y="6811"/>
                  <a:pt x="9931" y="6811"/>
                </a:cubicBezTo>
                <a:cubicBezTo>
                  <a:pt x="10061" y="6811"/>
                  <a:pt x="10164" y="6704"/>
                  <a:pt x="10164" y="6574"/>
                </a:cubicBezTo>
                <a:lnTo>
                  <a:pt x="10164" y="4140"/>
                </a:lnTo>
                <a:cubicBezTo>
                  <a:pt x="10179" y="4019"/>
                  <a:pt x="10280" y="3927"/>
                  <a:pt x="10404" y="3927"/>
                </a:cubicBezTo>
                <a:cubicBezTo>
                  <a:pt x="10534" y="3927"/>
                  <a:pt x="10643" y="4033"/>
                  <a:pt x="10643" y="4166"/>
                </a:cubicBezTo>
                <a:lnTo>
                  <a:pt x="10643" y="6574"/>
                </a:lnTo>
                <a:cubicBezTo>
                  <a:pt x="10643" y="6704"/>
                  <a:pt x="10746" y="6811"/>
                  <a:pt x="10876" y="6811"/>
                </a:cubicBezTo>
                <a:cubicBezTo>
                  <a:pt x="11007" y="6811"/>
                  <a:pt x="11113" y="6704"/>
                  <a:pt x="11113" y="6574"/>
                </a:cubicBezTo>
                <a:lnTo>
                  <a:pt x="11113" y="5023"/>
                </a:lnTo>
                <a:cubicBezTo>
                  <a:pt x="11125" y="4905"/>
                  <a:pt x="11225" y="4810"/>
                  <a:pt x="11349" y="4810"/>
                </a:cubicBezTo>
                <a:cubicBezTo>
                  <a:pt x="11482" y="4810"/>
                  <a:pt x="11589" y="4920"/>
                  <a:pt x="11589" y="5050"/>
                </a:cubicBezTo>
                <a:lnTo>
                  <a:pt x="11589" y="7298"/>
                </a:lnTo>
                <a:cubicBezTo>
                  <a:pt x="11589" y="7848"/>
                  <a:pt x="11364" y="8389"/>
                  <a:pt x="10974" y="8779"/>
                </a:cubicBezTo>
                <a:lnTo>
                  <a:pt x="10643" y="9107"/>
                </a:lnTo>
                <a:cubicBezTo>
                  <a:pt x="10599" y="9151"/>
                  <a:pt x="10575" y="9213"/>
                  <a:pt x="10575" y="9275"/>
                </a:cubicBezTo>
                <a:lnTo>
                  <a:pt x="10575" y="9600"/>
                </a:lnTo>
                <a:lnTo>
                  <a:pt x="8457" y="9600"/>
                </a:lnTo>
                <a:lnTo>
                  <a:pt x="8457" y="9275"/>
                </a:lnTo>
                <a:cubicBezTo>
                  <a:pt x="8457" y="9213"/>
                  <a:pt x="8433" y="9151"/>
                  <a:pt x="8389" y="9107"/>
                </a:cubicBezTo>
                <a:lnTo>
                  <a:pt x="7877" y="8595"/>
                </a:lnTo>
                <a:cubicBezTo>
                  <a:pt x="7582" y="8303"/>
                  <a:pt x="7381" y="7931"/>
                  <a:pt x="7301" y="7523"/>
                </a:cubicBezTo>
                <a:lnTo>
                  <a:pt x="7053" y="6261"/>
                </a:lnTo>
                <a:cubicBezTo>
                  <a:pt x="7041" y="6196"/>
                  <a:pt x="7053" y="6128"/>
                  <a:pt x="7092" y="6072"/>
                </a:cubicBezTo>
                <a:cubicBezTo>
                  <a:pt x="7130" y="6016"/>
                  <a:pt x="7189" y="5981"/>
                  <a:pt x="7254" y="5969"/>
                </a:cubicBezTo>
                <a:cubicBezTo>
                  <a:pt x="7269" y="5966"/>
                  <a:pt x="7284" y="5965"/>
                  <a:pt x="7298" y="5965"/>
                </a:cubicBezTo>
                <a:cubicBezTo>
                  <a:pt x="7411" y="5965"/>
                  <a:pt x="7512" y="6042"/>
                  <a:pt x="7541" y="6155"/>
                </a:cubicBezTo>
                <a:lnTo>
                  <a:pt x="7807" y="7239"/>
                </a:lnTo>
                <a:cubicBezTo>
                  <a:pt x="7834" y="7345"/>
                  <a:pt x="7928" y="7418"/>
                  <a:pt x="8035" y="7418"/>
                </a:cubicBezTo>
                <a:cubicBezTo>
                  <a:pt x="8044" y="7418"/>
                  <a:pt x="8054" y="7418"/>
                  <a:pt x="8064" y="7416"/>
                </a:cubicBezTo>
                <a:cubicBezTo>
                  <a:pt x="8182" y="7402"/>
                  <a:pt x="8270" y="7301"/>
                  <a:pt x="8270" y="7183"/>
                </a:cubicBezTo>
                <a:lnTo>
                  <a:pt x="8270" y="4166"/>
                </a:lnTo>
                <a:cubicBezTo>
                  <a:pt x="8270" y="4033"/>
                  <a:pt x="8377" y="3927"/>
                  <a:pt x="8510" y="3927"/>
                </a:cubicBezTo>
                <a:cubicBezTo>
                  <a:pt x="8631" y="3927"/>
                  <a:pt x="8734" y="4019"/>
                  <a:pt x="8746" y="4140"/>
                </a:cubicBezTo>
                <a:lnTo>
                  <a:pt x="8749" y="6574"/>
                </a:lnTo>
                <a:cubicBezTo>
                  <a:pt x="8749" y="6704"/>
                  <a:pt x="8855" y="6811"/>
                  <a:pt x="8983" y="6811"/>
                </a:cubicBezTo>
                <a:cubicBezTo>
                  <a:pt x="9113" y="6811"/>
                  <a:pt x="9219" y="6704"/>
                  <a:pt x="9219" y="6574"/>
                </a:cubicBezTo>
                <a:lnTo>
                  <a:pt x="9216" y="3717"/>
                </a:lnTo>
                <a:cubicBezTo>
                  <a:pt x="9216" y="3587"/>
                  <a:pt x="9325" y="3478"/>
                  <a:pt x="9455" y="3478"/>
                </a:cubicBezTo>
                <a:close/>
                <a:moveTo>
                  <a:pt x="2902" y="4181"/>
                </a:moveTo>
                <a:cubicBezTo>
                  <a:pt x="3035" y="4181"/>
                  <a:pt x="3141" y="4287"/>
                  <a:pt x="3141" y="4420"/>
                </a:cubicBezTo>
                <a:lnTo>
                  <a:pt x="3141" y="7275"/>
                </a:lnTo>
                <a:cubicBezTo>
                  <a:pt x="3141" y="7405"/>
                  <a:pt x="3247" y="7511"/>
                  <a:pt x="3377" y="7511"/>
                </a:cubicBezTo>
                <a:cubicBezTo>
                  <a:pt x="3507" y="7511"/>
                  <a:pt x="3611" y="7405"/>
                  <a:pt x="3611" y="7275"/>
                </a:cubicBezTo>
                <a:lnTo>
                  <a:pt x="3611" y="4840"/>
                </a:lnTo>
                <a:cubicBezTo>
                  <a:pt x="3626" y="4722"/>
                  <a:pt x="3726" y="4627"/>
                  <a:pt x="3850" y="4627"/>
                </a:cubicBezTo>
                <a:cubicBezTo>
                  <a:pt x="3980" y="4627"/>
                  <a:pt x="4090" y="4737"/>
                  <a:pt x="4090" y="4867"/>
                </a:cubicBezTo>
                <a:lnTo>
                  <a:pt x="4090" y="7275"/>
                </a:lnTo>
                <a:cubicBezTo>
                  <a:pt x="4090" y="7405"/>
                  <a:pt x="4193" y="7511"/>
                  <a:pt x="4323" y="7511"/>
                </a:cubicBezTo>
                <a:cubicBezTo>
                  <a:pt x="4453" y="7511"/>
                  <a:pt x="4559" y="7405"/>
                  <a:pt x="4559" y="7275"/>
                </a:cubicBezTo>
                <a:lnTo>
                  <a:pt x="4559" y="5723"/>
                </a:lnTo>
                <a:cubicBezTo>
                  <a:pt x="4571" y="5605"/>
                  <a:pt x="4672" y="5511"/>
                  <a:pt x="4796" y="5511"/>
                </a:cubicBezTo>
                <a:cubicBezTo>
                  <a:pt x="4929" y="5511"/>
                  <a:pt x="5035" y="5620"/>
                  <a:pt x="5035" y="5750"/>
                </a:cubicBezTo>
                <a:lnTo>
                  <a:pt x="5035" y="7999"/>
                </a:lnTo>
                <a:cubicBezTo>
                  <a:pt x="5035" y="8557"/>
                  <a:pt x="4816" y="9083"/>
                  <a:pt x="4420" y="9479"/>
                </a:cubicBezTo>
                <a:lnTo>
                  <a:pt x="4090" y="9810"/>
                </a:lnTo>
                <a:cubicBezTo>
                  <a:pt x="4045" y="9854"/>
                  <a:pt x="4022" y="9913"/>
                  <a:pt x="4022" y="9975"/>
                </a:cubicBezTo>
                <a:lnTo>
                  <a:pt x="4022" y="10303"/>
                </a:lnTo>
                <a:lnTo>
                  <a:pt x="1903" y="10303"/>
                </a:lnTo>
                <a:lnTo>
                  <a:pt x="1903" y="9975"/>
                </a:lnTo>
                <a:cubicBezTo>
                  <a:pt x="1903" y="9913"/>
                  <a:pt x="1879" y="9854"/>
                  <a:pt x="1835" y="9810"/>
                </a:cubicBezTo>
                <a:lnTo>
                  <a:pt x="1321" y="9299"/>
                </a:lnTo>
                <a:cubicBezTo>
                  <a:pt x="1028" y="9003"/>
                  <a:pt x="828" y="8631"/>
                  <a:pt x="748" y="8223"/>
                </a:cubicBezTo>
                <a:lnTo>
                  <a:pt x="500" y="6964"/>
                </a:lnTo>
                <a:cubicBezTo>
                  <a:pt x="485" y="6896"/>
                  <a:pt x="500" y="6829"/>
                  <a:pt x="538" y="6772"/>
                </a:cubicBezTo>
                <a:cubicBezTo>
                  <a:pt x="576" y="6719"/>
                  <a:pt x="635" y="6681"/>
                  <a:pt x="700" y="6669"/>
                </a:cubicBezTo>
                <a:cubicBezTo>
                  <a:pt x="715" y="6666"/>
                  <a:pt x="730" y="6665"/>
                  <a:pt x="745" y="6665"/>
                </a:cubicBezTo>
                <a:cubicBezTo>
                  <a:pt x="858" y="6665"/>
                  <a:pt x="958" y="6743"/>
                  <a:pt x="987" y="6855"/>
                </a:cubicBezTo>
                <a:lnTo>
                  <a:pt x="1253" y="7942"/>
                </a:lnTo>
                <a:cubicBezTo>
                  <a:pt x="1280" y="8048"/>
                  <a:pt x="1374" y="8119"/>
                  <a:pt x="1480" y="8119"/>
                </a:cubicBezTo>
                <a:cubicBezTo>
                  <a:pt x="1490" y="8119"/>
                  <a:pt x="1500" y="8118"/>
                  <a:pt x="1510" y="8117"/>
                </a:cubicBezTo>
                <a:cubicBezTo>
                  <a:pt x="1628" y="8102"/>
                  <a:pt x="1717" y="8004"/>
                  <a:pt x="1717" y="7883"/>
                </a:cubicBezTo>
                <a:lnTo>
                  <a:pt x="1717" y="4867"/>
                </a:lnTo>
                <a:cubicBezTo>
                  <a:pt x="1717" y="4737"/>
                  <a:pt x="1823" y="4627"/>
                  <a:pt x="1956" y="4627"/>
                </a:cubicBezTo>
                <a:cubicBezTo>
                  <a:pt x="2077" y="4627"/>
                  <a:pt x="2178" y="4722"/>
                  <a:pt x="2193" y="4840"/>
                </a:cubicBezTo>
                <a:lnTo>
                  <a:pt x="2196" y="7275"/>
                </a:lnTo>
                <a:cubicBezTo>
                  <a:pt x="2196" y="7405"/>
                  <a:pt x="2299" y="7511"/>
                  <a:pt x="2429" y="7511"/>
                </a:cubicBezTo>
                <a:cubicBezTo>
                  <a:pt x="2559" y="7511"/>
                  <a:pt x="2665" y="7405"/>
                  <a:pt x="2665" y="7275"/>
                </a:cubicBezTo>
                <a:lnTo>
                  <a:pt x="2662" y="4420"/>
                </a:lnTo>
                <a:cubicBezTo>
                  <a:pt x="2662" y="4287"/>
                  <a:pt x="2772" y="4181"/>
                  <a:pt x="2902" y="4181"/>
                </a:cubicBezTo>
                <a:close/>
                <a:moveTo>
                  <a:pt x="4418" y="10773"/>
                </a:moveTo>
                <a:lnTo>
                  <a:pt x="4418" y="11565"/>
                </a:lnTo>
                <a:lnTo>
                  <a:pt x="1436" y="11565"/>
                </a:lnTo>
                <a:lnTo>
                  <a:pt x="1436" y="10773"/>
                </a:lnTo>
                <a:close/>
                <a:moveTo>
                  <a:pt x="6731" y="7062"/>
                </a:moveTo>
                <a:lnTo>
                  <a:pt x="6840" y="7611"/>
                </a:lnTo>
                <a:cubicBezTo>
                  <a:pt x="6938" y="8114"/>
                  <a:pt x="7183" y="8569"/>
                  <a:pt x="7544" y="8929"/>
                </a:cubicBezTo>
                <a:lnTo>
                  <a:pt x="7987" y="9373"/>
                </a:lnTo>
                <a:lnTo>
                  <a:pt x="7987" y="9600"/>
                </a:lnTo>
                <a:lnTo>
                  <a:pt x="7753" y="9600"/>
                </a:lnTo>
                <a:cubicBezTo>
                  <a:pt x="7623" y="9600"/>
                  <a:pt x="7520" y="9706"/>
                  <a:pt x="7520" y="9836"/>
                </a:cubicBezTo>
                <a:lnTo>
                  <a:pt x="7520" y="11565"/>
                </a:lnTo>
                <a:lnTo>
                  <a:pt x="4887" y="11565"/>
                </a:lnTo>
                <a:lnTo>
                  <a:pt x="4887" y="10537"/>
                </a:lnTo>
                <a:cubicBezTo>
                  <a:pt x="4887" y="10407"/>
                  <a:pt x="4781" y="10303"/>
                  <a:pt x="4651" y="10303"/>
                </a:cubicBezTo>
                <a:lnTo>
                  <a:pt x="4491" y="10303"/>
                </a:lnTo>
                <a:lnTo>
                  <a:pt x="4491" y="10073"/>
                </a:lnTo>
                <a:lnTo>
                  <a:pt x="4754" y="9813"/>
                </a:lnTo>
                <a:cubicBezTo>
                  <a:pt x="5239" y="9328"/>
                  <a:pt x="5505" y="8684"/>
                  <a:pt x="5505" y="7999"/>
                </a:cubicBezTo>
                <a:lnTo>
                  <a:pt x="5505" y="7062"/>
                </a:lnTo>
                <a:close/>
                <a:moveTo>
                  <a:pt x="10971" y="10073"/>
                </a:moveTo>
                <a:lnTo>
                  <a:pt x="10971" y="11565"/>
                </a:lnTo>
                <a:lnTo>
                  <a:pt x="7990" y="11565"/>
                </a:lnTo>
                <a:lnTo>
                  <a:pt x="7990" y="10073"/>
                </a:lnTo>
                <a:close/>
                <a:moveTo>
                  <a:pt x="6179" y="0"/>
                </a:moveTo>
                <a:cubicBezTo>
                  <a:pt x="5859" y="0"/>
                  <a:pt x="5591" y="210"/>
                  <a:pt x="5502" y="500"/>
                </a:cubicBezTo>
                <a:cubicBezTo>
                  <a:pt x="5419" y="467"/>
                  <a:pt x="5328" y="446"/>
                  <a:pt x="5233" y="446"/>
                </a:cubicBezTo>
                <a:cubicBezTo>
                  <a:pt x="4840" y="446"/>
                  <a:pt x="4524" y="765"/>
                  <a:pt x="4524" y="1155"/>
                </a:cubicBezTo>
                <a:lnTo>
                  <a:pt x="4524" y="2689"/>
                </a:lnTo>
                <a:cubicBezTo>
                  <a:pt x="4390" y="2560"/>
                  <a:pt x="4210" y="2483"/>
                  <a:pt x="4019" y="2483"/>
                </a:cubicBezTo>
                <a:cubicBezTo>
                  <a:pt x="3978" y="2483"/>
                  <a:pt x="3936" y="2487"/>
                  <a:pt x="3895" y="2494"/>
                </a:cubicBezTo>
                <a:cubicBezTo>
                  <a:pt x="3702" y="2529"/>
                  <a:pt x="3537" y="2636"/>
                  <a:pt x="3428" y="2798"/>
                </a:cubicBezTo>
                <a:cubicBezTo>
                  <a:pt x="3318" y="2958"/>
                  <a:pt x="3277" y="3153"/>
                  <a:pt x="3315" y="3342"/>
                </a:cubicBezTo>
                <a:lnTo>
                  <a:pt x="3434" y="3951"/>
                </a:lnTo>
                <a:cubicBezTo>
                  <a:pt x="3304" y="3803"/>
                  <a:pt x="3114" y="3708"/>
                  <a:pt x="2902" y="3708"/>
                </a:cubicBezTo>
                <a:cubicBezTo>
                  <a:pt x="2583" y="3708"/>
                  <a:pt x="2314" y="3921"/>
                  <a:pt x="2225" y="4211"/>
                </a:cubicBezTo>
                <a:cubicBezTo>
                  <a:pt x="2142" y="4175"/>
                  <a:pt x="2051" y="4157"/>
                  <a:pt x="1956" y="4157"/>
                </a:cubicBezTo>
                <a:cubicBezTo>
                  <a:pt x="1563" y="4157"/>
                  <a:pt x="1247" y="4477"/>
                  <a:pt x="1247" y="4867"/>
                </a:cubicBezTo>
                <a:lnTo>
                  <a:pt x="1247" y="6397"/>
                </a:lnTo>
                <a:cubicBezTo>
                  <a:pt x="1113" y="6271"/>
                  <a:pt x="934" y="6194"/>
                  <a:pt x="742" y="6194"/>
                </a:cubicBezTo>
                <a:cubicBezTo>
                  <a:pt x="701" y="6194"/>
                  <a:pt x="660" y="6198"/>
                  <a:pt x="618" y="6205"/>
                </a:cubicBezTo>
                <a:cubicBezTo>
                  <a:pt x="426" y="6238"/>
                  <a:pt x="260" y="6347"/>
                  <a:pt x="151" y="6506"/>
                </a:cubicBezTo>
                <a:cubicBezTo>
                  <a:pt x="42" y="6669"/>
                  <a:pt x="0" y="6861"/>
                  <a:pt x="39" y="7053"/>
                </a:cubicBezTo>
                <a:lnTo>
                  <a:pt x="287" y="8312"/>
                </a:lnTo>
                <a:cubicBezTo>
                  <a:pt x="384" y="8814"/>
                  <a:pt x="630" y="9269"/>
                  <a:pt x="990" y="9630"/>
                </a:cubicBezTo>
                <a:lnTo>
                  <a:pt x="1433" y="10073"/>
                </a:lnTo>
                <a:lnTo>
                  <a:pt x="1433" y="10300"/>
                </a:lnTo>
                <a:lnTo>
                  <a:pt x="1200" y="10300"/>
                </a:lnTo>
                <a:cubicBezTo>
                  <a:pt x="1070" y="10300"/>
                  <a:pt x="966" y="10407"/>
                  <a:pt x="966" y="10537"/>
                </a:cubicBezTo>
                <a:lnTo>
                  <a:pt x="966" y="11798"/>
                </a:lnTo>
                <a:cubicBezTo>
                  <a:pt x="966" y="11928"/>
                  <a:pt x="1073" y="12035"/>
                  <a:pt x="1200" y="12035"/>
                </a:cubicBezTo>
                <a:lnTo>
                  <a:pt x="11204" y="12035"/>
                </a:lnTo>
                <a:cubicBezTo>
                  <a:pt x="11334" y="12035"/>
                  <a:pt x="11441" y="11928"/>
                  <a:pt x="11441" y="11798"/>
                </a:cubicBezTo>
                <a:lnTo>
                  <a:pt x="11441" y="9836"/>
                </a:lnTo>
                <a:cubicBezTo>
                  <a:pt x="11441" y="9706"/>
                  <a:pt x="11334" y="9600"/>
                  <a:pt x="11204" y="9600"/>
                </a:cubicBezTo>
                <a:lnTo>
                  <a:pt x="11045" y="9600"/>
                </a:lnTo>
                <a:lnTo>
                  <a:pt x="11045" y="9373"/>
                </a:lnTo>
                <a:lnTo>
                  <a:pt x="11308" y="9110"/>
                </a:lnTo>
                <a:cubicBezTo>
                  <a:pt x="11784" y="8634"/>
                  <a:pt x="12058" y="7972"/>
                  <a:pt x="12058" y="7298"/>
                </a:cubicBezTo>
                <a:lnTo>
                  <a:pt x="12058" y="5050"/>
                </a:lnTo>
                <a:cubicBezTo>
                  <a:pt x="12058" y="4660"/>
                  <a:pt x="11742" y="4341"/>
                  <a:pt x="11349" y="4341"/>
                </a:cubicBezTo>
                <a:cubicBezTo>
                  <a:pt x="11267" y="4341"/>
                  <a:pt x="11187" y="4355"/>
                  <a:pt x="11113" y="4382"/>
                </a:cubicBezTo>
                <a:lnTo>
                  <a:pt x="11113" y="4166"/>
                </a:lnTo>
                <a:cubicBezTo>
                  <a:pt x="11113" y="3776"/>
                  <a:pt x="10794" y="3457"/>
                  <a:pt x="10404" y="3457"/>
                </a:cubicBezTo>
                <a:cubicBezTo>
                  <a:pt x="10306" y="3457"/>
                  <a:pt x="10218" y="3475"/>
                  <a:pt x="10135" y="3510"/>
                </a:cubicBezTo>
                <a:cubicBezTo>
                  <a:pt x="10043" y="3221"/>
                  <a:pt x="9774" y="3008"/>
                  <a:pt x="9455" y="3008"/>
                </a:cubicBezTo>
                <a:cubicBezTo>
                  <a:pt x="9142" y="3008"/>
                  <a:pt x="8876" y="3212"/>
                  <a:pt x="8782" y="3496"/>
                </a:cubicBezTo>
                <a:lnTo>
                  <a:pt x="8782" y="2042"/>
                </a:lnTo>
                <a:cubicBezTo>
                  <a:pt x="8782" y="1649"/>
                  <a:pt x="8465" y="1330"/>
                  <a:pt x="8072" y="1330"/>
                </a:cubicBezTo>
                <a:cubicBezTo>
                  <a:pt x="7990" y="1330"/>
                  <a:pt x="7910" y="1345"/>
                  <a:pt x="7836" y="1371"/>
                </a:cubicBezTo>
                <a:lnTo>
                  <a:pt x="7836" y="1155"/>
                </a:lnTo>
                <a:cubicBezTo>
                  <a:pt x="7836" y="765"/>
                  <a:pt x="7517" y="446"/>
                  <a:pt x="7127" y="446"/>
                </a:cubicBezTo>
                <a:cubicBezTo>
                  <a:pt x="7029" y="446"/>
                  <a:pt x="6941" y="467"/>
                  <a:pt x="6858" y="500"/>
                </a:cubicBezTo>
                <a:cubicBezTo>
                  <a:pt x="6766" y="210"/>
                  <a:pt x="6498" y="0"/>
                  <a:pt x="6179" y="0"/>
                </a:cubicBez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32"/>
          <p:cNvSpPr/>
          <p:nvPr/>
        </p:nvSpPr>
        <p:spPr>
          <a:xfrm>
            <a:off x="5269319" y="7397035"/>
            <a:ext cx="345731" cy="321233"/>
          </a:xfrm>
          <a:custGeom>
            <a:rect b="b" l="l" r="r" t="t"/>
            <a:pathLst>
              <a:path extrusionOk="0" h="11185" w="12038">
                <a:moveTo>
                  <a:pt x="7109" y="470"/>
                </a:moveTo>
                <a:lnTo>
                  <a:pt x="7109" y="961"/>
                </a:lnTo>
                <a:lnTo>
                  <a:pt x="6255" y="961"/>
                </a:lnTo>
                <a:lnTo>
                  <a:pt x="6255" y="470"/>
                </a:lnTo>
                <a:close/>
                <a:moveTo>
                  <a:pt x="2972" y="952"/>
                </a:moveTo>
                <a:lnTo>
                  <a:pt x="3035" y="1188"/>
                </a:lnTo>
                <a:cubicBezTo>
                  <a:pt x="3097" y="1407"/>
                  <a:pt x="2967" y="1637"/>
                  <a:pt x="2745" y="1696"/>
                </a:cubicBezTo>
                <a:lnTo>
                  <a:pt x="2512" y="1761"/>
                </a:lnTo>
                <a:lnTo>
                  <a:pt x="2447" y="1528"/>
                </a:lnTo>
                <a:cubicBezTo>
                  <a:pt x="2387" y="1306"/>
                  <a:pt x="2517" y="1079"/>
                  <a:pt x="2736" y="1017"/>
                </a:cubicBezTo>
                <a:lnTo>
                  <a:pt x="2972" y="952"/>
                </a:lnTo>
                <a:close/>
                <a:moveTo>
                  <a:pt x="9065" y="952"/>
                </a:moveTo>
                <a:lnTo>
                  <a:pt x="9301" y="1017"/>
                </a:lnTo>
                <a:cubicBezTo>
                  <a:pt x="9520" y="1079"/>
                  <a:pt x="9653" y="1306"/>
                  <a:pt x="9591" y="1528"/>
                </a:cubicBezTo>
                <a:lnTo>
                  <a:pt x="9526" y="1761"/>
                </a:lnTo>
                <a:lnTo>
                  <a:pt x="9293" y="1696"/>
                </a:lnTo>
                <a:cubicBezTo>
                  <a:pt x="9071" y="1637"/>
                  <a:pt x="8941" y="1407"/>
                  <a:pt x="9003" y="1188"/>
                </a:cubicBezTo>
                <a:lnTo>
                  <a:pt x="9065" y="952"/>
                </a:lnTo>
                <a:close/>
                <a:moveTo>
                  <a:pt x="1149" y="2184"/>
                </a:moveTo>
                <a:lnTo>
                  <a:pt x="1374" y="2276"/>
                </a:lnTo>
                <a:cubicBezTo>
                  <a:pt x="1587" y="2364"/>
                  <a:pt x="1687" y="2607"/>
                  <a:pt x="1599" y="2819"/>
                </a:cubicBezTo>
                <a:lnTo>
                  <a:pt x="1507" y="3044"/>
                </a:lnTo>
                <a:lnTo>
                  <a:pt x="1282" y="2949"/>
                </a:lnTo>
                <a:cubicBezTo>
                  <a:pt x="1070" y="2864"/>
                  <a:pt x="969" y="2618"/>
                  <a:pt x="1058" y="2409"/>
                </a:cubicBezTo>
                <a:lnTo>
                  <a:pt x="1149" y="2184"/>
                </a:lnTo>
                <a:close/>
                <a:moveTo>
                  <a:pt x="10888" y="2184"/>
                </a:moveTo>
                <a:lnTo>
                  <a:pt x="10980" y="2409"/>
                </a:lnTo>
                <a:cubicBezTo>
                  <a:pt x="11068" y="2618"/>
                  <a:pt x="10968" y="2864"/>
                  <a:pt x="10755" y="2952"/>
                </a:cubicBezTo>
                <a:lnTo>
                  <a:pt x="10531" y="3044"/>
                </a:lnTo>
                <a:lnTo>
                  <a:pt x="10439" y="2819"/>
                </a:lnTo>
                <a:cubicBezTo>
                  <a:pt x="10350" y="2607"/>
                  <a:pt x="10451" y="2364"/>
                  <a:pt x="10664" y="2276"/>
                </a:cubicBezTo>
                <a:lnTo>
                  <a:pt x="10888" y="2184"/>
                </a:lnTo>
                <a:close/>
                <a:moveTo>
                  <a:pt x="6022" y="2101"/>
                </a:moveTo>
                <a:cubicBezTo>
                  <a:pt x="6503" y="2101"/>
                  <a:pt x="6958" y="2252"/>
                  <a:pt x="7343" y="2542"/>
                </a:cubicBezTo>
                <a:cubicBezTo>
                  <a:pt x="7626" y="2757"/>
                  <a:pt x="7857" y="3038"/>
                  <a:pt x="8007" y="3360"/>
                </a:cubicBezTo>
                <a:lnTo>
                  <a:pt x="4036" y="3360"/>
                </a:lnTo>
                <a:cubicBezTo>
                  <a:pt x="4190" y="3041"/>
                  <a:pt x="4417" y="2757"/>
                  <a:pt x="4701" y="2542"/>
                </a:cubicBezTo>
                <a:cubicBezTo>
                  <a:pt x="5085" y="2252"/>
                  <a:pt x="5540" y="2101"/>
                  <a:pt x="6022" y="2101"/>
                </a:cubicBezTo>
                <a:close/>
                <a:moveTo>
                  <a:pt x="8793" y="3830"/>
                </a:moveTo>
                <a:lnTo>
                  <a:pt x="8793" y="4300"/>
                </a:lnTo>
                <a:lnTo>
                  <a:pt x="3244" y="4300"/>
                </a:lnTo>
                <a:lnTo>
                  <a:pt x="3244" y="3830"/>
                </a:lnTo>
                <a:close/>
                <a:moveTo>
                  <a:pt x="715" y="4273"/>
                </a:moveTo>
                <a:cubicBezTo>
                  <a:pt x="943" y="4273"/>
                  <a:pt x="1129" y="4459"/>
                  <a:pt x="1129" y="4690"/>
                </a:cubicBezTo>
                <a:lnTo>
                  <a:pt x="1129" y="4932"/>
                </a:lnTo>
                <a:lnTo>
                  <a:pt x="886" y="4932"/>
                </a:lnTo>
                <a:cubicBezTo>
                  <a:pt x="659" y="4932"/>
                  <a:pt x="473" y="4746"/>
                  <a:pt x="473" y="4515"/>
                </a:cubicBezTo>
                <a:lnTo>
                  <a:pt x="473" y="4273"/>
                </a:lnTo>
                <a:close/>
                <a:moveTo>
                  <a:pt x="11568" y="4273"/>
                </a:moveTo>
                <a:lnTo>
                  <a:pt x="11568" y="4515"/>
                </a:lnTo>
                <a:cubicBezTo>
                  <a:pt x="11568" y="4746"/>
                  <a:pt x="11379" y="4932"/>
                  <a:pt x="11151" y="4932"/>
                </a:cubicBezTo>
                <a:lnTo>
                  <a:pt x="10909" y="4932"/>
                </a:lnTo>
                <a:lnTo>
                  <a:pt x="10909" y="4690"/>
                </a:lnTo>
                <a:cubicBezTo>
                  <a:pt x="10909" y="4459"/>
                  <a:pt x="11095" y="4273"/>
                  <a:pt x="11322" y="4273"/>
                </a:cubicBezTo>
                <a:close/>
                <a:moveTo>
                  <a:pt x="980" y="6324"/>
                </a:moveTo>
                <a:cubicBezTo>
                  <a:pt x="1143" y="6324"/>
                  <a:pt x="1298" y="6420"/>
                  <a:pt x="1362" y="6581"/>
                </a:cubicBezTo>
                <a:lnTo>
                  <a:pt x="1457" y="6805"/>
                </a:lnTo>
                <a:lnTo>
                  <a:pt x="1232" y="6897"/>
                </a:lnTo>
                <a:cubicBezTo>
                  <a:pt x="1180" y="6919"/>
                  <a:pt x="1127" y="6930"/>
                  <a:pt x="1073" y="6930"/>
                </a:cubicBezTo>
                <a:cubicBezTo>
                  <a:pt x="1019" y="6930"/>
                  <a:pt x="965" y="6919"/>
                  <a:pt x="913" y="6897"/>
                </a:cubicBezTo>
                <a:cubicBezTo>
                  <a:pt x="810" y="6855"/>
                  <a:pt x="733" y="6776"/>
                  <a:pt x="688" y="6672"/>
                </a:cubicBezTo>
                <a:lnTo>
                  <a:pt x="597" y="6448"/>
                </a:lnTo>
                <a:lnTo>
                  <a:pt x="821" y="6356"/>
                </a:lnTo>
                <a:cubicBezTo>
                  <a:pt x="873" y="6334"/>
                  <a:pt x="927" y="6324"/>
                  <a:pt x="980" y="6324"/>
                </a:cubicBezTo>
                <a:close/>
                <a:moveTo>
                  <a:pt x="11059" y="6324"/>
                </a:moveTo>
                <a:cubicBezTo>
                  <a:pt x="11112" y="6324"/>
                  <a:pt x="11167" y="6334"/>
                  <a:pt x="11219" y="6356"/>
                </a:cubicBezTo>
                <a:lnTo>
                  <a:pt x="11441" y="6448"/>
                </a:lnTo>
                <a:lnTo>
                  <a:pt x="11349" y="6672"/>
                </a:lnTo>
                <a:cubicBezTo>
                  <a:pt x="11308" y="6776"/>
                  <a:pt x="11225" y="6855"/>
                  <a:pt x="11125" y="6897"/>
                </a:cubicBezTo>
                <a:cubicBezTo>
                  <a:pt x="11073" y="6919"/>
                  <a:pt x="11019" y="6930"/>
                  <a:pt x="10965" y="6930"/>
                </a:cubicBezTo>
                <a:cubicBezTo>
                  <a:pt x="10911" y="6930"/>
                  <a:pt x="10857" y="6919"/>
                  <a:pt x="10805" y="6897"/>
                </a:cubicBezTo>
                <a:lnTo>
                  <a:pt x="10581" y="6805"/>
                </a:lnTo>
                <a:lnTo>
                  <a:pt x="10675" y="6581"/>
                </a:lnTo>
                <a:cubicBezTo>
                  <a:pt x="10740" y="6420"/>
                  <a:pt x="10895" y="6324"/>
                  <a:pt x="11059" y="6324"/>
                </a:cubicBezTo>
                <a:close/>
                <a:moveTo>
                  <a:pt x="4571" y="4769"/>
                </a:moveTo>
                <a:lnTo>
                  <a:pt x="4571" y="6938"/>
                </a:lnTo>
                <a:lnTo>
                  <a:pt x="3826" y="6938"/>
                </a:lnTo>
                <a:lnTo>
                  <a:pt x="3826" y="4769"/>
                </a:lnTo>
                <a:close/>
                <a:moveTo>
                  <a:pt x="5785" y="4769"/>
                </a:moveTo>
                <a:lnTo>
                  <a:pt x="5785" y="6938"/>
                </a:lnTo>
                <a:lnTo>
                  <a:pt x="5041" y="6938"/>
                </a:lnTo>
                <a:lnTo>
                  <a:pt x="5041" y="4769"/>
                </a:lnTo>
                <a:close/>
                <a:moveTo>
                  <a:pt x="6997" y="4769"/>
                </a:moveTo>
                <a:lnTo>
                  <a:pt x="6997" y="6938"/>
                </a:lnTo>
                <a:lnTo>
                  <a:pt x="6255" y="6938"/>
                </a:lnTo>
                <a:lnTo>
                  <a:pt x="6255" y="4769"/>
                </a:lnTo>
                <a:close/>
                <a:moveTo>
                  <a:pt x="8211" y="4769"/>
                </a:moveTo>
                <a:lnTo>
                  <a:pt x="8211" y="6938"/>
                </a:lnTo>
                <a:lnTo>
                  <a:pt x="7470" y="6938"/>
                </a:lnTo>
                <a:lnTo>
                  <a:pt x="7470" y="4769"/>
                </a:lnTo>
                <a:close/>
                <a:moveTo>
                  <a:pt x="8784" y="7408"/>
                </a:moveTo>
                <a:lnTo>
                  <a:pt x="8784" y="7878"/>
                </a:lnTo>
                <a:lnTo>
                  <a:pt x="3253" y="7878"/>
                </a:lnTo>
                <a:lnTo>
                  <a:pt x="3253" y="7408"/>
                </a:lnTo>
                <a:close/>
                <a:moveTo>
                  <a:pt x="1975" y="8125"/>
                </a:moveTo>
                <a:cubicBezTo>
                  <a:pt x="2082" y="8125"/>
                  <a:pt x="2188" y="8166"/>
                  <a:pt x="2269" y="8247"/>
                </a:cubicBezTo>
                <a:lnTo>
                  <a:pt x="2441" y="8418"/>
                </a:lnTo>
                <a:lnTo>
                  <a:pt x="2269" y="8590"/>
                </a:lnTo>
                <a:cubicBezTo>
                  <a:pt x="2188" y="8671"/>
                  <a:pt x="2082" y="8712"/>
                  <a:pt x="1975" y="8712"/>
                </a:cubicBezTo>
                <a:cubicBezTo>
                  <a:pt x="1869" y="8712"/>
                  <a:pt x="1763" y="8671"/>
                  <a:pt x="1681" y="8590"/>
                </a:cubicBezTo>
                <a:lnTo>
                  <a:pt x="1510" y="8418"/>
                </a:lnTo>
                <a:lnTo>
                  <a:pt x="1681" y="8247"/>
                </a:lnTo>
                <a:cubicBezTo>
                  <a:pt x="1763" y="8166"/>
                  <a:pt x="1869" y="8125"/>
                  <a:pt x="1975" y="8125"/>
                </a:cubicBezTo>
                <a:close/>
                <a:moveTo>
                  <a:pt x="10062" y="8125"/>
                </a:moveTo>
                <a:cubicBezTo>
                  <a:pt x="10169" y="8125"/>
                  <a:pt x="10275" y="8166"/>
                  <a:pt x="10356" y="8247"/>
                </a:cubicBezTo>
                <a:lnTo>
                  <a:pt x="10528" y="8418"/>
                </a:lnTo>
                <a:lnTo>
                  <a:pt x="10356" y="8590"/>
                </a:lnTo>
                <a:cubicBezTo>
                  <a:pt x="10275" y="8671"/>
                  <a:pt x="10169" y="8712"/>
                  <a:pt x="10062" y="8712"/>
                </a:cubicBezTo>
                <a:cubicBezTo>
                  <a:pt x="9956" y="8712"/>
                  <a:pt x="9850" y="8671"/>
                  <a:pt x="9768" y="8590"/>
                </a:cubicBezTo>
                <a:lnTo>
                  <a:pt x="9597" y="8418"/>
                </a:lnTo>
                <a:lnTo>
                  <a:pt x="9768" y="8247"/>
                </a:lnTo>
                <a:cubicBezTo>
                  <a:pt x="9850" y="8166"/>
                  <a:pt x="9956" y="8125"/>
                  <a:pt x="10062" y="8125"/>
                </a:cubicBezTo>
                <a:close/>
                <a:moveTo>
                  <a:pt x="9000" y="8350"/>
                </a:moveTo>
                <a:cubicBezTo>
                  <a:pt x="8397" y="8924"/>
                  <a:pt x="7647" y="9331"/>
                  <a:pt x="6837" y="9518"/>
                </a:cubicBezTo>
                <a:cubicBezTo>
                  <a:pt x="6557" y="9583"/>
                  <a:pt x="6282" y="9671"/>
                  <a:pt x="6019" y="9781"/>
                </a:cubicBezTo>
                <a:cubicBezTo>
                  <a:pt x="5756" y="9671"/>
                  <a:pt x="5481" y="9583"/>
                  <a:pt x="5200" y="9518"/>
                </a:cubicBezTo>
                <a:cubicBezTo>
                  <a:pt x="4391" y="9331"/>
                  <a:pt x="3640" y="8924"/>
                  <a:pt x="3040" y="8350"/>
                </a:cubicBezTo>
                <a:close/>
                <a:moveTo>
                  <a:pt x="3559" y="9447"/>
                </a:moveTo>
                <a:cubicBezTo>
                  <a:pt x="3611" y="9447"/>
                  <a:pt x="3665" y="9458"/>
                  <a:pt x="3717" y="9479"/>
                </a:cubicBezTo>
                <a:lnTo>
                  <a:pt x="3942" y="9571"/>
                </a:lnTo>
                <a:lnTo>
                  <a:pt x="3847" y="9795"/>
                </a:lnTo>
                <a:cubicBezTo>
                  <a:pt x="3783" y="9956"/>
                  <a:pt x="3627" y="10052"/>
                  <a:pt x="3465" y="10052"/>
                </a:cubicBezTo>
                <a:cubicBezTo>
                  <a:pt x="3412" y="10052"/>
                  <a:pt x="3358" y="10042"/>
                  <a:pt x="3306" y="10020"/>
                </a:cubicBezTo>
                <a:lnTo>
                  <a:pt x="3082" y="9928"/>
                </a:lnTo>
                <a:lnTo>
                  <a:pt x="3173" y="9704"/>
                </a:lnTo>
                <a:cubicBezTo>
                  <a:pt x="3240" y="9545"/>
                  <a:pt x="3395" y="9447"/>
                  <a:pt x="3559" y="9447"/>
                </a:cubicBezTo>
                <a:close/>
                <a:moveTo>
                  <a:pt x="8481" y="9447"/>
                </a:moveTo>
                <a:cubicBezTo>
                  <a:pt x="8643" y="9447"/>
                  <a:pt x="8797" y="9543"/>
                  <a:pt x="8864" y="9704"/>
                </a:cubicBezTo>
                <a:lnTo>
                  <a:pt x="8956" y="9928"/>
                </a:lnTo>
                <a:lnTo>
                  <a:pt x="8734" y="10020"/>
                </a:lnTo>
                <a:cubicBezTo>
                  <a:pt x="8682" y="10042"/>
                  <a:pt x="8627" y="10052"/>
                  <a:pt x="8574" y="10052"/>
                </a:cubicBezTo>
                <a:cubicBezTo>
                  <a:pt x="8411" y="10052"/>
                  <a:pt x="8257" y="9956"/>
                  <a:pt x="8191" y="9795"/>
                </a:cubicBezTo>
                <a:lnTo>
                  <a:pt x="8096" y="9571"/>
                </a:lnTo>
                <a:lnTo>
                  <a:pt x="8321" y="9479"/>
                </a:lnTo>
                <a:cubicBezTo>
                  <a:pt x="8373" y="9457"/>
                  <a:pt x="8427" y="9447"/>
                  <a:pt x="8481" y="9447"/>
                </a:cubicBezTo>
                <a:close/>
                <a:moveTo>
                  <a:pt x="6019" y="0"/>
                </a:moveTo>
                <a:cubicBezTo>
                  <a:pt x="5889" y="0"/>
                  <a:pt x="5785" y="107"/>
                  <a:pt x="5785" y="234"/>
                </a:cubicBezTo>
                <a:lnTo>
                  <a:pt x="5785" y="1640"/>
                </a:lnTo>
                <a:cubicBezTo>
                  <a:pt x="5289" y="1685"/>
                  <a:pt x="4819" y="1862"/>
                  <a:pt x="4417" y="2166"/>
                </a:cubicBezTo>
                <a:cubicBezTo>
                  <a:pt x="4015" y="2471"/>
                  <a:pt x="3705" y="2890"/>
                  <a:pt x="3528" y="3360"/>
                </a:cubicBezTo>
                <a:lnTo>
                  <a:pt x="3011" y="3360"/>
                </a:lnTo>
                <a:cubicBezTo>
                  <a:pt x="2881" y="3360"/>
                  <a:pt x="2775" y="3463"/>
                  <a:pt x="2775" y="3593"/>
                </a:cubicBezTo>
                <a:lnTo>
                  <a:pt x="2775" y="4533"/>
                </a:lnTo>
                <a:cubicBezTo>
                  <a:pt x="2775" y="4663"/>
                  <a:pt x="2881" y="4769"/>
                  <a:pt x="3011" y="4769"/>
                </a:cubicBezTo>
                <a:lnTo>
                  <a:pt x="3357" y="4769"/>
                </a:lnTo>
                <a:lnTo>
                  <a:pt x="3357" y="6938"/>
                </a:lnTo>
                <a:lnTo>
                  <a:pt x="3017" y="6938"/>
                </a:lnTo>
                <a:cubicBezTo>
                  <a:pt x="2887" y="6938"/>
                  <a:pt x="2783" y="7044"/>
                  <a:pt x="2783" y="7174"/>
                </a:cubicBezTo>
                <a:lnTo>
                  <a:pt x="2783" y="8082"/>
                </a:lnTo>
                <a:cubicBezTo>
                  <a:pt x="2730" y="8022"/>
                  <a:pt x="2677" y="7963"/>
                  <a:pt x="2627" y="7901"/>
                </a:cubicBezTo>
                <a:cubicBezTo>
                  <a:pt x="1956" y="7065"/>
                  <a:pt x="1599" y="6058"/>
                  <a:pt x="1599" y="4985"/>
                </a:cubicBezTo>
                <a:cubicBezTo>
                  <a:pt x="1599" y="3995"/>
                  <a:pt x="1906" y="3053"/>
                  <a:pt x="2485" y="2255"/>
                </a:cubicBezTo>
                <a:lnTo>
                  <a:pt x="2869" y="2152"/>
                </a:lnTo>
                <a:cubicBezTo>
                  <a:pt x="3339" y="2021"/>
                  <a:pt x="3620" y="1534"/>
                  <a:pt x="3490" y="1064"/>
                </a:cubicBezTo>
                <a:lnTo>
                  <a:pt x="3363" y="603"/>
                </a:lnTo>
                <a:cubicBezTo>
                  <a:pt x="3336" y="498"/>
                  <a:pt x="3241" y="429"/>
                  <a:pt x="3137" y="429"/>
                </a:cubicBezTo>
                <a:cubicBezTo>
                  <a:pt x="3116" y="429"/>
                  <a:pt x="3094" y="432"/>
                  <a:pt x="3073" y="438"/>
                </a:cubicBezTo>
                <a:lnTo>
                  <a:pt x="2612" y="565"/>
                </a:lnTo>
                <a:cubicBezTo>
                  <a:pt x="2142" y="692"/>
                  <a:pt x="1864" y="1179"/>
                  <a:pt x="1994" y="1652"/>
                </a:cubicBezTo>
                <a:lnTo>
                  <a:pt x="2089" y="2001"/>
                </a:lnTo>
                <a:cubicBezTo>
                  <a:pt x="2045" y="2063"/>
                  <a:pt x="2003" y="2125"/>
                  <a:pt x="1962" y="2187"/>
                </a:cubicBezTo>
                <a:cubicBezTo>
                  <a:pt x="1867" y="2036"/>
                  <a:pt x="1729" y="1915"/>
                  <a:pt x="1554" y="1841"/>
                </a:cubicBezTo>
                <a:lnTo>
                  <a:pt x="1111" y="1658"/>
                </a:lnTo>
                <a:cubicBezTo>
                  <a:pt x="1083" y="1647"/>
                  <a:pt x="1053" y="1641"/>
                  <a:pt x="1024" y="1641"/>
                </a:cubicBezTo>
                <a:cubicBezTo>
                  <a:pt x="931" y="1641"/>
                  <a:pt x="842" y="1695"/>
                  <a:pt x="804" y="1785"/>
                </a:cubicBezTo>
                <a:lnTo>
                  <a:pt x="623" y="2228"/>
                </a:lnTo>
                <a:cubicBezTo>
                  <a:pt x="434" y="2677"/>
                  <a:pt x="650" y="3197"/>
                  <a:pt x="1102" y="3384"/>
                </a:cubicBezTo>
                <a:lnTo>
                  <a:pt x="1350" y="3487"/>
                </a:lnTo>
                <a:cubicBezTo>
                  <a:pt x="1303" y="3647"/>
                  <a:pt x="1262" y="3806"/>
                  <a:pt x="1229" y="3969"/>
                </a:cubicBezTo>
                <a:cubicBezTo>
                  <a:pt x="1084" y="3865"/>
                  <a:pt x="907" y="3803"/>
                  <a:pt x="715" y="3803"/>
                </a:cubicBezTo>
                <a:lnTo>
                  <a:pt x="236" y="3803"/>
                </a:lnTo>
                <a:cubicBezTo>
                  <a:pt x="106" y="3803"/>
                  <a:pt x="0" y="3907"/>
                  <a:pt x="0" y="4037"/>
                </a:cubicBezTo>
                <a:lnTo>
                  <a:pt x="0" y="4515"/>
                </a:lnTo>
                <a:cubicBezTo>
                  <a:pt x="0" y="5003"/>
                  <a:pt x="399" y="5402"/>
                  <a:pt x="886" y="5402"/>
                </a:cubicBezTo>
                <a:lnTo>
                  <a:pt x="1146" y="5402"/>
                </a:lnTo>
                <a:cubicBezTo>
                  <a:pt x="1161" y="5564"/>
                  <a:pt x="1182" y="5724"/>
                  <a:pt x="1209" y="5883"/>
                </a:cubicBezTo>
                <a:cubicBezTo>
                  <a:pt x="1134" y="5864"/>
                  <a:pt x="1057" y="5853"/>
                  <a:pt x="978" y="5853"/>
                </a:cubicBezTo>
                <a:cubicBezTo>
                  <a:pt x="865" y="5853"/>
                  <a:pt x="751" y="5875"/>
                  <a:pt x="641" y="5922"/>
                </a:cubicBezTo>
                <a:lnTo>
                  <a:pt x="198" y="6105"/>
                </a:lnTo>
                <a:cubicBezTo>
                  <a:pt x="80" y="6155"/>
                  <a:pt x="21" y="6291"/>
                  <a:pt x="71" y="6412"/>
                </a:cubicBezTo>
                <a:lnTo>
                  <a:pt x="254" y="6852"/>
                </a:lnTo>
                <a:cubicBezTo>
                  <a:pt x="346" y="7071"/>
                  <a:pt x="514" y="7242"/>
                  <a:pt x="733" y="7331"/>
                </a:cubicBezTo>
                <a:cubicBezTo>
                  <a:pt x="842" y="7375"/>
                  <a:pt x="957" y="7399"/>
                  <a:pt x="1073" y="7399"/>
                </a:cubicBezTo>
                <a:cubicBezTo>
                  <a:pt x="1188" y="7399"/>
                  <a:pt x="1303" y="7375"/>
                  <a:pt x="1412" y="7331"/>
                </a:cubicBezTo>
                <a:lnTo>
                  <a:pt x="1649" y="7234"/>
                </a:lnTo>
                <a:cubicBezTo>
                  <a:pt x="1720" y="7378"/>
                  <a:pt x="1799" y="7523"/>
                  <a:pt x="1882" y="7662"/>
                </a:cubicBezTo>
                <a:cubicBezTo>
                  <a:pt x="1687" y="7680"/>
                  <a:pt x="1498" y="7765"/>
                  <a:pt x="1347" y="7916"/>
                </a:cubicBezTo>
                <a:lnTo>
                  <a:pt x="1011" y="8253"/>
                </a:lnTo>
                <a:cubicBezTo>
                  <a:pt x="919" y="8345"/>
                  <a:pt x="919" y="8495"/>
                  <a:pt x="1011" y="8587"/>
                </a:cubicBezTo>
                <a:lnTo>
                  <a:pt x="1347" y="8924"/>
                </a:lnTo>
                <a:cubicBezTo>
                  <a:pt x="1522" y="9095"/>
                  <a:pt x="1749" y="9184"/>
                  <a:pt x="1974" y="9184"/>
                </a:cubicBezTo>
                <a:cubicBezTo>
                  <a:pt x="2201" y="9184"/>
                  <a:pt x="2429" y="9095"/>
                  <a:pt x="2600" y="8924"/>
                </a:cubicBezTo>
                <a:lnTo>
                  <a:pt x="2777" y="8746"/>
                </a:lnTo>
                <a:cubicBezTo>
                  <a:pt x="2902" y="8862"/>
                  <a:pt x="3029" y="8968"/>
                  <a:pt x="3165" y="9071"/>
                </a:cubicBezTo>
                <a:cubicBezTo>
                  <a:pt x="2978" y="9163"/>
                  <a:pt x="2825" y="9320"/>
                  <a:pt x="2739" y="9523"/>
                </a:cubicBezTo>
                <a:lnTo>
                  <a:pt x="2556" y="9967"/>
                </a:lnTo>
                <a:cubicBezTo>
                  <a:pt x="2506" y="10085"/>
                  <a:pt x="2565" y="10224"/>
                  <a:pt x="2683" y="10274"/>
                </a:cubicBezTo>
                <a:lnTo>
                  <a:pt x="3126" y="10454"/>
                </a:lnTo>
                <a:cubicBezTo>
                  <a:pt x="3235" y="10501"/>
                  <a:pt x="3351" y="10522"/>
                  <a:pt x="3463" y="10522"/>
                </a:cubicBezTo>
                <a:cubicBezTo>
                  <a:pt x="3812" y="10522"/>
                  <a:pt x="4140" y="10315"/>
                  <a:pt x="4281" y="9976"/>
                </a:cubicBezTo>
                <a:lnTo>
                  <a:pt x="4376" y="9751"/>
                </a:lnTo>
                <a:cubicBezTo>
                  <a:pt x="4609" y="9843"/>
                  <a:pt x="4849" y="9919"/>
                  <a:pt x="5094" y="9976"/>
                </a:cubicBezTo>
                <a:cubicBezTo>
                  <a:pt x="5209" y="10002"/>
                  <a:pt x="5327" y="10035"/>
                  <a:pt x="5440" y="10070"/>
                </a:cubicBezTo>
                <a:cubicBezTo>
                  <a:pt x="5100" y="10268"/>
                  <a:pt x="4781" y="10504"/>
                  <a:pt x="4494" y="10779"/>
                </a:cubicBezTo>
                <a:cubicBezTo>
                  <a:pt x="4400" y="10868"/>
                  <a:pt x="4397" y="11016"/>
                  <a:pt x="4485" y="11110"/>
                </a:cubicBezTo>
                <a:cubicBezTo>
                  <a:pt x="4533" y="11160"/>
                  <a:pt x="4595" y="11184"/>
                  <a:pt x="4657" y="11184"/>
                </a:cubicBezTo>
                <a:cubicBezTo>
                  <a:pt x="4716" y="11184"/>
                  <a:pt x="4775" y="11163"/>
                  <a:pt x="4819" y="11119"/>
                </a:cubicBezTo>
                <a:cubicBezTo>
                  <a:pt x="5174" y="10782"/>
                  <a:pt x="5579" y="10504"/>
                  <a:pt x="6019" y="10298"/>
                </a:cubicBezTo>
                <a:cubicBezTo>
                  <a:pt x="6459" y="10504"/>
                  <a:pt x="6864" y="10782"/>
                  <a:pt x="7218" y="11119"/>
                </a:cubicBezTo>
                <a:cubicBezTo>
                  <a:pt x="7266" y="11163"/>
                  <a:pt x="7325" y="11184"/>
                  <a:pt x="7381" y="11184"/>
                </a:cubicBezTo>
                <a:cubicBezTo>
                  <a:pt x="7443" y="11184"/>
                  <a:pt x="7505" y="11160"/>
                  <a:pt x="7552" y="11110"/>
                </a:cubicBezTo>
                <a:cubicBezTo>
                  <a:pt x="7641" y="11016"/>
                  <a:pt x="7638" y="10868"/>
                  <a:pt x="7543" y="10779"/>
                </a:cubicBezTo>
                <a:cubicBezTo>
                  <a:pt x="7257" y="10504"/>
                  <a:pt x="6938" y="10268"/>
                  <a:pt x="6598" y="10070"/>
                </a:cubicBezTo>
                <a:cubicBezTo>
                  <a:pt x="6713" y="10035"/>
                  <a:pt x="6828" y="10002"/>
                  <a:pt x="6944" y="9976"/>
                </a:cubicBezTo>
                <a:cubicBezTo>
                  <a:pt x="7189" y="9919"/>
                  <a:pt x="7431" y="9843"/>
                  <a:pt x="7665" y="9751"/>
                </a:cubicBezTo>
                <a:lnTo>
                  <a:pt x="7756" y="9976"/>
                </a:lnTo>
                <a:cubicBezTo>
                  <a:pt x="7898" y="10318"/>
                  <a:pt x="8229" y="10522"/>
                  <a:pt x="8575" y="10522"/>
                </a:cubicBezTo>
                <a:cubicBezTo>
                  <a:pt x="8690" y="10522"/>
                  <a:pt x="8802" y="10501"/>
                  <a:pt x="8914" y="10454"/>
                </a:cubicBezTo>
                <a:lnTo>
                  <a:pt x="9355" y="10274"/>
                </a:lnTo>
                <a:cubicBezTo>
                  <a:pt x="9476" y="10224"/>
                  <a:pt x="9532" y="10085"/>
                  <a:pt x="9482" y="9967"/>
                </a:cubicBezTo>
                <a:lnTo>
                  <a:pt x="9299" y="9523"/>
                </a:lnTo>
                <a:cubicBezTo>
                  <a:pt x="9213" y="9320"/>
                  <a:pt x="9059" y="9163"/>
                  <a:pt x="8876" y="9071"/>
                </a:cubicBezTo>
                <a:cubicBezTo>
                  <a:pt x="9009" y="8968"/>
                  <a:pt x="9139" y="8862"/>
                  <a:pt x="9263" y="8746"/>
                </a:cubicBezTo>
                <a:lnTo>
                  <a:pt x="9437" y="8924"/>
                </a:lnTo>
                <a:cubicBezTo>
                  <a:pt x="9609" y="9095"/>
                  <a:pt x="9836" y="9184"/>
                  <a:pt x="10064" y="9184"/>
                </a:cubicBezTo>
                <a:cubicBezTo>
                  <a:pt x="10291" y="9184"/>
                  <a:pt x="10519" y="9095"/>
                  <a:pt x="10690" y="8924"/>
                </a:cubicBezTo>
                <a:lnTo>
                  <a:pt x="11027" y="8587"/>
                </a:lnTo>
                <a:cubicBezTo>
                  <a:pt x="11119" y="8495"/>
                  <a:pt x="11119" y="8345"/>
                  <a:pt x="11027" y="8253"/>
                </a:cubicBezTo>
                <a:lnTo>
                  <a:pt x="10690" y="7916"/>
                </a:lnTo>
                <a:cubicBezTo>
                  <a:pt x="10539" y="7765"/>
                  <a:pt x="10350" y="7680"/>
                  <a:pt x="10155" y="7662"/>
                </a:cubicBezTo>
                <a:cubicBezTo>
                  <a:pt x="10241" y="7523"/>
                  <a:pt x="10318" y="7378"/>
                  <a:pt x="10389" y="7234"/>
                </a:cubicBezTo>
                <a:lnTo>
                  <a:pt x="10628" y="7331"/>
                </a:lnTo>
                <a:cubicBezTo>
                  <a:pt x="10737" y="7375"/>
                  <a:pt x="10850" y="7399"/>
                  <a:pt x="10965" y="7399"/>
                </a:cubicBezTo>
                <a:cubicBezTo>
                  <a:pt x="11080" y="7399"/>
                  <a:pt x="11195" y="7375"/>
                  <a:pt x="11305" y="7331"/>
                </a:cubicBezTo>
                <a:cubicBezTo>
                  <a:pt x="11523" y="7242"/>
                  <a:pt x="11695" y="7071"/>
                  <a:pt x="11783" y="6852"/>
                </a:cubicBezTo>
                <a:lnTo>
                  <a:pt x="11967" y="6412"/>
                </a:lnTo>
                <a:cubicBezTo>
                  <a:pt x="12017" y="6291"/>
                  <a:pt x="11961" y="6155"/>
                  <a:pt x="11840" y="6105"/>
                </a:cubicBezTo>
                <a:lnTo>
                  <a:pt x="11399" y="5922"/>
                </a:lnTo>
                <a:cubicBezTo>
                  <a:pt x="11288" y="5875"/>
                  <a:pt x="11174" y="5853"/>
                  <a:pt x="11061" y="5853"/>
                </a:cubicBezTo>
                <a:cubicBezTo>
                  <a:pt x="10982" y="5853"/>
                  <a:pt x="10904" y="5864"/>
                  <a:pt x="10829" y="5883"/>
                </a:cubicBezTo>
                <a:cubicBezTo>
                  <a:pt x="10859" y="5724"/>
                  <a:pt x="10879" y="5564"/>
                  <a:pt x="10891" y="5402"/>
                </a:cubicBezTo>
                <a:lnTo>
                  <a:pt x="11151" y="5402"/>
                </a:lnTo>
                <a:cubicBezTo>
                  <a:pt x="11639" y="5402"/>
                  <a:pt x="12038" y="5003"/>
                  <a:pt x="12038" y="4515"/>
                </a:cubicBezTo>
                <a:lnTo>
                  <a:pt x="12038" y="4037"/>
                </a:lnTo>
                <a:cubicBezTo>
                  <a:pt x="12038" y="3907"/>
                  <a:pt x="11931" y="3803"/>
                  <a:pt x="11801" y="3803"/>
                </a:cubicBezTo>
                <a:lnTo>
                  <a:pt x="11325" y="3803"/>
                </a:lnTo>
                <a:cubicBezTo>
                  <a:pt x="11130" y="3803"/>
                  <a:pt x="10953" y="3865"/>
                  <a:pt x="10808" y="3969"/>
                </a:cubicBezTo>
                <a:cubicBezTo>
                  <a:pt x="10776" y="3806"/>
                  <a:pt x="10735" y="3647"/>
                  <a:pt x="10687" y="3487"/>
                </a:cubicBezTo>
                <a:lnTo>
                  <a:pt x="10935" y="3384"/>
                </a:lnTo>
                <a:cubicBezTo>
                  <a:pt x="11387" y="3197"/>
                  <a:pt x="11603" y="2677"/>
                  <a:pt x="11417" y="2228"/>
                </a:cubicBezTo>
                <a:lnTo>
                  <a:pt x="11234" y="1785"/>
                </a:lnTo>
                <a:cubicBezTo>
                  <a:pt x="11196" y="1695"/>
                  <a:pt x="11106" y="1641"/>
                  <a:pt x="11014" y="1641"/>
                </a:cubicBezTo>
                <a:cubicBezTo>
                  <a:pt x="10985" y="1641"/>
                  <a:pt x="10955" y="1647"/>
                  <a:pt x="10927" y="1658"/>
                </a:cubicBezTo>
                <a:lnTo>
                  <a:pt x="10483" y="1841"/>
                </a:lnTo>
                <a:cubicBezTo>
                  <a:pt x="10309" y="1915"/>
                  <a:pt x="10170" y="2036"/>
                  <a:pt x="10076" y="2187"/>
                </a:cubicBezTo>
                <a:cubicBezTo>
                  <a:pt x="10034" y="2125"/>
                  <a:pt x="9993" y="2063"/>
                  <a:pt x="9949" y="2001"/>
                </a:cubicBezTo>
                <a:lnTo>
                  <a:pt x="10046" y="1652"/>
                </a:lnTo>
                <a:cubicBezTo>
                  <a:pt x="10173" y="1179"/>
                  <a:pt x="9895" y="692"/>
                  <a:pt x="9426" y="565"/>
                </a:cubicBezTo>
                <a:lnTo>
                  <a:pt x="8965" y="438"/>
                </a:lnTo>
                <a:cubicBezTo>
                  <a:pt x="8944" y="432"/>
                  <a:pt x="8922" y="429"/>
                  <a:pt x="8901" y="429"/>
                </a:cubicBezTo>
                <a:cubicBezTo>
                  <a:pt x="8799" y="429"/>
                  <a:pt x="8705" y="498"/>
                  <a:pt x="8675" y="603"/>
                </a:cubicBezTo>
                <a:lnTo>
                  <a:pt x="8548" y="1064"/>
                </a:lnTo>
                <a:cubicBezTo>
                  <a:pt x="8421" y="1534"/>
                  <a:pt x="8699" y="2021"/>
                  <a:pt x="9169" y="2152"/>
                </a:cubicBezTo>
                <a:lnTo>
                  <a:pt x="9553" y="2255"/>
                </a:lnTo>
                <a:cubicBezTo>
                  <a:pt x="10132" y="3053"/>
                  <a:pt x="10439" y="3995"/>
                  <a:pt x="10439" y="4985"/>
                </a:cubicBezTo>
                <a:cubicBezTo>
                  <a:pt x="10439" y="6058"/>
                  <a:pt x="10084" y="7068"/>
                  <a:pt x="9411" y="7901"/>
                </a:cubicBezTo>
                <a:cubicBezTo>
                  <a:pt x="9361" y="7963"/>
                  <a:pt x="9310" y="8022"/>
                  <a:pt x="9257" y="8082"/>
                </a:cubicBezTo>
                <a:lnTo>
                  <a:pt x="9257" y="7174"/>
                </a:lnTo>
                <a:cubicBezTo>
                  <a:pt x="9257" y="7044"/>
                  <a:pt x="9151" y="6938"/>
                  <a:pt x="9021" y="6938"/>
                </a:cubicBezTo>
                <a:lnTo>
                  <a:pt x="8684" y="6938"/>
                </a:lnTo>
                <a:lnTo>
                  <a:pt x="8684" y="4769"/>
                </a:lnTo>
                <a:lnTo>
                  <a:pt x="9030" y="4769"/>
                </a:lnTo>
                <a:cubicBezTo>
                  <a:pt x="9160" y="4769"/>
                  <a:pt x="9263" y="4663"/>
                  <a:pt x="9263" y="4533"/>
                </a:cubicBezTo>
                <a:lnTo>
                  <a:pt x="9263" y="3593"/>
                </a:lnTo>
                <a:cubicBezTo>
                  <a:pt x="9263" y="3463"/>
                  <a:pt x="9157" y="3360"/>
                  <a:pt x="9030" y="3360"/>
                </a:cubicBezTo>
                <a:lnTo>
                  <a:pt x="8516" y="3360"/>
                </a:lnTo>
                <a:cubicBezTo>
                  <a:pt x="8341" y="2890"/>
                  <a:pt x="8028" y="2471"/>
                  <a:pt x="7626" y="2166"/>
                </a:cubicBezTo>
                <a:cubicBezTo>
                  <a:pt x="7224" y="1862"/>
                  <a:pt x="6752" y="1682"/>
                  <a:pt x="6255" y="1640"/>
                </a:cubicBezTo>
                <a:lnTo>
                  <a:pt x="6255" y="1431"/>
                </a:lnTo>
                <a:lnTo>
                  <a:pt x="7345" y="1431"/>
                </a:lnTo>
                <a:cubicBezTo>
                  <a:pt x="7475" y="1431"/>
                  <a:pt x="7579" y="1324"/>
                  <a:pt x="7579" y="1194"/>
                </a:cubicBezTo>
                <a:lnTo>
                  <a:pt x="7579" y="234"/>
                </a:lnTo>
                <a:cubicBezTo>
                  <a:pt x="7579" y="104"/>
                  <a:pt x="7475" y="0"/>
                  <a:pt x="7345" y="0"/>
                </a:cubicBez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32"/>
          <p:cNvSpPr txBox="1"/>
          <p:nvPr/>
        </p:nvSpPr>
        <p:spPr>
          <a:xfrm>
            <a:off x="5116925" y="2777151"/>
            <a:ext cx="2658000" cy="810900"/>
          </a:xfrm>
          <a:prstGeom prst="rect">
            <a:avLst/>
          </a:prstGeom>
          <a:noFill/>
          <a:ln cap="flat" cmpd="sng" w="9525">
            <a:solidFill>
              <a:srgbClr val="F3942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F9EED1"/>
                </a:solidFill>
                <a:latin typeface="Fira Sans Condensed SemiBold"/>
                <a:ea typeface="Fira Sans Condensed SemiBold"/>
                <a:cs typeface="Fira Sans Condensed SemiBold"/>
                <a:sym typeface="Fira Sans Condensed SemiBold"/>
              </a:rPr>
              <a:t>Primary Refugee Producers</a:t>
            </a:r>
            <a:endParaRPr sz="2400">
              <a:solidFill>
                <a:srgbClr val="F9EED1"/>
              </a:solidFill>
              <a:latin typeface="Fira Sans Condensed SemiBold"/>
              <a:ea typeface="Fira Sans Condensed SemiBold"/>
              <a:cs typeface="Fira Sans Condensed SemiBold"/>
              <a:sym typeface="Fira Sans Condensed SemiBold"/>
            </a:endParaRPr>
          </a:p>
        </p:txBody>
      </p:sp>
      <p:sp>
        <p:nvSpPr>
          <p:cNvPr id="548" name="Google Shape;548;p32"/>
          <p:cNvSpPr/>
          <p:nvPr/>
        </p:nvSpPr>
        <p:spPr>
          <a:xfrm>
            <a:off x="5117005" y="2291625"/>
            <a:ext cx="346334" cy="345645"/>
          </a:xfrm>
          <a:custGeom>
            <a:rect b="b" l="l" r="r" t="t"/>
            <a:pathLst>
              <a:path extrusionOk="0" h="12035" w="12059">
                <a:moveTo>
                  <a:pt x="6179" y="470"/>
                </a:moveTo>
                <a:cubicBezTo>
                  <a:pt x="6309" y="470"/>
                  <a:pt x="6418" y="576"/>
                  <a:pt x="6418" y="709"/>
                </a:cubicBezTo>
                <a:lnTo>
                  <a:pt x="6418" y="3567"/>
                </a:lnTo>
                <a:cubicBezTo>
                  <a:pt x="6418" y="3694"/>
                  <a:pt x="6521" y="3800"/>
                  <a:pt x="6651" y="3800"/>
                </a:cubicBezTo>
                <a:cubicBezTo>
                  <a:pt x="6781" y="3800"/>
                  <a:pt x="6888" y="3694"/>
                  <a:pt x="6888" y="3567"/>
                </a:cubicBezTo>
                <a:lnTo>
                  <a:pt x="6888" y="1129"/>
                </a:lnTo>
                <a:cubicBezTo>
                  <a:pt x="6899" y="1011"/>
                  <a:pt x="7003" y="919"/>
                  <a:pt x="7124" y="919"/>
                </a:cubicBezTo>
                <a:cubicBezTo>
                  <a:pt x="7257" y="919"/>
                  <a:pt x="7363" y="1025"/>
                  <a:pt x="7363" y="1158"/>
                </a:cubicBezTo>
                <a:lnTo>
                  <a:pt x="7363" y="3567"/>
                </a:lnTo>
                <a:cubicBezTo>
                  <a:pt x="7363" y="3697"/>
                  <a:pt x="7470" y="3800"/>
                  <a:pt x="7600" y="3800"/>
                </a:cubicBezTo>
                <a:cubicBezTo>
                  <a:pt x="7730" y="3800"/>
                  <a:pt x="7833" y="3697"/>
                  <a:pt x="7833" y="3567"/>
                </a:cubicBezTo>
                <a:lnTo>
                  <a:pt x="7833" y="2012"/>
                </a:lnTo>
                <a:cubicBezTo>
                  <a:pt x="7848" y="1894"/>
                  <a:pt x="7948" y="1803"/>
                  <a:pt x="8072" y="1803"/>
                </a:cubicBezTo>
                <a:cubicBezTo>
                  <a:pt x="8202" y="1803"/>
                  <a:pt x="8312" y="1909"/>
                  <a:pt x="8312" y="2042"/>
                </a:cubicBezTo>
                <a:lnTo>
                  <a:pt x="8312" y="3484"/>
                </a:lnTo>
                <a:cubicBezTo>
                  <a:pt x="8013" y="3569"/>
                  <a:pt x="7798" y="3844"/>
                  <a:pt x="7798" y="4166"/>
                </a:cubicBezTo>
                <a:lnTo>
                  <a:pt x="7798" y="5697"/>
                </a:lnTo>
                <a:cubicBezTo>
                  <a:pt x="7667" y="5568"/>
                  <a:pt x="7486" y="5494"/>
                  <a:pt x="7297" y="5494"/>
                </a:cubicBezTo>
                <a:cubicBezTo>
                  <a:pt x="7255" y="5494"/>
                  <a:pt x="7213" y="5497"/>
                  <a:pt x="7171" y="5505"/>
                </a:cubicBezTo>
                <a:cubicBezTo>
                  <a:pt x="6979" y="5537"/>
                  <a:pt x="6814" y="5647"/>
                  <a:pt x="6701" y="5806"/>
                </a:cubicBezTo>
                <a:cubicBezTo>
                  <a:pt x="6592" y="5969"/>
                  <a:pt x="6551" y="6161"/>
                  <a:pt x="6589" y="6353"/>
                </a:cubicBezTo>
                <a:lnTo>
                  <a:pt x="6636" y="6592"/>
                </a:lnTo>
                <a:lnTo>
                  <a:pt x="5505" y="6592"/>
                </a:lnTo>
                <a:lnTo>
                  <a:pt x="5505" y="5753"/>
                </a:lnTo>
                <a:cubicBezTo>
                  <a:pt x="5505" y="5360"/>
                  <a:pt x="5186" y="5041"/>
                  <a:pt x="4796" y="5041"/>
                </a:cubicBezTo>
                <a:cubicBezTo>
                  <a:pt x="4710" y="5041"/>
                  <a:pt x="4630" y="5056"/>
                  <a:pt x="4556" y="5082"/>
                </a:cubicBezTo>
                <a:lnTo>
                  <a:pt x="4556" y="4867"/>
                </a:lnTo>
                <a:cubicBezTo>
                  <a:pt x="4556" y="4512"/>
                  <a:pt x="4296" y="4220"/>
                  <a:pt x="3954" y="4166"/>
                </a:cubicBezTo>
                <a:lnTo>
                  <a:pt x="3773" y="3253"/>
                </a:lnTo>
                <a:cubicBezTo>
                  <a:pt x="3762" y="3185"/>
                  <a:pt x="3776" y="3120"/>
                  <a:pt x="3815" y="3064"/>
                </a:cubicBezTo>
                <a:cubicBezTo>
                  <a:pt x="3853" y="3008"/>
                  <a:pt x="3912" y="2970"/>
                  <a:pt x="3977" y="2958"/>
                </a:cubicBezTo>
                <a:cubicBezTo>
                  <a:pt x="3991" y="2956"/>
                  <a:pt x="4005" y="2955"/>
                  <a:pt x="4018" y="2955"/>
                </a:cubicBezTo>
                <a:cubicBezTo>
                  <a:pt x="4133" y="2955"/>
                  <a:pt x="4235" y="3030"/>
                  <a:pt x="4264" y="3144"/>
                </a:cubicBezTo>
                <a:lnTo>
                  <a:pt x="4530" y="4231"/>
                </a:lnTo>
                <a:cubicBezTo>
                  <a:pt x="4533" y="4246"/>
                  <a:pt x="4539" y="4264"/>
                  <a:pt x="4548" y="4279"/>
                </a:cubicBezTo>
                <a:cubicBezTo>
                  <a:pt x="4587" y="4359"/>
                  <a:pt x="4668" y="4410"/>
                  <a:pt x="4755" y="4410"/>
                </a:cubicBezTo>
                <a:cubicBezTo>
                  <a:pt x="4774" y="4410"/>
                  <a:pt x="4792" y="4407"/>
                  <a:pt x="4810" y="4403"/>
                </a:cubicBezTo>
                <a:cubicBezTo>
                  <a:pt x="4917" y="4379"/>
                  <a:pt x="4994" y="4285"/>
                  <a:pt x="4994" y="4175"/>
                </a:cubicBezTo>
                <a:lnTo>
                  <a:pt x="4994" y="1158"/>
                </a:lnTo>
                <a:cubicBezTo>
                  <a:pt x="4994" y="1025"/>
                  <a:pt x="5100" y="919"/>
                  <a:pt x="5233" y="919"/>
                </a:cubicBezTo>
                <a:cubicBezTo>
                  <a:pt x="5354" y="919"/>
                  <a:pt x="5455" y="1011"/>
                  <a:pt x="5469" y="1129"/>
                </a:cubicBezTo>
                <a:lnTo>
                  <a:pt x="5469" y="3567"/>
                </a:lnTo>
                <a:cubicBezTo>
                  <a:pt x="5469" y="3694"/>
                  <a:pt x="5576" y="3800"/>
                  <a:pt x="5706" y="3800"/>
                </a:cubicBezTo>
                <a:cubicBezTo>
                  <a:pt x="5836" y="3800"/>
                  <a:pt x="5939" y="3694"/>
                  <a:pt x="5939" y="3567"/>
                </a:cubicBezTo>
                <a:lnTo>
                  <a:pt x="5939" y="709"/>
                </a:lnTo>
                <a:cubicBezTo>
                  <a:pt x="5939" y="576"/>
                  <a:pt x="6046" y="470"/>
                  <a:pt x="6179" y="470"/>
                </a:cubicBezTo>
                <a:close/>
                <a:moveTo>
                  <a:pt x="9455" y="3478"/>
                </a:moveTo>
                <a:cubicBezTo>
                  <a:pt x="9588" y="3478"/>
                  <a:pt x="9695" y="3587"/>
                  <a:pt x="9695" y="3717"/>
                </a:cubicBezTo>
                <a:lnTo>
                  <a:pt x="9695" y="6574"/>
                </a:lnTo>
                <a:cubicBezTo>
                  <a:pt x="9695" y="6704"/>
                  <a:pt x="9801" y="6811"/>
                  <a:pt x="9931" y="6811"/>
                </a:cubicBezTo>
                <a:cubicBezTo>
                  <a:pt x="10061" y="6811"/>
                  <a:pt x="10164" y="6704"/>
                  <a:pt x="10164" y="6574"/>
                </a:cubicBezTo>
                <a:lnTo>
                  <a:pt x="10164" y="4140"/>
                </a:lnTo>
                <a:cubicBezTo>
                  <a:pt x="10179" y="4019"/>
                  <a:pt x="10280" y="3927"/>
                  <a:pt x="10404" y="3927"/>
                </a:cubicBezTo>
                <a:cubicBezTo>
                  <a:pt x="10534" y="3927"/>
                  <a:pt x="10643" y="4033"/>
                  <a:pt x="10643" y="4166"/>
                </a:cubicBezTo>
                <a:lnTo>
                  <a:pt x="10643" y="6574"/>
                </a:lnTo>
                <a:cubicBezTo>
                  <a:pt x="10643" y="6704"/>
                  <a:pt x="10746" y="6811"/>
                  <a:pt x="10876" y="6811"/>
                </a:cubicBezTo>
                <a:cubicBezTo>
                  <a:pt x="11007" y="6811"/>
                  <a:pt x="11113" y="6704"/>
                  <a:pt x="11113" y="6574"/>
                </a:cubicBezTo>
                <a:lnTo>
                  <a:pt x="11113" y="5023"/>
                </a:lnTo>
                <a:cubicBezTo>
                  <a:pt x="11125" y="4905"/>
                  <a:pt x="11225" y="4810"/>
                  <a:pt x="11349" y="4810"/>
                </a:cubicBezTo>
                <a:cubicBezTo>
                  <a:pt x="11482" y="4810"/>
                  <a:pt x="11589" y="4920"/>
                  <a:pt x="11589" y="5050"/>
                </a:cubicBezTo>
                <a:lnTo>
                  <a:pt x="11589" y="7298"/>
                </a:lnTo>
                <a:cubicBezTo>
                  <a:pt x="11589" y="7848"/>
                  <a:pt x="11364" y="8389"/>
                  <a:pt x="10974" y="8779"/>
                </a:cubicBezTo>
                <a:lnTo>
                  <a:pt x="10643" y="9107"/>
                </a:lnTo>
                <a:cubicBezTo>
                  <a:pt x="10599" y="9151"/>
                  <a:pt x="10575" y="9213"/>
                  <a:pt x="10575" y="9275"/>
                </a:cubicBezTo>
                <a:lnTo>
                  <a:pt x="10575" y="9600"/>
                </a:lnTo>
                <a:lnTo>
                  <a:pt x="8457" y="9600"/>
                </a:lnTo>
                <a:lnTo>
                  <a:pt x="8457" y="9275"/>
                </a:lnTo>
                <a:cubicBezTo>
                  <a:pt x="8457" y="9213"/>
                  <a:pt x="8433" y="9151"/>
                  <a:pt x="8389" y="9107"/>
                </a:cubicBezTo>
                <a:lnTo>
                  <a:pt x="7877" y="8595"/>
                </a:lnTo>
                <a:cubicBezTo>
                  <a:pt x="7582" y="8303"/>
                  <a:pt x="7381" y="7931"/>
                  <a:pt x="7301" y="7523"/>
                </a:cubicBezTo>
                <a:lnTo>
                  <a:pt x="7053" y="6261"/>
                </a:lnTo>
                <a:cubicBezTo>
                  <a:pt x="7041" y="6196"/>
                  <a:pt x="7053" y="6128"/>
                  <a:pt x="7092" y="6072"/>
                </a:cubicBezTo>
                <a:cubicBezTo>
                  <a:pt x="7130" y="6016"/>
                  <a:pt x="7189" y="5981"/>
                  <a:pt x="7254" y="5969"/>
                </a:cubicBezTo>
                <a:cubicBezTo>
                  <a:pt x="7269" y="5966"/>
                  <a:pt x="7284" y="5965"/>
                  <a:pt x="7298" y="5965"/>
                </a:cubicBezTo>
                <a:cubicBezTo>
                  <a:pt x="7411" y="5965"/>
                  <a:pt x="7512" y="6042"/>
                  <a:pt x="7541" y="6155"/>
                </a:cubicBezTo>
                <a:lnTo>
                  <a:pt x="7807" y="7239"/>
                </a:lnTo>
                <a:cubicBezTo>
                  <a:pt x="7834" y="7345"/>
                  <a:pt x="7928" y="7418"/>
                  <a:pt x="8035" y="7418"/>
                </a:cubicBezTo>
                <a:cubicBezTo>
                  <a:pt x="8044" y="7418"/>
                  <a:pt x="8054" y="7418"/>
                  <a:pt x="8064" y="7416"/>
                </a:cubicBezTo>
                <a:cubicBezTo>
                  <a:pt x="8182" y="7402"/>
                  <a:pt x="8270" y="7301"/>
                  <a:pt x="8270" y="7183"/>
                </a:cubicBezTo>
                <a:lnTo>
                  <a:pt x="8270" y="4166"/>
                </a:lnTo>
                <a:cubicBezTo>
                  <a:pt x="8270" y="4033"/>
                  <a:pt x="8377" y="3927"/>
                  <a:pt x="8510" y="3927"/>
                </a:cubicBezTo>
                <a:cubicBezTo>
                  <a:pt x="8631" y="3927"/>
                  <a:pt x="8734" y="4019"/>
                  <a:pt x="8746" y="4140"/>
                </a:cubicBezTo>
                <a:lnTo>
                  <a:pt x="8749" y="6574"/>
                </a:lnTo>
                <a:cubicBezTo>
                  <a:pt x="8749" y="6704"/>
                  <a:pt x="8855" y="6811"/>
                  <a:pt x="8983" y="6811"/>
                </a:cubicBezTo>
                <a:cubicBezTo>
                  <a:pt x="9113" y="6811"/>
                  <a:pt x="9219" y="6704"/>
                  <a:pt x="9219" y="6574"/>
                </a:cubicBezTo>
                <a:lnTo>
                  <a:pt x="9216" y="3717"/>
                </a:lnTo>
                <a:cubicBezTo>
                  <a:pt x="9216" y="3587"/>
                  <a:pt x="9325" y="3478"/>
                  <a:pt x="9455" y="3478"/>
                </a:cubicBezTo>
                <a:close/>
                <a:moveTo>
                  <a:pt x="2902" y="4181"/>
                </a:moveTo>
                <a:cubicBezTo>
                  <a:pt x="3035" y="4181"/>
                  <a:pt x="3141" y="4287"/>
                  <a:pt x="3141" y="4420"/>
                </a:cubicBezTo>
                <a:lnTo>
                  <a:pt x="3141" y="7275"/>
                </a:lnTo>
                <a:cubicBezTo>
                  <a:pt x="3141" y="7405"/>
                  <a:pt x="3247" y="7511"/>
                  <a:pt x="3377" y="7511"/>
                </a:cubicBezTo>
                <a:cubicBezTo>
                  <a:pt x="3507" y="7511"/>
                  <a:pt x="3611" y="7405"/>
                  <a:pt x="3611" y="7275"/>
                </a:cubicBezTo>
                <a:lnTo>
                  <a:pt x="3611" y="4840"/>
                </a:lnTo>
                <a:cubicBezTo>
                  <a:pt x="3626" y="4722"/>
                  <a:pt x="3726" y="4627"/>
                  <a:pt x="3850" y="4627"/>
                </a:cubicBezTo>
                <a:cubicBezTo>
                  <a:pt x="3980" y="4627"/>
                  <a:pt x="4090" y="4737"/>
                  <a:pt x="4090" y="4867"/>
                </a:cubicBezTo>
                <a:lnTo>
                  <a:pt x="4090" y="7275"/>
                </a:lnTo>
                <a:cubicBezTo>
                  <a:pt x="4090" y="7405"/>
                  <a:pt x="4193" y="7511"/>
                  <a:pt x="4323" y="7511"/>
                </a:cubicBezTo>
                <a:cubicBezTo>
                  <a:pt x="4453" y="7511"/>
                  <a:pt x="4559" y="7405"/>
                  <a:pt x="4559" y="7275"/>
                </a:cubicBezTo>
                <a:lnTo>
                  <a:pt x="4559" y="5723"/>
                </a:lnTo>
                <a:cubicBezTo>
                  <a:pt x="4571" y="5605"/>
                  <a:pt x="4672" y="5511"/>
                  <a:pt x="4796" y="5511"/>
                </a:cubicBezTo>
                <a:cubicBezTo>
                  <a:pt x="4929" y="5511"/>
                  <a:pt x="5035" y="5620"/>
                  <a:pt x="5035" y="5750"/>
                </a:cubicBezTo>
                <a:lnTo>
                  <a:pt x="5035" y="7999"/>
                </a:lnTo>
                <a:cubicBezTo>
                  <a:pt x="5035" y="8557"/>
                  <a:pt x="4816" y="9083"/>
                  <a:pt x="4420" y="9479"/>
                </a:cubicBezTo>
                <a:lnTo>
                  <a:pt x="4090" y="9810"/>
                </a:lnTo>
                <a:cubicBezTo>
                  <a:pt x="4045" y="9854"/>
                  <a:pt x="4022" y="9913"/>
                  <a:pt x="4022" y="9975"/>
                </a:cubicBezTo>
                <a:lnTo>
                  <a:pt x="4022" y="10303"/>
                </a:lnTo>
                <a:lnTo>
                  <a:pt x="1903" y="10303"/>
                </a:lnTo>
                <a:lnTo>
                  <a:pt x="1903" y="9975"/>
                </a:lnTo>
                <a:cubicBezTo>
                  <a:pt x="1903" y="9913"/>
                  <a:pt x="1879" y="9854"/>
                  <a:pt x="1835" y="9810"/>
                </a:cubicBezTo>
                <a:lnTo>
                  <a:pt x="1321" y="9299"/>
                </a:lnTo>
                <a:cubicBezTo>
                  <a:pt x="1028" y="9003"/>
                  <a:pt x="828" y="8631"/>
                  <a:pt x="748" y="8223"/>
                </a:cubicBezTo>
                <a:lnTo>
                  <a:pt x="500" y="6964"/>
                </a:lnTo>
                <a:cubicBezTo>
                  <a:pt x="485" y="6896"/>
                  <a:pt x="500" y="6829"/>
                  <a:pt x="538" y="6772"/>
                </a:cubicBezTo>
                <a:cubicBezTo>
                  <a:pt x="576" y="6719"/>
                  <a:pt x="635" y="6681"/>
                  <a:pt x="700" y="6669"/>
                </a:cubicBezTo>
                <a:cubicBezTo>
                  <a:pt x="715" y="6666"/>
                  <a:pt x="730" y="6665"/>
                  <a:pt x="745" y="6665"/>
                </a:cubicBezTo>
                <a:cubicBezTo>
                  <a:pt x="858" y="6665"/>
                  <a:pt x="958" y="6743"/>
                  <a:pt x="987" y="6855"/>
                </a:cubicBezTo>
                <a:lnTo>
                  <a:pt x="1253" y="7942"/>
                </a:lnTo>
                <a:cubicBezTo>
                  <a:pt x="1280" y="8048"/>
                  <a:pt x="1374" y="8119"/>
                  <a:pt x="1480" y="8119"/>
                </a:cubicBezTo>
                <a:cubicBezTo>
                  <a:pt x="1490" y="8119"/>
                  <a:pt x="1500" y="8118"/>
                  <a:pt x="1510" y="8117"/>
                </a:cubicBezTo>
                <a:cubicBezTo>
                  <a:pt x="1628" y="8102"/>
                  <a:pt x="1717" y="8004"/>
                  <a:pt x="1717" y="7883"/>
                </a:cubicBezTo>
                <a:lnTo>
                  <a:pt x="1717" y="4867"/>
                </a:lnTo>
                <a:cubicBezTo>
                  <a:pt x="1717" y="4737"/>
                  <a:pt x="1823" y="4627"/>
                  <a:pt x="1956" y="4627"/>
                </a:cubicBezTo>
                <a:cubicBezTo>
                  <a:pt x="2077" y="4627"/>
                  <a:pt x="2178" y="4722"/>
                  <a:pt x="2193" y="4840"/>
                </a:cubicBezTo>
                <a:lnTo>
                  <a:pt x="2196" y="7275"/>
                </a:lnTo>
                <a:cubicBezTo>
                  <a:pt x="2196" y="7405"/>
                  <a:pt x="2299" y="7511"/>
                  <a:pt x="2429" y="7511"/>
                </a:cubicBezTo>
                <a:cubicBezTo>
                  <a:pt x="2559" y="7511"/>
                  <a:pt x="2665" y="7405"/>
                  <a:pt x="2665" y="7275"/>
                </a:cubicBezTo>
                <a:lnTo>
                  <a:pt x="2662" y="4420"/>
                </a:lnTo>
                <a:cubicBezTo>
                  <a:pt x="2662" y="4287"/>
                  <a:pt x="2772" y="4181"/>
                  <a:pt x="2902" y="4181"/>
                </a:cubicBezTo>
                <a:close/>
                <a:moveTo>
                  <a:pt x="4418" y="10773"/>
                </a:moveTo>
                <a:lnTo>
                  <a:pt x="4418" y="11565"/>
                </a:lnTo>
                <a:lnTo>
                  <a:pt x="1436" y="11565"/>
                </a:lnTo>
                <a:lnTo>
                  <a:pt x="1436" y="10773"/>
                </a:lnTo>
                <a:close/>
                <a:moveTo>
                  <a:pt x="6731" y="7062"/>
                </a:moveTo>
                <a:lnTo>
                  <a:pt x="6840" y="7611"/>
                </a:lnTo>
                <a:cubicBezTo>
                  <a:pt x="6938" y="8114"/>
                  <a:pt x="7183" y="8569"/>
                  <a:pt x="7544" y="8929"/>
                </a:cubicBezTo>
                <a:lnTo>
                  <a:pt x="7987" y="9373"/>
                </a:lnTo>
                <a:lnTo>
                  <a:pt x="7987" y="9600"/>
                </a:lnTo>
                <a:lnTo>
                  <a:pt x="7753" y="9600"/>
                </a:lnTo>
                <a:cubicBezTo>
                  <a:pt x="7623" y="9600"/>
                  <a:pt x="7520" y="9706"/>
                  <a:pt x="7520" y="9836"/>
                </a:cubicBezTo>
                <a:lnTo>
                  <a:pt x="7520" y="11565"/>
                </a:lnTo>
                <a:lnTo>
                  <a:pt x="4887" y="11565"/>
                </a:lnTo>
                <a:lnTo>
                  <a:pt x="4887" y="10537"/>
                </a:lnTo>
                <a:cubicBezTo>
                  <a:pt x="4887" y="10407"/>
                  <a:pt x="4781" y="10303"/>
                  <a:pt x="4651" y="10303"/>
                </a:cubicBezTo>
                <a:lnTo>
                  <a:pt x="4491" y="10303"/>
                </a:lnTo>
                <a:lnTo>
                  <a:pt x="4491" y="10073"/>
                </a:lnTo>
                <a:lnTo>
                  <a:pt x="4754" y="9813"/>
                </a:lnTo>
                <a:cubicBezTo>
                  <a:pt x="5239" y="9328"/>
                  <a:pt x="5505" y="8684"/>
                  <a:pt x="5505" y="7999"/>
                </a:cubicBezTo>
                <a:lnTo>
                  <a:pt x="5505" y="7062"/>
                </a:lnTo>
                <a:close/>
                <a:moveTo>
                  <a:pt x="10971" y="10073"/>
                </a:moveTo>
                <a:lnTo>
                  <a:pt x="10971" y="11565"/>
                </a:lnTo>
                <a:lnTo>
                  <a:pt x="7990" y="11565"/>
                </a:lnTo>
                <a:lnTo>
                  <a:pt x="7990" y="10073"/>
                </a:lnTo>
                <a:close/>
                <a:moveTo>
                  <a:pt x="6179" y="0"/>
                </a:moveTo>
                <a:cubicBezTo>
                  <a:pt x="5859" y="0"/>
                  <a:pt x="5591" y="210"/>
                  <a:pt x="5502" y="500"/>
                </a:cubicBezTo>
                <a:cubicBezTo>
                  <a:pt x="5419" y="467"/>
                  <a:pt x="5328" y="446"/>
                  <a:pt x="5233" y="446"/>
                </a:cubicBezTo>
                <a:cubicBezTo>
                  <a:pt x="4840" y="446"/>
                  <a:pt x="4524" y="765"/>
                  <a:pt x="4524" y="1155"/>
                </a:cubicBezTo>
                <a:lnTo>
                  <a:pt x="4524" y="2689"/>
                </a:lnTo>
                <a:cubicBezTo>
                  <a:pt x="4390" y="2560"/>
                  <a:pt x="4210" y="2483"/>
                  <a:pt x="4019" y="2483"/>
                </a:cubicBezTo>
                <a:cubicBezTo>
                  <a:pt x="3978" y="2483"/>
                  <a:pt x="3936" y="2487"/>
                  <a:pt x="3895" y="2494"/>
                </a:cubicBezTo>
                <a:cubicBezTo>
                  <a:pt x="3702" y="2529"/>
                  <a:pt x="3537" y="2636"/>
                  <a:pt x="3428" y="2798"/>
                </a:cubicBezTo>
                <a:cubicBezTo>
                  <a:pt x="3318" y="2958"/>
                  <a:pt x="3277" y="3153"/>
                  <a:pt x="3315" y="3342"/>
                </a:cubicBezTo>
                <a:lnTo>
                  <a:pt x="3434" y="3951"/>
                </a:lnTo>
                <a:cubicBezTo>
                  <a:pt x="3304" y="3803"/>
                  <a:pt x="3114" y="3708"/>
                  <a:pt x="2902" y="3708"/>
                </a:cubicBezTo>
                <a:cubicBezTo>
                  <a:pt x="2583" y="3708"/>
                  <a:pt x="2314" y="3921"/>
                  <a:pt x="2225" y="4211"/>
                </a:cubicBezTo>
                <a:cubicBezTo>
                  <a:pt x="2142" y="4175"/>
                  <a:pt x="2051" y="4157"/>
                  <a:pt x="1956" y="4157"/>
                </a:cubicBezTo>
                <a:cubicBezTo>
                  <a:pt x="1563" y="4157"/>
                  <a:pt x="1247" y="4477"/>
                  <a:pt x="1247" y="4867"/>
                </a:cubicBezTo>
                <a:lnTo>
                  <a:pt x="1247" y="6397"/>
                </a:lnTo>
                <a:cubicBezTo>
                  <a:pt x="1113" y="6271"/>
                  <a:pt x="934" y="6194"/>
                  <a:pt x="742" y="6194"/>
                </a:cubicBezTo>
                <a:cubicBezTo>
                  <a:pt x="701" y="6194"/>
                  <a:pt x="660" y="6198"/>
                  <a:pt x="618" y="6205"/>
                </a:cubicBezTo>
                <a:cubicBezTo>
                  <a:pt x="426" y="6238"/>
                  <a:pt x="260" y="6347"/>
                  <a:pt x="151" y="6506"/>
                </a:cubicBezTo>
                <a:cubicBezTo>
                  <a:pt x="42" y="6669"/>
                  <a:pt x="0" y="6861"/>
                  <a:pt x="39" y="7053"/>
                </a:cubicBezTo>
                <a:lnTo>
                  <a:pt x="287" y="8312"/>
                </a:lnTo>
                <a:cubicBezTo>
                  <a:pt x="384" y="8814"/>
                  <a:pt x="630" y="9269"/>
                  <a:pt x="990" y="9630"/>
                </a:cubicBezTo>
                <a:lnTo>
                  <a:pt x="1433" y="10073"/>
                </a:lnTo>
                <a:lnTo>
                  <a:pt x="1433" y="10300"/>
                </a:lnTo>
                <a:lnTo>
                  <a:pt x="1200" y="10300"/>
                </a:lnTo>
                <a:cubicBezTo>
                  <a:pt x="1070" y="10300"/>
                  <a:pt x="966" y="10407"/>
                  <a:pt x="966" y="10537"/>
                </a:cubicBezTo>
                <a:lnTo>
                  <a:pt x="966" y="11798"/>
                </a:lnTo>
                <a:cubicBezTo>
                  <a:pt x="966" y="11928"/>
                  <a:pt x="1073" y="12035"/>
                  <a:pt x="1200" y="12035"/>
                </a:cubicBezTo>
                <a:lnTo>
                  <a:pt x="11204" y="12035"/>
                </a:lnTo>
                <a:cubicBezTo>
                  <a:pt x="11334" y="12035"/>
                  <a:pt x="11441" y="11928"/>
                  <a:pt x="11441" y="11798"/>
                </a:cubicBezTo>
                <a:lnTo>
                  <a:pt x="11441" y="9836"/>
                </a:lnTo>
                <a:cubicBezTo>
                  <a:pt x="11441" y="9706"/>
                  <a:pt x="11334" y="9600"/>
                  <a:pt x="11204" y="9600"/>
                </a:cubicBezTo>
                <a:lnTo>
                  <a:pt x="11045" y="9600"/>
                </a:lnTo>
                <a:lnTo>
                  <a:pt x="11045" y="9373"/>
                </a:lnTo>
                <a:lnTo>
                  <a:pt x="11308" y="9110"/>
                </a:lnTo>
                <a:cubicBezTo>
                  <a:pt x="11784" y="8634"/>
                  <a:pt x="12058" y="7972"/>
                  <a:pt x="12058" y="7298"/>
                </a:cubicBezTo>
                <a:lnTo>
                  <a:pt x="12058" y="5050"/>
                </a:lnTo>
                <a:cubicBezTo>
                  <a:pt x="12058" y="4660"/>
                  <a:pt x="11742" y="4341"/>
                  <a:pt x="11349" y="4341"/>
                </a:cubicBezTo>
                <a:cubicBezTo>
                  <a:pt x="11267" y="4341"/>
                  <a:pt x="11187" y="4355"/>
                  <a:pt x="11113" y="4382"/>
                </a:cubicBezTo>
                <a:lnTo>
                  <a:pt x="11113" y="4166"/>
                </a:lnTo>
                <a:cubicBezTo>
                  <a:pt x="11113" y="3776"/>
                  <a:pt x="10794" y="3457"/>
                  <a:pt x="10404" y="3457"/>
                </a:cubicBezTo>
                <a:cubicBezTo>
                  <a:pt x="10306" y="3457"/>
                  <a:pt x="10218" y="3475"/>
                  <a:pt x="10135" y="3510"/>
                </a:cubicBezTo>
                <a:cubicBezTo>
                  <a:pt x="10043" y="3221"/>
                  <a:pt x="9774" y="3008"/>
                  <a:pt x="9455" y="3008"/>
                </a:cubicBezTo>
                <a:cubicBezTo>
                  <a:pt x="9142" y="3008"/>
                  <a:pt x="8876" y="3212"/>
                  <a:pt x="8782" y="3496"/>
                </a:cubicBezTo>
                <a:lnTo>
                  <a:pt x="8782" y="2042"/>
                </a:lnTo>
                <a:cubicBezTo>
                  <a:pt x="8782" y="1649"/>
                  <a:pt x="8465" y="1330"/>
                  <a:pt x="8072" y="1330"/>
                </a:cubicBezTo>
                <a:cubicBezTo>
                  <a:pt x="7990" y="1330"/>
                  <a:pt x="7910" y="1345"/>
                  <a:pt x="7836" y="1371"/>
                </a:cubicBezTo>
                <a:lnTo>
                  <a:pt x="7836" y="1155"/>
                </a:lnTo>
                <a:cubicBezTo>
                  <a:pt x="7836" y="765"/>
                  <a:pt x="7517" y="446"/>
                  <a:pt x="7127" y="446"/>
                </a:cubicBezTo>
                <a:cubicBezTo>
                  <a:pt x="7029" y="446"/>
                  <a:pt x="6941" y="467"/>
                  <a:pt x="6858" y="500"/>
                </a:cubicBezTo>
                <a:cubicBezTo>
                  <a:pt x="6766" y="210"/>
                  <a:pt x="6498" y="0"/>
                  <a:pt x="6179" y="0"/>
                </a:cubicBez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32"/>
          <p:cNvSpPr txBox="1"/>
          <p:nvPr/>
        </p:nvSpPr>
        <p:spPr>
          <a:xfrm>
            <a:off x="1369075" y="2752541"/>
            <a:ext cx="2658000" cy="810900"/>
          </a:xfrm>
          <a:prstGeom prst="rect">
            <a:avLst/>
          </a:prstGeom>
          <a:noFill/>
          <a:ln cap="flat" cmpd="sng" w="9525">
            <a:solidFill>
              <a:srgbClr val="F3942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F9EED1"/>
                </a:solidFill>
                <a:latin typeface="Fira Sans Condensed SemiBold"/>
                <a:ea typeface="Fira Sans Condensed SemiBold"/>
                <a:cs typeface="Fira Sans Condensed SemiBold"/>
                <a:sym typeface="Fira Sans Condensed SemiBold"/>
              </a:rPr>
              <a:t>Primary Refugee Recipients</a:t>
            </a:r>
            <a:endParaRPr sz="2400">
              <a:solidFill>
                <a:srgbClr val="F9EED1"/>
              </a:solidFill>
              <a:latin typeface="Fira Sans Condensed SemiBold"/>
              <a:ea typeface="Fira Sans Condensed SemiBold"/>
              <a:cs typeface="Fira Sans Condensed SemiBold"/>
              <a:sym typeface="Fira Sans Condensed SemiBold"/>
            </a:endParaRPr>
          </a:p>
        </p:txBody>
      </p:sp>
      <p:sp>
        <p:nvSpPr>
          <p:cNvPr id="550" name="Google Shape;550;p32"/>
          <p:cNvSpPr/>
          <p:nvPr/>
        </p:nvSpPr>
        <p:spPr>
          <a:xfrm>
            <a:off x="1369069" y="2279335"/>
            <a:ext cx="345731" cy="321233"/>
          </a:xfrm>
          <a:custGeom>
            <a:rect b="b" l="l" r="r" t="t"/>
            <a:pathLst>
              <a:path extrusionOk="0" h="11185" w="12038">
                <a:moveTo>
                  <a:pt x="7109" y="470"/>
                </a:moveTo>
                <a:lnTo>
                  <a:pt x="7109" y="961"/>
                </a:lnTo>
                <a:lnTo>
                  <a:pt x="6255" y="961"/>
                </a:lnTo>
                <a:lnTo>
                  <a:pt x="6255" y="470"/>
                </a:lnTo>
                <a:close/>
                <a:moveTo>
                  <a:pt x="2972" y="952"/>
                </a:moveTo>
                <a:lnTo>
                  <a:pt x="3035" y="1188"/>
                </a:lnTo>
                <a:cubicBezTo>
                  <a:pt x="3097" y="1407"/>
                  <a:pt x="2967" y="1637"/>
                  <a:pt x="2745" y="1696"/>
                </a:cubicBezTo>
                <a:lnTo>
                  <a:pt x="2512" y="1761"/>
                </a:lnTo>
                <a:lnTo>
                  <a:pt x="2447" y="1528"/>
                </a:lnTo>
                <a:cubicBezTo>
                  <a:pt x="2387" y="1306"/>
                  <a:pt x="2517" y="1079"/>
                  <a:pt x="2736" y="1017"/>
                </a:cubicBezTo>
                <a:lnTo>
                  <a:pt x="2972" y="952"/>
                </a:lnTo>
                <a:close/>
                <a:moveTo>
                  <a:pt x="9065" y="952"/>
                </a:moveTo>
                <a:lnTo>
                  <a:pt x="9301" y="1017"/>
                </a:lnTo>
                <a:cubicBezTo>
                  <a:pt x="9520" y="1079"/>
                  <a:pt x="9653" y="1306"/>
                  <a:pt x="9591" y="1528"/>
                </a:cubicBezTo>
                <a:lnTo>
                  <a:pt x="9526" y="1761"/>
                </a:lnTo>
                <a:lnTo>
                  <a:pt x="9293" y="1696"/>
                </a:lnTo>
                <a:cubicBezTo>
                  <a:pt x="9071" y="1637"/>
                  <a:pt x="8941" y="1407"/>
                  <a:pt x="9003" y="1188"/>
                </a:cubicBezTo>
                <a:lnTo>
                  <a:pt x="9065" y="952"/>
                </a:lnTo>
                <a:close/>
                <a:moveTo>
                  <a:pt x="1149" y="2184"/>
                </a:moveTo>
                <a:lnTo>
                  <a:pt x="1374" y="2276"/>
                </a:lnTo>
                <a:cubicBezTo>
                  <a:pt x="1587" y="2364"/>
                  <a:pt x="1687" y="2607"/>
                  <a:pt x="1599" y="2819"/>
                </a:cubicBezTo>
                <a:lnTo>
                  <a:pt x="1507" y="3044"/>
                </a:lnTo>
                <a:lnTo>
                  <a:pt x="1282" y="2949"/>
                </a:lnTo>
                <a:cubicBezTo>
                  <a:pt x="1070" y="2864"/>
                  <a:pt x="969" y="2618"/>
                  <a:pt x="1058" y="2409"/>
                </a:cubicBezTo>
                <a:lnTo>
                  <a:pt x="1149" y="2184"/>
                </a:lnTo>
                <a:close/>
                <a:moveTo>
                  <a:pt x="10888" y="2184"/>
                </a:moveTo>
                <a:lnTo>
                  <a:pt x="10980" y="2409"/>
                </a:lnTo>
                <a:cubicBezTo>
                  <a:pt x="11068" y="2618"/>
                  <a:pt x="10968" y="2864"/>
                  <a:pt x="10755" y="2952"/>
                </a:cubicBezTo>
                <a:lnTo>
                  <a:pt x="10531" y="3044"/>
                </a:lnTo>
                <a:lnTo>
                  <a:pt x="10439" y="2819"/>
                </a:lnTo>
                <a:cubicBezTo>
                  <a:pt x="10350" y="2607"/>
                  <a:pt x="10451" y="2364"/>
                  <a:pt x="10664" y="2276"/>
                </a:cubicBezTo>
                <a:lnTo>
                  <a:pt x="10888" y="2184"/>
                </a:lnTo>
                <a:close/>
                <a:moveTo>
                  <a:pt x="6022" y="2101"/>
                </a:moveTo>
                <a:cubicBezTo>
                  <a:pt x="6503" y="2101"/>
                  <a:pt x="6958" y="2252"/>
                  <a:pt x="7343" y="2542"/>
                </a:cubicBezTo>
                <a:cubicBezTo>
                  <a:pt x="7626" y="2757"/>
                  <a:pt x="7857" y="3038"/>
                  <a:pt x="8007" y="3360"/>
                </a:cubicBezTo>
                <a:lnTo>
                  <a:pt x="4036" y="3360"/>
                </a:lnTo>
                <a:cubicBezTo>
                  <a:pt x="4190" y="3041"/>
                  <a:pt x="4417" y="2757"/>
                  <a:pt x="4701" y="2542"/>
                </a:cubicBezTo>
                <a:cubicBezTo>
                  <a:pt x="5085" y="2252"/>
                  <a:pt x="5540" y="2101"/>
                  <a:pt x="6022" y="2101"/>
                </a:cubicBezTo>
                <a:close/>
                <a:moveTo>
                  <a:pt x="8793" y="3830"/>
                </a:moveTo>
                <a:lnTo>
                  <a:pt x="8793" y="4300"/>
                </a:lnTo>
                <a:lnTo>
                  <a:pt x="3244" y="4300"/>
                </a:lnTo>
                <a:lnTo>
                  <a:pt x="3244" y="3830"/>
                </a:lnTo>
                <a:close/>
                <a:moveTo>
                  <a:pt x="715" y="4273"/>
                </a:moveTo>
                <a:cubicBezTo>
                  <a:pt x="943" y="4273"/>
                  <a:pt x="1129" y="4459"/>
                  <a:pt x="1129" y="4690"/>
                </a:cubicBezTo>
                <a:lnTo>
                  <a:pt x="1129" y="4932"/>
                </a:lnTo>
                <a:lnTo>
                  <a:pt x="886" y="4932"/>
                </a:lnTo>
                <a:cubicBezTo>
                  <a:pt x="659" y="4932"/>
                  <a:pt x="473" y="4746"/>
                  <a:pt x="473" y="4515"/>
                </a:cubicBezTo>
                <a:lnTo>
                  <a:pt x="473" y="4273"/>
                </a:lnTo>
                <a:close/>
                <a:moveTo>
                  <a:pt x="11568" y="4273"/>
                </a:moveTo>
                <a:lnTo>
                  <a:pt x="11568" y="4515"/>
                </a:lnTo>
                <a:cubicBezTo>
                  <a:pt x="11568" y="4746"/>
                  <a:pt x="11379" y="4932"/>
                  <a:pt x="11151" y="4932"/>
                </a:cubicBezTo>
                <a:lnTo>
                  <a:pt x="10909" y="4932"/>
                </a:lnTo>
                <a:lnTo>
                  <a:pt x="10909" y="4690"/>
                </a:lnTo>
                <a:cubicBezTo>
                  <a:pt x="10909" y="4459"/>
                  <a:pt x="11095" y="4273"/>
                  <a:pt x="11322" y="4273"/>
                </a:cubicBezTo>
                <a:close/>
                <a:moveTo>
                  <a:pt x="980" y="6324"/>
                </a:moveTo>
                <a:cubicBezTo>
                  <a:pt x="1143" y="6324"/>
                  <a:pt x="1298" y="6420"/>
                  <a:pt x="1362" y="6581"/>
                </a:cubicBezTo>
                <a:lnTo>
                  <a:pt x="1457" y="6805"/>
                </a:lnTo>
                <a:lnTo>
                  <a:pt x="1232" y="6897"/>
                </a:lnTo>
                <a:cubicBezTo>
                  <a:pt x="1180" y="6919"/>
                  <a:pt x="1127" y="6930"/>
                  <a:pt x="1073" y="6930"/>
                </a:cubicBezTo>
                <a:cubicBezTo>
                  <a:pt x="1019" y="6930"/>
                  <a:pt x="965" y="6919"/>
                  <a:pt x="913" y="6897"/>
                </a:cubicBezTo>
                <a:cubicBezTo>
                  <a:pt x="810" y="6855"/>
                  <a:pt x="733" y="6776"/>
                  <a:pt x="688" y="6672"/>
                </a:cubicBezTo>
                <a:lnTo>
                  <a:pt x="597" y="6448"/>
                </a:lnTo>
                <a:lnTo>
                  <a:pt x="821" y="6356"/>
                </a:lnTo>
                <a:cubicBezTo>
                  <a:pt x="873" y="6334"/>
                  <a:pt x="927" y="6324"/>
                  <a:pt x="980" y="6324"/>
                </a:cubicBezTo>
                <a:close/>
                <a:moveTo>
                  <a:pt x="11059" y="6324"/>
                </a:moveTo>
                <a:cubicBezTo>
                  <a:pt x="11112" y="6324"/>
                  <a:pt x="11167" y="6334"/>
                  <a:pt x="11219" y="6356"/>
                </a:cubicBezTo>
                <a:lnTo>
                  <a:pt x="11441" y="6448"/>
                </a:lnTo>
                <a:lnTo>
                  <a:pt x="11349" y="6672"/>
                </a:lnTo>
                <a:cubicBezTo>
                  <a:pt x="11308" y="6776"/>
                  <a:pt x="11225" y="6855"/>
                  <a:pt x="11125" y="6897"/>
                </a:cubicBezTo>
                <a:cubicBezTo>
                  <a:pt x="11073" y="6919"/>
                  <a:pt x="11019" y="6930"/>
                  <a:pt x="10965" y="6930"/>
                </a:cubicBezTo>
                <a:cubicBezTo>
                  <a:pt x="10911" y="6930"/>
                  <a:pt x="10857" y="6919"/>
                  <a:pt x="10805" y="6897"/>
                </a:cubicBezTo>
                <a:lnTo>
                  <a:pt x="10581" y="6805"/>
                </a:lnTo>
                <a:lnTo>
                  <a:pt x="10675" y="6581"/>
                </a:lnTo>
                <a:cubicBezTo>
                  <a:pt x="10740" y="6420"/>
                  <a:pt x="10895" y="6324"/>
                  <a:pt x="11059" y="6324"/>
                </a:cubicBezTo>
                <a:close/>
                <a:moveTo>
                  <a:pt x="4571" y="4769"/>
                </a:moveTo>
                <a:lnTo>
                  <a:pt x="4571" y="6938"/>
                </a:lnTo>
                <a:lnTo>
                  <a:pt x="3826" y="6938"/>
                </a:lnTo>
                <a:lnTo>
                  <a:pt x="3826" y="4769"/>
                </a:lnTo>
                <a:close/>
                <a:moveTo>
                  <a:pt x="5785" y="4769"/>
                </a:moveTo>
                <a:lnTo>
                  <a:pt x="5785" y="6938"/>
                </a:lnTo>
                <a:lnTo>
                  <a:pt x="5041" y="6938"/>
                </a:lnTo>
                <a:lnTo>
                  <a:pt x="5041" y="4769"/>
                </a:lnTo>
                <a:close/>
                <a:moveTo>
                  <a:pt x="6997" y="4769"/>
                </a:moveTo>
                <a:lnTo>
                  <a:pt x="6997" y="6938"/>
                </a:lnTo>
                <a:lnTo>
                  <a:pt x="6255" y="6938"/>
                </a:lnTo>
                <a:lnTo>
                  <a:pt x="6255" y="4769"/>
                </a:lnTo>
                <a:close/>
                <a:moveTo>
                  <a:pt x="8211" y="4769"/>
                </a:moveTo>
                <a:lnTo>
                  <a:pt x="8211" y="6938"/>
                </a:lnTo>
                <a:lnTo>
                  <a:pt x="7470" y="6938"/>
                </a:lnTo>
                <a:lnTo>
                  <a:pt x="7470" y="4769"/>
                </a:lnTo>
                <a:close/>
                <a:moveTo>
                  <a:pt x="8784" y="7408"/>
                </a:moveTo>
                <a:lnTo>
                  <a:pt x="8784" y="7878"/>
                </a:lnTo>
                <a:lnTo>
                  <a:pt x="3253" y="7878"/>
                </a:lnTo>
                <a:lnTo>
                  <a:pt x="3253" y="7408"/>
                </a:lnTo>
                <a:close/>
                <a:moveTo>
                  <a:pt x="1975" y="8125"/>
                </a:moveTo>
                <a:cubicBezTo>
                  <a:pt x="2082" y="8125"/>
                  <a:pt x="2188" y="8166"/>
                  <a:pt x="2269" y="8247"/>
                </a:cubicBezTo>
                <a:lnTo>
                  <a:pt x="2441" y="8418"/>
                </a:lnTo>
                <a:lnTo>
                  <a:pt x="2269" y="8590"/>
                </a:lnTo>
                <a:cubicBezTo>
                  <a:pt x="2188" y="8671"/>
                  <a:pt x="2082" y="8712"/>
                  <a:pt x="1975" y="8712"/>
                </a:cubicBezTo>
                <a:cubicBezTo>
                  <a:pt x="1869" y="8712"/>
                  <a:pt x="1763" y="8671"/>
                  <a:pt x="1681" y="8590"/>
                </a:cubicBezTo>
                <a:lnTo>
                  <a:pt x="1510" y="8418"/>
                </a:lnTo>
                <a:lnTo>
                  <a:pt x="1681" y="8247"/>
                </a:lnTo>
                <a:cubicBezTo>
                  <a:pt x="1763" y="8166"/>
                  <a:pt x="1869" y="8125"/>
                  <a:pt x="1975" y="8125"/>
                </a:cubicBezTo>
                <a:close/>
                <a:moveTo>
                  <a:pt x="10062" y="8125"/>
                </a:moveTo>
                <a:cubicBezTo>
                  <a:pt x="10169" y="8125"/>
                  <a:pt x="10275" y="8166"/>
                  <a:pt x="10356" y="8247"/>
                </a:cubicBezTo>
                <a:lnTo>
                  <a:pt x="10528" y="8418"/>
                </a:lnTo>
                <a:lnTo>
                  <a:pt x="10356" y="8590"/>
                </a:lnTo>
                <a:cubicBezTo>
                  <a:pt x="10275" y="8671"/>
                  <a:pt x="10169" y="8712"/>
                  <a:pt x="10062" y="8712"/>
                </a:cubicBezTo>
                <a:cubicBezTo>
                  <a:pt x="9956" y="8712"/>
                  <a:pt x="9850" y="8671"/>
                  <a:pt x="9768" y="8590"/>
                </a:cubicBezTo>
                <a:lnTo>
                  <a:pt x="9597" y="8418"/>
                </a:lnTo>
                <a:lnTo>
                  <a:pt x="9768" y="8247"/>
                </a:lnTo>
                <a:cubicBezTo>
                  <a:pt x="9850" y="8166"/>
                  <a:pt x="9956" y="8125"/>
                  <a:pt x="10062" y="8125"/>
                </a:cubicBezTo>
                <a:close/>
                <a:moveTo>
                  <a:pt x="9000" y="8350"/>
                </a:moveTo>
                <a:cubicBezTo>
                  <a:pt x="8397" y="8924"/>
                  <a:pt x="7647" y="9331"/>
                  <a:pt x="6837" y="9518"/>
                </a:cubicBezTo>
                <a:cubicBezTo>
                  <a:pt x="6557" y="9583"/>
                  <a:pt x="6282" y="9671"/>
                  <a:pt x="6019" y="9781"/>
                </a:cubicBezTo>
                <a:cubicBezTo>
                  <a:pt x="5756" y="9671"/>
                  <a:pt x="5481" y="9583"/>
                  <a:pt x="5200" y="9518"/>
                </a:cubicBezTo>
                <a:cubicBezTo>
                  <a:pt x="4391" y="9331"/>
                  <a:pt x="3640" y="8924"/>
                  <a:pt x="3040" y="8350"/>
                </a:cubicBezTo>
                <a:close/>
                <a:moveTo>
                  <a:pt x="3559" y="9447"/>
                </a:moveTo>
                <a:cubicBezTo>
                  <a:pt x="3611" y="9447"/>
                  <a:pt x="3665" y="9458"/>
                  <a:pt x="3717" y="9479"/>
                </a:cubicBezTo>
                <a:lnTo>
                  <a:pt x="3942" y="9571"/>
                </a:lnTo>
                <a:lnTo>
                  <a:pt x="3847" y="9795"/>
                </a:lnTo>
                <a:cubicBezTo>
                  <a:pt x="3783" y="9956"/>
                  <a:pt x="3627" y="10052"/>
                  <a:pt x="3465" y="10052"/>
                </a:cubicBezTo>
                <a:cubicBezTo>
                  <a:pt x="3412" y="10052"/>
                  <a:pt x="3358" y="10042"/>
                  <a:pt x="3306" y="10020"/>
                </a:cubicBezTo>
                <a:lnTo>
                  <a:pt x="3082" y="9928"/>
                </a:lnTo>
                <a:lnTo>
                  <a:pt x="3173" y="9704"/>
                </a:lnTo>
                <a:cubicBezTo>
                  <a:pt x="3240" y="9545"/>
                  <a:pt x="3395" y="9447"/>
                  <a:pt x="3559" y="9447"/>
                </a:cubicBezTo>
                <a:close/>
                <a:moveTo>
                  <a:pt x="8481" y="9447"/>
                </a:moveTo>
                <a:cubicBezTo>
                  <a:pt x="8643" y="9447"/>
                  <a:pt x="8797" y="9543"/>
                  <a:pt x="8864" y="9704"/>
                </a:cubicBezTo>
                <a:lnTo>
                  <a:pt x="8956" y="9928"/>
                </a:lnTo>
                <a:lnTo>
                  <a:pt x="8734" y="10020"/>
                </a:lnTo>
                <a:cubicBezTo>
                  <a:pt x="8682" y="10042"/>
                  <a:pt x="8627" y="10052"/>
                  <a:pt x="8574" y="10052"/>
                </a:cubicBezTo>
                <a:cubicBezTo>
                  <a:pt x="8411" y="10052"/>
                  <a:pt x="8257" y="9956"/>
                  <a:pt x="8191" y="9795"/>
                </a:cubicBezTo>
                <a:lnTo>
                  <a:pt x="8096" y="9571"/>
                </a:lnTo>
                <a:lnTo>
                  <a:pt x="8321" y="9479"/>
                </a:lnTo>
                <a:cubicBezTo>
                  <a:pt x="8373" y="9457"/>
                  <a:pt x="8427" y="9447"/>
                  <a:pt x="8481" y="9447"/>
                </a:cubicBezTo>
                <a:close/>
                <a:moveTo>
                  <a:pt x="6019" y="0"/>
                </a:moveTo>
                <a:cubicBezTo>
                  <a:pt x="5889" y="0"/>
                  <a:pt x="5785" y="107"/>
                  <a:pt x="5785" y="234"/>
                </a:cubicBezTo>
                <a:lnTo>
                  <a:pt x="5785" y="1640"/>
                </a:lnTo>
                <a:cubicBezTo>
                  <a:pt x="5289" y="1685"/>
                  <a:pt x="4819" y="1862"/>
                  <a:pt x="4417" y="2166"/>
                </a:cubicBezTo>
                <a:cubicBezTo>
                  <a:pt x="4015" y="2471"/>
                  <a:pt x="3705" y="2890"/>
                  <a:pt x="3528" y="3360"/>
                </a:cubicBezTo>
                <a:lnTo>
                  <a:pt x="3011" y="3360"/>
                </a:lnTo>
                <a:cubicBezTo>
                  <a:pt x="2881" y="3360"/>
                  <a:pt x="2775" y="3463"/>
                  <a:pt x="2775" y="3593"/>
                </a:cubicBezTo>
                <a:lnTo>
                  <a:pt x="2775" y="4533"/>
                </a:lnTo>
                <a:cubicBezTo>
                  <a:pt x="2775" y="4663"/>
                  <a:pt x="2881" y="4769"/>
                  <a:pt x="3011" y="4769"/>
                </a:cubicBezTo>
                <a:lnTo>
                  <a:pt x="3357" y="4769"/>
                </a:lnTo>
                <a:lnTo>
                  <a:pt x="3357" y="6938"/>
                </a:lnTo>
                <a:lnTo>
                  <a:pt x="3017" y="6938"/>
                </a:lnTo>
                <a:cubicBezTo>
                  <a:pt x="2887" y="6938"/>
                  <a:pt x="2783" y="7044"/>
                  <a:pt x="2783" y="7174"/>
                </a:cubicBezTo>
                <a:lnTo>
                  <a:pt x="2783" y="8082"/>
                </a:lnTo>
                <a:cubicBezTo>
                  <a:pt x="2730" y="8022"/>
                  <a:pt x="2677" y="7963"/>
                  <a:pt x="2627" y="7901"/>
                </a:cubicBezTo>
                <a:cubicBezTo>
                  <a:pt x="1956" y="7065"/>
                  <a:pt x="1599" y="6058"/>
                  <a:pt x="1599" y="4985"/>
                </a:cubicBezTo>
                <a:cubicBezTo>
                  <a:pt x="1599" y="3995"/>
                  <a:pt x="1906" y="3053"/>
                  <a:pt x="2485" y="2255"/>
                </a:cubicBezTo>
                <a:lnTo>
                  <a:pt x="2869" y="2152"/>
                </a:lnTo>
                <a:cubicBezTo>
                  <a:pt x="3339" y="2021"/>
                  <a:pt x="3620" y="1534"/>
                  <a:pt x="3490" y="1064"/>
                </a:cubicBezTo>
                <a:lnTo>
                  <a:pt x="3363" y="603"/>
                </a:lnTo>
                <a:cubicBezTo>
                  <a:pt x="3336" y="498"/>
                  <a:pt x="3241" y="429"/>
                  <a:pt x="3137" y="429"/>
                </a:cubicBezTo>
                <a:cubicBezTo>
                  <a:pt x="3116" y="429"/>
                  <a:pt x="3094" y="432"/>
                  <a:pt x="3073" y="438"/>
                </a:cubicBezTo>
                <a:lnTo>
                  <a:pt x="2612" y="565"/>
                </a:lnTo>
                <a:cubicBezTo>
                  <a:pt x="2142" y="692"/>
                  <a:pt x="1864" y="1179"/>
                  <a:pt x="1994" y="1652"/>
                </a:cubicBezTo>
                <a:lnTo>
                  <a:pt x="2089" y="2001"/>
                </a:lnTo>
                <a:cubicBezTo>
                  <a:pt x="2045" y="2063"/>
                  <a:pt x="2003" y="2125"/>
                  <a:pt x="1962" y="2187"/>
                </a:cubicBezTo>
                <a:cubicBezTo>
                  <a:pt x="1867" y="2036"/>
                  <a:pt x="1729" y="1915"/>
                  <a:pt x="1554" y="1841"/>
                </a:cubicBezTo>
                <a:lnTo>
                  <a:pt x="1111" y="1658"/>
                </a:lnTo>
                <a:cubicBezTo>
                  <a:pt x="1083" y="1647"/>
                  <a:pt x="1053" y="1641"/>
                  <a:pt x="1024" y="1641"/>
                </a:cubicBezTo>
                <a:cubicBezTo>
                  <a:pt x="931" y="1641"/>
                  <a:pt x="842" y="1695"/>
                  <a:pt x="804" y="1785"/>
                </a:cubicBezTo>
                <a:lnTo>
                  <a:pt x="623" y="2228"/>
                </a:lnTo>
                <a:cubicBezTo>
                  <a:pt x="434" y="2677"/>
                  <a:pt x="650" y="3197"/>
                  <a:pt x="1102" y="3384"/>
                </a:cubicBezTo>
                <a:lnTo>
                  <a:pt x="1350" y="3487"/>
                </a:lnTo>
                <a:cubicBezTo>
                  <a:pt x="1303" y="3647"/>
                  <a:pt x="1262" y="3806"/>
                  <a:pt x="1229" y="3969"/>
                </a:cubicBezTo>
                <a:cubicBezTo>
                  <a:pt x="1084" y="3865"/>
                  <a:pt x="907" y="3803"/>
                  <a:pt x="715" y="3803"/>
                </a:cubicBezTo>
                <a:lnTo>
                  <a:pt x="236" y="3803"/>
                </a:lnTo>
                <a:cubicBezTo>
                  <a:pt x="106" y="3803"/>
                  <a:pt x="0" y="3907"/>
                  <a:pt x="0" y="4037"/>
                </a:cubicBezTo>
                <a:lnTo>
                  <a:pt x="0" y="4515"/>
                </a:lnTo>
                <a:cubicBezTo>
                  <a:pt x="0" y="5003"/>
                  <a:pt x="399" y="5402"/>
                  <a:pt x="886" y="5402"/>
                </a:cubicBezTo>
                <a:lnTo>
                  <a:pt x="1146" y="5402"/>
                </a:lnTo>
                <a:cubicBezTo>
                  <a:pt x="1161" y="5564"/>
                  <a:pt x="1182" y="5724"/>
                  <a:pt x="1209" y="5883"/>
                </a:cubicBezTo>
                <a:cubicBezTo>
                  <a:pt x="1134" y="5864"/>
                  <a:pt x="1057" y="5853"/>
                  <a:pt x="978" y="5853"/>
                </a:cubicBezTo>
                <a:cubicBezTo>
                  <a:pt x="865" y="5853"/>
                  <a:pt x="751" y="5875"/>
                  <a:pt x="641" y="5922"/>
                </a:cubicBezTo>
                <a:lnTo>
                  <a:pt x="198" y="6105"/>
                </a:lnTo>
                <a:cubicBezTo>
                  <a:pt x="80" y="6155"/>
                  <a:pt x="21" y="6291"/>
                  <a:pt x="71" y="6412"/>
                </a:cubicBezTo>
                <a:lnTo>
                  <a:pt x="254" y="6852"/>
                </a:lnTo>
                <a:cubicBezTo>
                  <a:pt x="346" y="7071"/>
                  <a:pt x="514" y="7242"/>
                  <a:pt x="733" y="7331"/>
                </a:cubicBezTo>
                <a:cubicBezTo>
                  <a:pt x="842" y="7375"/>
                  <a:pt x="957" y="7399"/>
                  <a:pt x="1073" y="7399"/>
                </a:cubicBezTo>
                <a:cubicBezTo>
                  <a:pt x="1188" y="7399"/>
                  <a:pt x="1303" y="7375"/>
                  <a:pt x="1412" y="7331"/>
                </a:cubicBezTo>
                <a:lnTo>
                  <a:pt x="1649" y="7234"/>
                </a:lnTo>
                <a:cubicBezTo>
                  <a:pt x="1720" y="7378"/>
                  <a:pt x="1799" y="7523"/>
                  <a:pt x="1882" y="7662"/>
                </a:cubicBezTo>
                <a:cubicBezTo>
                  <a:pt x="1687" y="7680"/>
                  <a:pt x="1498" y="7765"/>
                  <a:pt x="1347" y="7916"/>
                </a:cubicBezTo>
                <a:lnTo>
                  <a:pt x="1011" y="8253"/>
                </a:lnTo>
                <a:cubicBezTo>
                  <a:pt x="919" y="8345"/>
                  <a:pt x="919" y="8495"/>
                  <a:pt x="1011" y="8587"/>
                </a:cubicBezTo>
                <a:lnTo>
                  <a:pt x="1347" y="8924"/>
                </a:lnTo>
                <a:cubicBezTo>
                  <a:pt x="1522" y="9095"/>
                  <a:pt x="1749" y="9184"/>
                  <a:pt x="1974" y="9184"/>
                </a:cubicBezTo>
                <a:cubicBezTo>
                  <a:pt x="2201" y="9184"/>
                  <a:pt x="2429" y="9095"/>
                  <a:pt x="2600" y="8924"/>
                </a:cubicBezTo>
                <a:lnTo>
                  <a:pt x="2777" y="8746"/>
                </a:lnTo>
                <a:cubicBezTo>
                  <a:pt x="2902" y="8862"/>
                  <a:pt x="3029" y="8968"/>
                  <a:pt x="3165" y="9071"/>
                </a:cubicBezTo>
                <a:cubicBezTo>
                  <a:pt x="2978" y="9163"/>
                  <a:pt x="2825" y="9320"/>
                  <a:pt x="2739" y="9523"/>
                </a:cubicBezTo>
                <a:lnTo>
                  <a:pt x="2556" y="9967"/>
                </a:lnTo>
                <a:cubicBezTo>
                  <a:pt x="2506" y="10085"/>
                  <a:pt x="2565" y="10224"/>
                  <a:pt x="2683" y="10274"/>
                </a:cubicBezTo>
                <a:lnTo>
                  <a:pt x="3126" y="10454"/>
                </a:lnTo>
                <a:cubicBezTo>
                  <a:pt x="3235" y="10501"/>
                  <a:pt x="3351" y="10522"/>
                  <a:pt x="3463" y="10522"/>
                </a:cubicBezTo>
                <a:cubicBezTo>
                  <a:pt x="3812" y="10522"/>
                  <a:pt x="4140" y="10315"/>
                  <a:pt x="4281" y="9976"/>
                </a:cubicBezTo>
                <a:lnTo>
                  <a:pt x="4376" y="9751"/>
                </a:lnTo>
                <a:cubicBezTo>
                  <a:pt x="4609" y="9843"/>
                  <a:pt x="4849" y="9919"/>
                  <a:pt x="5094" y="9976"/>
                </a:cubicBezTo>
                <a:cubicBezTo>
                  <a:pt x="5209" y="10002"/>
                  <a:pt x="5327" y="10035"/>
                  <a:pt x="5440" y="10070"/>
                </a:cubicBezTo>
                <a:cubicBezTo>
                  <a:pt x="5100" y="10268"/>
                  <a:pt x="4781" y="10504"/>
                  <a:pt x="4494" y="10779"/>
                </a:cubicBezTo>
                <a:cubicBezTo>
                  <a:pt x="4400" y="10868"/>
                  <a:pt x="4397" y="11016"/>
                  <a:pt x="4485" y="11110"/>
                </a:cubicBezTo>
                <a:cubicBezTo>
                  <a:pt x="4533" y="11160"/>
                  <a:pt x="4595" y="11184"/>
                  <a:pt x="4657" y="11184"/>
                </a:cubicBezTo>
                <a:cubicBezTo>
                  <a:pt x="4716" y="11184"/>
                  <a:pt x="4775" y="11163"/>
                  <a:pt x="4819" y="11119"/>
                </a:cubicBezTo>
                <a:cubicBezTo>
                  <a:pt x="5174" y="10782"/>
                  <a:pt x="5579" y="10504"/>
                  <a:pt x="6019" y="10298"/>
                </a:cubicBezTo>
                <a:cubicBezTo>
                  <a:pt x="6459" y="10504"/>
                  <a:pt x="6864" y="10782"/>
                  <a:pt x="7218" y="11119"/>
                </a:cubicBezTo>
                <a:cubicBezTo>
                  <a:pt x="7266" y="11163"/>
                  <a:pt x="7325" y="11184"/>
                  <a:pt x="7381" y="11184"/>
                </a:cubicBezTo>
                <a:cubicBezTo>
                  <a:pt x="7443" y="11184"/>
                  <a:pt x="7505" y="11160"/>
                  <a:pt x="7552" y="11110"/>
                </a:cubicBezTo>
                <a:cubicBezTo>
                  <a:pt x="7641" y="11016"/>
                  <a:pt x="7638" y="10868"/>
                  <a:pt x="7543" y="10779"/>
                </a:cubicBezTo>
                <a:cubicBezTo>
                  <a:pt x="7257" y="10504"/>
                  <a:pt x="6938" y="10268"/>
                  <a:pt x="6598" y="10070"/>
                </a:cubicBezTo>
                <a:cubicBezTo>
                  <a:pt x="6713" y="10035"/>
                  <a:pt x="6828" y="10002"/>
                  <a:pt x="6944" y="9976"/>
                </a:cubicBezTo>
                <a:cubicBezTo>
                  <a:pt x="7189" y="9919"/>
                  <a:pt x="7431" y="9843"/>
                  <a:pt x="7665" y="9751"/>
                </a:cubicBezTo>
                <a:lnTo>
                  <a:pt x="7756" y="9976"/>
                </a:lnTo>
                <a:cubicBezTo>
                  <a:pt x="7898" y="10318"/>
                  <a:pt x="8229" y="10522"/>
                  <a:pt x="8575" y="10522"/>
                </a:cubicBezTo>
                <a:cubicBezTo>
                  <a:pt x="8690" y="10522"/>
                  <a:pt x="8802" y="10501"/>
                  <a:pt x="8914" y="10454"/>
                </a:cubicBezTo>
                <a:lnTo>
                  <a:pt x="9355" y="10274"/>
                </a:lnTo>
                <a:cubicBezTo>
                  <a:pt x="9476" y="10224"/>
                  <a:pt x="9532" y="10085"/>
                  <a:pt x="9482" y="9967"/>
                </a:cubicBezTo>
                <a:lnTo>
                  <a:pt x="9299" y="9523"/>
                </a:lnTo>
                <a:cubicBezTo>
                  <a:pt x="9213" y="9320"/>
                  <a:pt x="9059" y="9163"/>
                  <a:pt x="8876" y="9071"/>
                </a:cubicBezTo>
                <a:cubicBezTo>
                  <a:pt x="9009" y="8968"/>
                  <a:pt x="9139" y="8862"/>
                  <a:pt x="9263" y="8746"/>
                </a:cubicBezTo>
                <a:lnTo>
                  <a:pt x="9437" y="8924"/>
                </a:lnTo>
                <a:cubicBezTo>
                  <a:pt x="9609" y="9095"/>
                  <a:pt x="9836" y="9184"/>
                  <a:pt x="10064" y="9184"/>
                </a:cubicBezTo>
                <a:cubicBezTo>
                  <a:pt x="10291" y="9184"/>
                  <a:pt x="10519" y="9095"/>
                  <a:pt x="10690" y="8924"/>
                </a:cubicBezTo>
                <a:lnTo>
                  <a:pt x="11027" y="8587"/>
                </a:lnTo>
                <a:cubicBezTo>
                  <a:pt x="11119" y="8495"/>
                  <a:pt x="11119" y="8345"/>
                  <a:pt x="11027" y="8253"/>
                </a:cubicBezTo>
                <a:lnTo>
                  <a:pt x="10690" y="7916"/>
                </a:lnTo>
                <a:cubicBezTo>
                  <a:pt x="10539" y="7765"/>
                  <a:pt x="10350" y="7680"/>
                  <a:pt x="10155" y="7662"/>
                </a:cubicBezTo>
                <a:cubicBezTo>
                  <a:pt x="10241" y="7523"/>
                  <a:pt x="10318" y="7378"/>
                  <a:pt x="10389" y="7234"/>
                </a:cubicBezTo>
                <a:lnTo>
                  <a:pt x="10628" y="7331"/>
                </a:lnTo>
                <a:cubicBezTo>
                  <a:pt x="10737" y="7375"/>
                  <a:pt x="10850" y="7399"/>
                  <a:pt x="10965" y="7399"/>
                </a:cubicBezTo>
                <a:cubicBezTo>
                  <a:pt x="11080" y="7399"/>
                  <a:pt x="11195" y="7375"/>
                  <a:pt x="11305" y="7331"/>
                </a:cubicBezTo>
                <a:cubicBezTo>
                  <a:pt x="11523" y="7242"/>
                  <a:pt x="11695" y="7071"/>
                  <a:pt x="11783" y="6852"/>
                </a:cubicBezTo>
                <a:lnTo>
                  <a:pt x="11967" y="6412"/>
                </a:lnTo>
                <a:cubicBezTo>
                  <a:pt x="12017" y="6291"/>
                  <a:pt x="11961" y="6155"/>
                  <a:pt x="11840" y="6105"/>
                </a:cubicBezTo>
                <a:lnTo>
                  <a:pt x="11399" y="5922"/>
                </a:lnTo>
                <a:cubicBezTo>
                  <a:pt x="11288" y="5875"/>
                  <a:pt x="11174" y="5853"/>
                  <a:pt x="11061" y="5853"/>
                </a:cubicBezTo>
                <a:cubicBezTo>
                  <a:pt x="10982" y="5853"/>
                  <a:pt x="10904" y="5864"/>
                  <a:pt x="10829" y="5883"/>
                </a:cubicBezTo>
                <a:cubicBezTo>
                  <a:pt x="10859" y="5724"/>
                  <a:pt x="10879" y="5564"/>
                  <a:pt x="10891" y="5402"/>
                </a:cubicBezTo>
                <a:lnTo>
                  <a:pt x="11151" y="5402"/>
                </a:lnTo>
                <a:cubicBezTo>
                  <a:pt x="11639" y="5402"/>
                  <a:pt x="12038" y="5003"/>
                  <a:pt x="12038" y="4515"/>
                </a:cubicBezTo>
                <a:lnTo>
                  <a:pt x="12038" y="4037"/>
                </a:lnTo>
                <a:cubicBezTo>
                  <a:pt x="12038" y="3907"/>
                  <a:pt x="11931" y="3803"/>
                  <a:pt x="11801" y="3803"/>
                </a:cubicBezTo>
                <a:lnTo>
                  <a:pt x="11325" y="3803"/>
                </a:lnTo>
                <a:cubicBezTo>
                  <a:pt x="11130" y="3803"/>
                  <a:pt x="10953" y="3865"/>
                  <a:pt x="10808" y="3969"/>
                </a:cubicBezTo>
                <a:cubicBezTo>
                  <a:pt x="10776" y="3806"/>
                  <a:pt x="10735" y="3647"/>
                  <a:pt x="10687" y="3487"/>
                </a:cubicBezTo>
                <a:lnTo>
                  <a:pt x="10935" y="3384"/>
                </a:lnTo>
                <a:cubicBezTo>
                  <a:pt x="11387" y="3197"/>
                  <a:pt x="11603" y="2677"/>
                  <a:pt x="11417" y="2228"/>
                </a:cubicBezTo>
                <a:lnTo>
                  <a:pt x="11234" y="1785"/>
                </a:lnTo>
                <a:cubicBezTo>
                  <a:pt x="11196" y="1695"/>
                  <a:pt x="11106" y="1641"/>
                  <a:pt x="11014" y="1641"/>
                </a:cubicBezTo>
                <a:cubicBezTo>
                  <a:pt x="10985" y="1641"/>
                  <a:pt x="10955" y="1647"/>
                  <a:pt x="10927" y="1658"/>
                </a:cubicBezTo>
                <a:lnTo>
                  <a:pt x="10483" y="1841"/>
                </a:lnTo>
                <a:cubicBezTo>
                  <a:pt x="10309" y="1915"/>
                  <a:pt x="10170" y="2036"/>
                  <a:pt x="10076" y="2187"/>
                </a:cubicBezTo>
                <a:cubicBezTo>
                  <a:pt x="10034" y="2125"/>
                  <a:pt x="9993" y="2063"/>
                  <a:pt x="9949" y="2001"/>
                </a:cubicBezTo>
                <a:lnTo>
                  <a:pt x="10046" y="1652"/>
                </a:lnTo>
                <a:cubicBezTo>
                  <a:pt x="10173" y="1179"/>
                  <a:pt x="9895" y="692"/>
                  <a:pt x="9426" y="565"/>
                </a:cubicBezTo>
                <a:lnTo>
                  <a:pt x="8965" y="438"/>
                </a:lnTo>
                <a:cubicBezTo>
                  <a:pt x="8944" y="432"/>
                  <a:pt x="8922" y="429"/>
                  <a:pt x="8901" y="429"/>
                </a:cubicBezTo>
                <a:cubicBezTo>
                  <a:pt x="8799" y="429"/>
                  <a:pt x="8705" y="498"/>
                  <a:pt x="8675" y="603"/>
                </a:cubicBezTo>
                <a:lnTo>
                  <a:pt x="8548" y="1064"/>
                </a:lnTo>
                <a:cubicBezTo>
                  <a:pt x="8421" y="1534"/>
                  <a:pt x="8699" y="2021"/>
                  <a:pt x="9169" y="2152"/>
                </a:cubicBezTo>
                <a:lnTo>
                  <a:pt x="9553" y="2255"/>
                </a:lnTo>
                <a:cubicBezTo>
                  <a:pt x="10132" y="3053"/>
                  <a:pt x="10439" y="3995"/>
                  <a:pt x="10439" y="4985"/>
                </a:cubicBezTo>
                <a:cubicBezTo>
                  <a:pt x="10439" y="6058"/>
                  <a:pt x="10084" y="7068"/>
                  <a:pt x="9411" y="7901"/>
                </a:cubicBezTo>
                <a:cubicBezTo>
                  <a:pt x="9361" y="7963"/>
                  <a:pt x="9310" y="8022"/>
                  <a:pt x="9257" y="8082"/>
                </a:cubicBezTo>
                <a:lnTo>
                  <a:pt x="9257" y="7174"/>
                </a:lnTo>
                <a:cubicBezTo>
                  <a:pt x="9257" y="7044"/>
                  <a:pt x="9151" y="6938"/>
                  <a:pt x="9021" y="6938"/>
                </a:cubicBezTo>
                <a:lnTo>
                  <a:pt x="8684" y="6938"/>
                </a:lnTo>
                <a:lnTo>
                  <a:pt x="8684" y="4769"/>
                </a:lnTo>
                <a:lnTo>
                  <a:pt x="9030" y="4769"/>
                </a:lnTo>
                <a:cubicBezTo>
                  <a:pt x="9160" y="4769"/>
                  <a:pt x="9263" y="4663"/>
                  <a:pt x="9263" y="4533"/>
                </a:cubicBezTo>
                <a:lnTo>
                  <a:pt x="9263" y="3593"/>
                </a:lnTo>
                <a:cubicBezTo>
                  <a:pt x="9263" y="3463"/>
                  <a:pt x="9157" y="3360"/>
                  <a:pt x="9030" y="3360"/>
                </a:cubicBezTo>
                <a:lnTo>
                  <a:pt x="8516" y="3360"/>
                </a:lnTo>
                <a:cubicBezTo>
                  <a:pt x="8341" y="2890"/>
                  <a:pt x="8028" y="2471"/>
                  <a:pt x="7626" y="2166"/>
                </a:cubicBezTo>
                <a:cubicBezTo>
                  <a:pt x="7224" y="1862"/>
                  <a:pt x="6752" y="1682"/>
                  <a:pt x="6255" y="1640"/>
                </a:cubicBezTo>
                <a:lnTo>
                  <a:pt x="6255" y="1431"/>
                </a:lnTo>
                <a:lnTo>
                  <a:pt x="7345" y="1431"/>
                </a:lnTo>
                <a:cubicBezTo>
                  <a:pt x="7475" y="1431"/>
                  <a:pt x="7579" y="1324"/>
                  <a:pt x="7579" y="1194"/>
                </a:cubicBezTo>
                <a:lnTo>
                  <a:pt x="7579" y="234"/>
                </a:lnTo>
                <a:cubicBezTo>
                  <a:pt x="7579" y="104"/>
                  <a:pt x="7475" y="0"/>
                  <a:pt x="7345" y="0"/>
                </a:cubicBez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2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33"/>
          <p:cNvSpPr/>
          <p:nvPr/>
        </p:nvSpPr>
        <p:spPr>
          <a:xfrm>
            <a:off x="88600" y="1871775"/>
            <a:ext cx="8971200" cy="2934900"/>
          </a:xfrm>
          <a:prstGeom prst="rect">
            <a:avLst/>
          </a:prstGeom>
          <a:solidFill>
            <a:schemeClr val="accent6"/>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ira Sans"/>
              <a:ea typeface="Fira Sans"/>
              <a:cs typeface="Fira Sans"/>
              <a:sym typeface="Fira Sans"/>
            </a:endParaRPr>
          </a:p>
        </p:txBody>
      </p:sp>
      <p:sp>
        <p:nvSpPr>
          <p:cNvPr id="556" name="Google Shape;556;p33"/>
          <p:cNvSpPr txBox="1"/>
          <p:nvPr>
            <p:ph idx="4" type="subTitle"/>
          </p:nvPr>
        </p:nvSpPr>
        <p:spPr>
          <a:xfrm>
            <a:off x="4861350" y="2776625"/>
            <a:ext cx="3212100" cy="1162200"/>
          </a:xfrm>
          <a:prstGeom prst="rect">
            <a:avLst/>
          </a:prstGeom>
          <a:solidFill>
            <a:schemeClr val="lt1"/>
          </a:solidFill>
        </p:spPr>
        <p:txBody>
          <a:bodyPr anchorCtr="0" anchor="ctr" bIns="91425" lIns="91425" spcFirstLastPara="1" rIns="91425" wrap="square" tIns="91425">
            <a:noAutofit/>
          </a:bodyPr>
          <a:lstStyle/>
          <a:p>
            <a:pPr indent="0" lvl="0" marL="0" rtl="0" algn="ctr">
              <a:spcBef>
                <a:spcPts val="0"/>
              </a:spcBef>
              <a:spcAft>
                <a:spcPts val="0"/>
              </a:spcAft>
              <a:buNone/>
            </a:pPr>
            <a:r>
              <a:rPr lang="en"/>
              <a:t>country of origin</a:t>
            </a:r>
            <a:endParaRPr/>
          </a:p>
          <a:p>
            <a:pPr indent="0" lvl="0" marL="0" rtl="0" algn="ctr">
              <a:spcBef>
                <a:spcPts val="0"/>
              </a:spcBef>
              <a:spcAft>
                <a:spcPts val="0"/>
              </a:spcAft>
              <a:buNone/>
            </a:pPr>
            <a:r>
              <a:rPr lang="en"/>
              <a:t>↑</a:t>
            </a:r>
            <a:endParaRPr/>
          </a:p>
          <a:p>
            <a:pPr indent="0" lvl="0" marL="0" rtl="0" algn="ctr">
              <a:spcBef>
                <a:spcPts val="0"/>
              </a:spcBef>
              <a:spcAft>
                <a:spcPts val="0"/>
              </a:spcAft>
              <a:buNone/>
            </a:pPr>
            <a:r>
              <a:rPr lang="en"/>
              <a:t>country of asylum</a:t>
            </a:r>
            <a:endParaRPr/>
          </a:p>
        </p:txBody>
      </p:sp>
      <p:sp>
        <p:nvSpPr>
          <p:cNvPr id="557" name="Google Shape;557;p33"/>
          <p:cNvSpPr txBox="1"/>
          <p:nvPr>
            <p:ph type="title"/>
          </p:nvPr>
        </p:nvSpPr>
        <p:spPr>
          <a:xfrm>
            <a:off x="713225" y="554992"/>
            <a:ext cx="77175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OVERALL </a:t>
            </a:r>
            <a:r>
              <a:rPr b="0" lang="en">
                <a:solidFill>
                  <a:schemeClr val="lt2"/>
                </a:solidFill>
              </a:rPr>
              <a:t>PAGE RANK</a:t>
            </a:r>
            <a:endParaRPr b="0">
              <a:solidFill>
                <a:schemeClr val="lt2"/>
              </a:solidFill>
            </a:endParaRPr>
          </a:p>
        </p:txBody>
      </p:sp>
      <p:sp>
        <p:nvSpPr>
          <p:cNvPr id="558" name="Google Shape;558;p33"/>
          <p:cNvSpPr txBox="1"/>
          <p:nvPr>
            <p:ph idx="3" type="subTitle"/>
          </p:nvPr>
        </p:nvSpPr>
        <p:spPr>
          <a:xfrm>
            <a:off x="1070550" y="2776625"/>
            <a:ext cx="3212100" cy="1162200"/>
          </a:xfrm>
          <a:prstGeom prst="rect">
            <a:avLst/>
          </a:prstGeom>
          <a:solidFill>
            <a:schemeClr val="lt1"/>
          </a:solidFill>
        </p:spPr>
        <p:txBody>
          <a:bodyPr anchorCtr="0" anchor="ctr" bIns="91425" lIns="91425" spcFirstLastPara="1" rIns="91425" wrap="square" tIns="91425">
            <a:noAutofit/>
          </a:bodyPr>
          <a:lstStyle/>
          <a:p>
            <a:pPr indent="0" lvl="0" marL="0" rtl="0" algn="ctr">
              <a:spcBef>
                <a:spcPts val="0"/>
              </a:spcBef>
              <a:spcAft>
                <a:spcPts val="0"/>
              </a:spcAft>
              <a:buNone/>
            </a:pPr>
            <a:r>
              <a:rPr lang="en"/>
              <a:t>country of origin</a:t>
            </a:r>
            <a:endParaRPr/>
          </a:p>
          <a:p>
            <a:pPr indent="0" lvl="0" marL="0" rtl="0" algn="ctr">
              <a:spcBef>
                <a:spcPts val="0"/>
              </a:spcBef>
              <a:spcAft>
                <a:spcPts val="0"/>
              </a:spcAft>
              <a:buNone/>
            </a:pPr>
            <a:r>
              <a:rPr lang="en"/>
              <a:t>↓</a:t>
            </a:r>
            <a:endParaRPr/>
          </a:p>
          <a:p>
            <a:pPr indent="0" lvl="0" marL="0" rtl="0" algn="ctr">
              <a:spcBef>
                <a:spcPts val="0"/>
              </a:spcBef>
              <a:spcAft>
                <a:spcPts val="0"/>
              </a:spcAft>
              <a:buNone/>
            </a:pPr>
            <a:r>
              <a:rPr lang="en"/>
              <a:t>country of asylum</a:t>
            </a:r>
            <a:endParaRPr/>
          </a:p>
        </p:txBody>
      </p:sp>
      <p:sp>
        <p:nvSpPr>
          <p:cNvPr id="559" name="Google Shape;559;p33"/>
          <p:cNvSpPr txBox="1"/>
          <p:nvPr/>
        </p:nvSpPr>
        <p:spPr>
          <a:xfrm>
            <a:off x="1451950" y="2124325"/>
            <a:ext cx="62445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400">
                <a:solidFill>
                  <a:schemeClr val="lt2"/>
                </a:solidFill>
                <a:latin typeface="Fira Sans Condensed"/>
                <a:ea typeface="Fira Sans Condensed"/>
                <a:cs typeface="Fira Sans Condensed"/>
                <a:sym typeface="Fira Sans Condensed"/>
              </a:rPr>
              <a:t>Two graphs:</a:t>
            </a:r>
            <a:endParaRPr b="1" sz="24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34"/>
          <p:cNvSpPr/>
          <p:nvPr/>
        </p:nvSpPr>
        <p:spPr>
          <a:xfrm>
            <a:off x="88600" y="1871775"/>
            <a:ext cx="8971200" cy="2934900"/>
          </a:xfrm>
          <a:prstGeom prst="rect">
            <a:avLst/>
          </a:prstGeom>
          <a:solidFill>
            <a:schemeClr val="accent6"/>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ira Sans"/>
              <a:ea typeface="Fira Sans"/>
              <a:cs typeface="Fira Sans"/>
              <a:sym typeface="Fira Sans"/>
            </a:endParaRPr>
          </a:p>
        </p:txBody>
      </p:sp>
      <p:pic>
        <p:nvPicPr>
          <p:cNvPr id="565" name="Google Shape;565;p34" title="download - 2025-04-13T235956.037.png"/>
          <p:cNvPicPr preferRelativeResize="0"/>
          <p:nvPr/>
        </p:nvPicPr>
        <p:blipFill>
          <a:blip r:embed="rId3">
            <a:alphaModFix/>
          </a:blip>
          <a:stretch>
            <a:fillRect/>
          </a:stretch>
        </p:blipFill>
        <p:spPr>
          <a:xfrm>
            <a:off x="4415700" y="2036500"/>
            <a:ext cx="4644092" cy="2661401"/>
          </a:xfrm>
          <a:prstGeom prst="rect">
            <a:avLst/>
          </a:prstGeom>
          <a:noFill/>
          <a:ln>
            <a:noFill/>
          </a:ln>
        </p:spPr>
      </p:pic>
      <p:pic>
        <p:nvPicPr>
          <p:cNvPr id="566" name="Google Shape;566;p34" title="download - 2025-04-13T235952.679.png"/>
          <p:cNvPicPr preferRelativeResize="0"/>
          <p:nvPr/>
        </p:nvPicPr>
        <p:blipFill>
          <a:blip r:embed="rId4">
            <a:alphaModFix/>
          </a:blip>
          <a:stretch>
            <a:fillRect/>
          </a:stretch>
        </p:blipFill>
        <p:spPr>
          <a:xfrm>
            <a:off x="88600" y="2049425"/>
            <a:ext cx="4363777" cy="2635551"/>
          </a:xfrm>
          <a:prstGeom prst="rect">
            <a:avLst/>
          </a:prstGeom>
          <a:noFill/>
          <a:ln>
            <a:noFill/>
          </a:ln>
        </p:spPr>
      </p:pic>
      <p:sp>
        <p:nvSpPr>
          <p:cNvPr id="567" name="Google Shape;567;p34"/>
          <p:cNvSpPr txBox="1"/>
          <p:nvPr>
            <p:ph type="title"/>
          </p:nvPr>
        </p:nvSpPr>
        <p:spPr>
          <a:xfrm>
            <a:off x="713225" y="554992"/>
            <a:ext cx="77175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OVERALL - </a:t>
            </a:r>
            <a:r>
              <a:rPr b="0" lang="en">
                <a:solidFill>
                  <a:schemeClr val="lt2"/>
                </a:solidFill>
              </a:rPr>
              <a:t>PAGE RANK</a:t>
            </a:r>
            <a:endParaRPr b="0">
              <a:solidFill>
                <a:schemeClr val="lt2"/>
              </a:solidFill>
            </a:endParaRPr>
          </a:p>
        </p:txBody>
      </p:sp>
      <p:sp>
        <p:nvSpPr>
          <p:cNvPr id="568" name="Google Shape;568;p34"/>
          <p:cNvSpPr txBox="1"/>
          <p:nvPr/>
        </p:nvSpPr>
        <p:spPr>
          <a:xfrm>
            <a:off x="1292550" y="1379700"/>
            <a:ext cx="27681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chemeClr val="lt2"/>
                </a:solidFill>
                <a:latin typeface="Fira Sans Condensed"/>
                <a:ea typeface="Fira Sans Condensed"/>
                <a:cs typeface="Fira Sans Condensed"/>
                <a:sym typeface="Fira Sans Condensed"/>
              </a:rPr>
              <a:t>COUNTRIES OF ASYLUM</a:t>
            </a:r>
            <a:endParaRPr b="1" sz="2000"/>
          </a:p>
        </p:txBody>
      </p:sp>
      <p:sp>
        <p:nvSpPr>
          <p:cNvPr id="569" name="Google Shape;569;p34"/>
          <p:cNvSpPr txBox="1"/>
          <p:nvPr/>
        </p:nvSpPr>
        <p:spPr>
          <a:xfrm>
            <a:off x="5540550" y="1379700"/>
            <a:ext cx="27681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chemeClr val="lt2"/>
                </a:solidFill>
                <a:latin typeface="Fira Sans Condensed"/>
                <a:ea typeface="Fira Sans Condensed"/>
                <a:cs typeface="Fira Sans Condensed"/>
                <a:sym typeface="Fira Sans Condensed"/>
              </a:rPr>
              <a:t>COUNTRIES OF ORIGIN</a:t>
            </a:r>
            <a:endParaRPr b="1" sz="20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35"/>
          <p:cNvSpPr txBox="1"/>
          <p:nvPr>
            <p:ph type="title"/>
          </p:nvPr>
        </p:nvSpPr>
        <p:spPr>
          <a:xfrm>
            <a:off x="713225" y="554992"/>
            <a:ext cx="77175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2015 - </a:t>
            </a:r>
            <a:r>
              <a:rPr b="0" lang="en">
                <a:solidFill>
                  <a:schemeClr val="lt2"/>
                </a:solidFill>
              </a:rPr>
              <a:t>PAGE RANK</a:t>
            </a:r>
            <a:endParaRPr b="0">
              <a:solidFill>
                <a:schemeClr val="lt2"/>
              </a:solidFill>
            </a:endParaRPr>
          </a:p>
        </p:txBody>
      </p:sp>
      <p:pic>
        <p:nvPicPr>
          <p:cNvPr id="575" name="Google Shape;575;p35" title="test.gif"/>
          <p:cNvPicPr preferRelativeResize="0"/>
          <p:nvPr/>
        </p:nvPicPr>
        <p:blipFill rotWithShape="1">
          <a:blip r:embed="rId3">
            <a:alphaModFix/>
          </a:blip>
          <a:srcRect b="0" l="0" r="9362" t="0"/>
          <a:stretch/>
        </p:blipFill>
        <p:spPr>
          <a:xfrm>
            <a:off x="-7525" y="5644400"/>
            <a:ext cx="4640650" cy="3072000"/>
          </a:xfrm>
          <a:prstGeom prst="rect">
            <a:avLst/>
          </a:prstGeom>
          <a:noFill/>
          <a:ln>
            <a:noFill/>
          </a:ln>
        </p:spPr>
      </p:pic>
      <p:pic>
        <p:nvPicPr>
          <p:cNvPr id="576" name="Google Shape;576;p35" title="test_coo.gif"/>
          <p:cNvPicPr preferRelativeResize="0"/>
          <p:nvPr/>
        </p:nvPicPr>
        <p:blipFill rotWithShape="1">
          <a:blip r:embed="rId4">
            <a:alphaModFix/>
          </a:blip>
          <a:srcRect b="0" l="6916" r="0" t="0"/>
          <a:stretch/>
        </p:blipFill>
        <p:spPr>
          <a:xfrm>
            <a:off x="4633124" y="5644400"/>
            <a:ext cx="4766075" cy="3072000"/>
          </a:xfrm>
          <a:prstGeom prst="rect">
            <a:avLst/>
          </a:prstGeom>
          <a:noFill/>
          <a:ln>
            <a:noFill/>
          </a:ln>
        </p:spPr>
      </p:pic>
      <p:sp>
        <p:nvSpPr>
          <p:cNvPr id="577" name="Google Shape;577;p35"/>
          <p:cNvSpPr/>
          <p:nvPr/>
        </p:nvSpPr>
        <p:spPr>
          <a:xfrm>
            <a:off x="88600" y="1871775"/>
            <a:ext cx="8971200" cy="2934900"/>
          </a:xfrm>
          <a:prstGeom prst="rect">
            <a:avLst/>
          </a:prstGeom>
          <a:solidFill>
            <a:schemeClr val="accent6"/>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ira Sans"/>
              <a:ea typeface="Fira Sans"/>
              <a:cs typeface="Fira Sans"/>
              <a:sym typeface="Fira Sans"/>
            </a:endParaRPr>
          </a:p>
        </p:txBody>
      </p:sp>
      <p:pic>
        <p:nvPicPr>
          <p:cNvPr id="578" name="Google Shape;578;p35" title="download - 2025-04-13T235940.552.png"/>
          <p:cNvPicPr preferRelativeResize="0"/>
          <p:nvPr/>
        </p:nvPicPr>
        <p:blipFill>
          <a:blip r:embed="rId5">
            <a:alphaModFix/>
          </a:blip>
          <a:stretch>
            <a:fillRect/>
          </a:stretch>
        </p:blipFill>
        <p:spPr>
          <a:xfrm>
            <a:off x="88603" y="2036500"/>
            <a:ext cx="4363777" cy="2635543"/>
          </a:xfrm>
          <a:prstGeom prst="rect">
            <a:avLst/>
          </a:prstGeom>
          <a:noFill/>
          <a:ln>
            <a:noFill/>
          </a:ln>
        </p:spPr>
      </p:pic>
      <p:pic>
        <p:nvPicPr>
          <p:cNvPr id="579" name="Google Shape;579;p35" title="download - 2025-04-13T235949.550.png"/>
          <p:cNvPicPr preferRelativeResize="0"/>
          <p:nvPr/>
        </p:nvPicPr>
        <p:blipFill>
          <a:blip r:embed="rId6">
            <a:alphaModFix/>
          </a:blip>
          <a:stretch>
            <a:fillRect/>
          </a:stretch>
        </p:blipFill>
        <p:spPr>
          <a:xfrm>
            <a:off x="4619274" y="2036500"/>
            <a:ext cx="4440525" cy="2661401"/>
          </a:xfrm>
          <a:prstGeom prst="rect">
            <a:avLst/>
          </a:prstGeom>
          <a:noFill/>
          <a:ln>
            <a:noFill/>
          </a:ln>
        </p:spPr>
      </p:pic>
      <p:sp>
        <p:nvSpPr>
          <p:cNvPr id="580" name="Google Shape;580;p35"/>
          <p:cNvSpPr txBox="1"/>
          <p:nvPr/>
        </p:nvSpPr>
        <p:spPr>
          <a:xfrm>
            <a:off x="1292550" y="1379700"/>
            <a:ext cx="27681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chemeClr val="lt2"/>
                </a:solidFill>
                <a:latin typeface="Fira Sans Condensed"/>
                <a:ea typeface="Fira Sans Condensed"/>
                <a:cs typeface="Fira Sans Condensed"/>
                <a:sym typeface="Fira Sans Condensed"/>
              </a:rPr>
              <a:t>COUNTRIES OF ASYLUM</a:t>
            </a:r>
            <a:endParaRPr b="1" sz="2000"/>
          </a:p>
        </p:txBody>
      </p:sp>
      <p:sp>
        <p:nvSpPr>
          <p:cNvPr id="581" name="Google Shape;581;p35"/>
          <p:cNvSpPr txBox="1"/>
          <p:nvPr/>
        </p:nvSpPr>
        <p:spPr>
          <a:xfrm>
            <a:off x="5540550" y="1379700"/>
            <a:ext cx="27681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chemeClr val="lt2"/>
                </a:solidFill>
                <a:latin typeface="Fira Sans Condensed"/>
                <a:ea typeface="Fira Sans Condensed"/>
                <a:cs typeface="Fira Sans Condensed"/>
                <a:sym typeface="Fira Sans Condensed"/>
              </a:rPr>
              <a:t>COUNTRIES OF ORIGIN</a:t>
            </a:r>
            <a:endParaRPr b="1" sz="20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36"/>
          <p:cNvSpPr txBox="1"/>
          <p:nvPr>
            <p:ph type="title"/>
          </p:nvPr>
        </p:nvSpPr>
        <p:spPr>
          <a:xfrm>
            <a:off x="713225" y="554992"/>
            <a:ext cx="77175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OVER TIME - </a:t>
            </a:r>
            <a:r>
              <a:rPr b="0" lang="en">
                <a:solidFill>
                  <a:schemeClr val="lt2"/>
                </a:solidFill>
              </a:rPr>
              <a:t>PAGE RANK</a:t>
            </a:r>
            <a:endParaRPr b="0">
              <a:solidFill>
                <a:schemeClr val="lt2"/>
              </a:solidFill>
            </a:endParaRPr>
          </a:p>
        </p:txBody>
      </p:sp>
      <p:pic>
        <p:nvPicPr>
          <p:cNvPr id="587" name="Google Shape;587;p36" title="test.gif"/>
          <p:cNvPicPr preferRelativeResize="0"/>
          <p:nvPr/>
        </p:nvPicPr>
        <p:blipFill rotWithShape="1">
          <a:blip r:embed="rId3">
            <a:alphaModFix/>
          </a:blip>
          <a:srcRect b="3563" l="3031" r="9356" t="898"/>
          <a:stretch/>
        </p:blipFill>
        <p:spPr>
          <a:xfrm>
            <a:off x="88600" y="1871775"/>
            <a:ext cx="4485600" cy="2934900"/>
          </a:xfrm>
          <a:prstGeom prst="rect">
            <a:avLst/>
          </a:prstGeom>
          <a:noFill/>
          <a:ln>
            <a:noFill/>
          </a:ln>
        </p:spPr>
      </p:pic>
      <p:pic>
        <p:nvPicPr>
          <p:cNvPr id="588" name="Google Shape;588;p36" title="test_coo.gif"/>
          <p:cNvPicPr preferRelativeResize="0"/>
          <p:nvPr/>
        </p:nvPicPr>
        <p:blipFill rotWithShape="1">
          <a:blip r:embed="rId4">
            <a:alphaModFix/>
          </a:blip>
          <a:srcRect b="3563" l="6911" r="5484" t="898"/>
          <a:stretch/>
        </p:blipFill>
        <p:spPr>
          <a:xfrm>
            <a:off x="4574200" y="1871775"/>
            <a:ext cx="4485600" cy="2934900"/>
          </a:xfrm>
          <a:prstGeom prst="rect">
            <a:avLst/>
          </a:prstGeom>
          <a:noFill/>
          <a:ln>
            <a:noFill/>
          </a:ln>
        </p:spPr>
      </p:pic>
      <p:sp>
        <p:nvSpPr>
          <p:cNvPr id="589" name="Google Shape;589;p36"/>
          <p:cNvSpPr/>
          <p:nvPr/>
        </p:nvSpPr>
        <p:spPr>
          <a:xfrm>
            <a:off x="88600" y="1871775"/>
            <a:ext cx="8971200" cy="2934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ira Sans"/>
              <a:ea typeface="Fira Sans"/>
              <a:cs typeface="Fira Sans"/>
              <a:sym typeface="Fira Sans"/>
            </a:endParaRPr>
          </a:p>
        </p:txBody>
      </p:sp>
      <p:cxnSp>
        <p:nvCxnSpPr>
          <p:cNvPr id="590" name="Google Shape;590;p36"/>
          <p:cNvCxnSpPr/>
          <p:nvPr/>
        </p:nvCxnSpPr>
        <p:spPr>
          <a:xfrm flipH="1">
            <a:off x="5302925" y="1594300"/>
            <a:ext cx="11400" cy="659700"/>
          </a:xfrm>
          <a:prstGeom prst="straightConnector1">
            <a:avLst/>
          </a:prstGeom>
          <a:noFill/>
          <a:ln cap="flat" cmpd="sng" w="38100">
            <a:solidFill>
              <a:srgbClr val="E377C3"/>
            </a:solidFill>
            <a:prstDash val="solid"/>
            <a:round/>
            <a:headEnd len="med" w="med" type="none"/>
            <a:tailEnd len="med" w="med" type="triangle"/>
          </a:ln>
        </p:spPr>
      </p:cxnSp>
      <p:cxnSp>
        <p:nvCxnSpPr>
          <p:cNvPr id="591" name="Google Shape;591;p36"/>
          <p:cNvCxnSpPr/>
          <p:nvPr/>
        </p:nvCxnSpPr>
        <p:spPr>
          <a:xfrm flipH="1">
            <a:off x="1080500" y="1594300"/>
            <a:ext cx="11400" cy="659700"/>
          </a:xfrm>
          <a:prstGeom prst="straightConnector1">
            <a:avLst/>
          </a:prstGeom>
          <a:noFill/>
          <a:ln cap="flat" cmpd="sng" w="38100">
            <a:solidFill>
              <a:srgbClr val="B31942"/>
            </a:solidFill>
            <a:prstDash val="solid"/>
            <a:round/>
            <a:headEnd len="med" w="med" type="none"/>
            <a:tailEnd len="med" w="med" type="triangle"/>
          </a:ln>
        </p:spPr>
      </p:cxnSp>
      <p:sp>
        <p:nvSpPr>
          <p:cNvPr id="592" name="Google Shape;592;p36"/>
          <p:cNvSpPr txBox="1"/>
          <p:nvPr/>
        </p:nvSpPr>
        <p:spPr>
          <a:xfrm>
            <a:off x="1292550" y="1379700"/>
            <a:ext cx="27681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chemeClr val="lt2"/>
                </a:solidFill>
                <a:latin typeface="Fira Sans Condensed"/>
                <a:ea typeface="Fira Sans Condensed"/>
                <a:cs typeface="Fira Sans Condensed"/>
                <a:sym typeface="Fira Sans Condensed"/>
              </a:rPr>
              <a:t>COUNTRIES OF ASYLUM</a:t>
            </a:r>
            <a:endParaRPr b="1" sz="2000"/>
          </a:p>
        </p:txBody>
      </p:sp>
      <p:sp>
        <p:nvSpPr>
          <p:cNvPr id="593" name="Google Shape;593;p36"/>
          <p:cNvSpPr txBox="1"/>
          <p:nvPr/>
        </p:nvSpPr>
        <p:spPr>
          <a:xfrm>
            <a:off x="5540550" y="1379700"/>
            <a:ext cx="27681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chemeClr val="lt2"/>
                </a:solidFill>
                <a:latin typeface="Fira Sans Condensed"/>
                <a:ea typeface="Fira Sans Condensed"/>
                <a:cs typeface="Fira Sans Condensed"/>
                <a:sym typeface="Fira Sans Condensed"/>
              </a:rPr>
              <a:t>COUNTRIES OF ORIGIN</a:t>
            </a:r>
            <a:endParaRPr b="1"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1"/>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590"/>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37"/>
          <p:cNvSpPr txBox="1"/>
          <p:nvPr>
            <p:ph type="title"/>
          </p:nvPr>
        </p:nvSpPr>
        <p:spPr>
          <a:xfrm>
            <a:off x="701425" y="569667"/>
            <a:ext cx="77175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600"/>
              <a:t>Degree Centrality - Incoming</a:t>
            </a:r>
            <a:r>
              <a:rPr lang="en" sz="2300"/>
              <a:t> </a:t>
            </a:r>
            <a:r>
              <a:rPr lang="en" sz="1700"/>
              <a:t>(2010/2015/2020) </a:t>
            </a:r>
            <a:endParaRPr sz="1700"/>
          </a:p>
        </p:txBody>
      </p:sp>
      <p:sp>
        <p:nvSpPr>
          <p:cNvPr id="599" name="Google Shape;599;p37"/>
          <p:cNvSpPr txBox="1"/>
          <p:nvPr>
            <p:ph idx="3" type="subTitle"/>
          </p:nvPr>
        </p:nvSpPr>
        <p:spPr>
          <a:xfrm>
            <a:off x="3456300" y="2800400"/>
            <a:ext cx="2231400" cy="790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Venus has a beautiful name and is the second planet from the Sun</a:t>
            </a:r>
            <a:endParaRPr/>
          </a:p>
        </p:txBody>
      </p:sp>
      <p:sp>
        <p:nvSpPr>
          <p:cNvPr id="600" name="Google Shape;600;p37"/>
          <p:cNvSpPr txBox="1"/>
          <p:nvPr>
            <p:ph idx="4" type="subTitle"/>
          </p:nvPr>
        </p:nvSpPr>
        <p:spPr>
          <a:xfrm>
            <a:off x="3456300" y="2395625"/>
            <a:ext cx="2231400" cy="408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2015</a:t>
            </a:r>
            <a:endParaRPr/>
          </a:p>
        </p:txBody>
      </p:sp>
      <p:grpSp>
        <p:nvGrpSpPr>
          <p:cNvPr id="601" name="Google Shape;601;p37"/>
          <p:cNvGrpSpPr/>
          <p:nvPr/>
        </p:nvGrpSpPr>
        <p:grpSpPr>
          <a:xfrm>
            <a:off x="6045093" y="1923675"/>
            <a:ext cx="345674" cy="345654"/>
            <a:chOff x="7838773" y="1862700"/>
            <a:chExt cx="345674" cy="345654"/>
          </a:xfrm>
        </p:grpSpPr>
        <p:sp>
          <p:nvSpPr>
            <p:cNvPr id="602" name="Google Shape;602;p37"/>
            <p:cNvSpPr/>
            <p:nvPr/>
          </p:nvSpPr>
          <p:spPr>
            <a:xfrm>
              <a:off x="7857039" y="2071271"/>
              <a:ext cx="59422" cy="83116"/>
            </a:xfrm>
            <a:custGeom>
              <a:rect b="b" l="l" r="r" t="t"/>
              <a:pathLst>
                <a:path extrusionOk="0" h="2894" w="2069">
                  <a:moveTo>
                    <a:pt x="1599" y="471"/>
                  </a:moveTo>
                  <a:lnTo>
                    <a:pt x="1599" y="2424"/>
                  </a:lnTo>
                  <a:lnTo>
                    <a:pt x="470" y="2424"/>
                  </a:lnTo>
                  <a:lnTo>
                    <a:pt x="470" y="471"/>
                  </a:lnTo>
                  <a:close/>
                  <a:moveTo>
                    <a:pt x="234" y="1"/>
                  </a:moveTo>
                  <a:cubicBezTo>
                    <a:pt x="104" y="1"/>
                    <a:pt x="0" y="107"/>
                    <a:pt x="0" y="237"/>
                  </a:cubicBezTo>
                  <a:lnTo>
                    <a:pt x="0" y="2657"/>
                  </a:lnTo>
                  <a:cubicBezTo>
                    <a:pt x="0" y="2787"/>
                    <a:pt x="104" y="2893"/>
                    <a:pt x="234" y="2893"/>
                  </a:cubicBezTo>
                  <a:lnTo>
                    <a:pt x="1832" y="2893"/>
                  </a:lnTo>
                  <a:cubicBezTo>
                    <a:pt x="1962" y="2893"/>
                    <a:pt x="2068" y="2787"/>
                    <a:pt x="2068" y="2657"/>
                  </a:cubicBezTo>
                  <a:lnTo>
                    <a:pt x="2068" y="237"/>
                  </a:lnTo>
                  <a:cubicBezTo>
                    <a:pt x="2068" y="107"/>
                    <a:pt x="1962" y="1"/>
                    <a:pt x="1832" y="1"/>
                  </a:cubicBez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37"/>
            <p:cNvSpPr/>
            <p:nvPr/>
          </p:nvSpPr>
          <p:spPr>
            <a:xfrm>
              <a:off x="7940271" y="2006534"/>
              <a:ext cx="59422" cy="147851"/>
            </a:xfrm>
            <a:custGeom>
              <a:rect b="b" l="l" r="r" t="t"/>
              <a:pathLst>
                <a:path extrusionOk="0" h="5148" w="2069">
                  <a:moveTo>
                    <a:pt x="1599" y="470"/>
                  </a:moveTo>
                  <a:lnTo>
                    <a:pt x="1599" y="4678"/>
                  </a:lnTo>
                  <a:lnTo>
                    <a:pt x="471" y="4678"/>
                  </a:lnTo>
                  <a:lnTo>
                    <a:pt x="471" y="470"/>
                  </a:lnTo>
                  <a:close/>
                  <a:moveTo>
                    <a:pt x="234" y="0"/>
                  </a:moveTo>
                  <a:cubicBezTo>
                    <a:pt x="107" y="0"/>
                    <a:pt x="1" y="104"/>
                    <a:pt x="1" y="234"/>
                  </a:cubicBezTo>
                  <a:lnTo>
                    <a:pt x="1" y="4911"/>
                  </a:lnTo>
                  <a:cubicBezTo>
                    <a:pt x="1" y="5041"/>
                    <a:pt x="107" y="5147"/>
                    <a:pt x="234" y="5147"/>
                  </a:cubicBezTo>
                  <a:lnTo>
                    <a:pt x="1833" y="5147"/>
                  </a:lnTo>
                  <a:cubicBezTo>
                    <a:pt x="1963" y="5147"/>
                    <a:pt x="2069" y="5041"/>
                    <a:pt x="2069" y="4911"/>
                  </a:cubicBezTo>
                  <a:lnTo>
                    <a:pt x="2069" y="234"/>
                  </a:lnTo>
                  <a:cubicBezTo>
                    <a:pt x="2069" y="104"/>
                    <a:pt x="1963" y="0"/>
                    <a:pt x="1833" y="0"/>
                  </a:cubicBez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37"/>
            <p:cNvSpPr/>
            <p:nvPr/>
          </p:nvSpPr>
          <p:spPr>
            <a:xfrm>
              <a:off x="8023532" y="2041918"/>
              <a:ext cx="59422" cy="112468"/>
            </a:xfrm>
            <a:custGeom>
              <a:rect b="b" l="l" r="r" t="t"/>
              <a:pathLst>
                <a:path extrusionOk="0" h="3916" w="2069">
                  <a:moveTo>
                    <a:pt x="1599" y="470"/>
                  </a:moveTo>
                  <a:lnTo>
                    <a:pt x="1599" y="3446"/>
                  </a:lnTo>
                  <a:lnTo>
                    <a:pt x="470" y="3446"/>
                  </a:lnTo>
                  <a:lnTo>
                    <a:pt x="470" y="470"/>
                  </a:lnTo>
                  <a:close/>
                  <a:moveTo>
                    <a:pt x="237" y="1"/>
                  </a:moveTo>
                  <a:cubicBezTo>
                    <a:pt x="107" y="1"/>
                    <a:pt x="0" y="107"/>
                    <a:pt x="0" y="237"/>
                  </a:cubicBezTo>
                  <a:lnTo>
                    <a:pt x="0" y="3679"/>
                  </a:lnTo>
                  <a:cubicBezTo>
                    <a:pt x="0" y="3809"/>
                    <a:pt x="107" y="3915"/>
                    <a:pt x="237" y="3915"/>
                  </a:cubicBezTo>
                  <a:lnTo>
                    <a:pt x="1835" y="3915"/>
                  </a:lnTo>
                  <a:cubicBezTo>
                    <a:pt x="1962" y="3915"/>
                    <a:pt x="2069" y="3809"/>
                    <a:pt x="2069" y="3679"/>
                  </a:cubicBezTo>
                  <a:lnTo>
                    <a:pt x="2069" y="237"/>
                  </a:lnTo>
                  <a:cubicBezTo>
                    <a:pt x="2069" y="107"/>
                    <a:pt x="1962" y="1"/>
                    <a:pt x="1835" y="1"/>
                  </a:cubicBez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37"/>
            <p:cNvSpPr/>
            <p:nvPr/>
          </p:nvSpPr>
          <p:spPr>
            <a:xfrm>
              <a:off x="8106764" y="1966469"/>
              <a:ext cx="59450" cy="187915"/>
            </a:xfrm>
            <a:custGeom>
              <a:rect b="b" l="l" r="r" t="t"/>
              <a:pathLst>
                <a:path extrusionOk="0" h="6543" w="2070">
                  <a:moveTo>
                    <a:pt x="1599" y="471"/>
                  </a:moveTo>
                  <a:lnTo>
                    <a:pt x="1599" y="6073"/>
                  </a:lnTo>
                  <a:lnTo>
                    <a:pt x="471" y="6073"/>
                  </a:lnTo>
                  <a:lnTo>
                    <a:pt x="471" y="471"/>
                  </a:lnTo>
                  <a:close/>
                  <a:moveTo>
                    <a:pt x="237" y="1"/>
                  </a:moveTo>
                  <a:cubicBezTo>
                    <a:pt x="107" y="1"/>
                    <a:pt x="1" y="104"/>
                    <a:pt x="1" y="234"/>
                  </a:cubicBezTo>
                  <a:lnTo>
                    <a:pt x="1" y="6306"/>
                  </a:lnTo>
                  <a:cubicBezTo>
                    <a:pt x="1" y="6436"/>
                    <a:pt x="107" y="6542"/>
                    <a:pt x="237" y="6542"/>
                  </a:cubicBezTo>
                  <a:lnTo>
                    <a:pt x="1836" y="6542"/>
                  </a:lnTo>
                  <a:cubicBezTo>
                    <a:pt x="1966" y="6542"/>
                    <a:pt x="2069" y="6436"/>
                    <a:pt x="2069" y="6306"/>
                  </a:cubicBezTo>
                  <a:lnTo>
                    <a:pt x="2069" y="234"/>
                  </a:lnTo>
                  <a:cubicBezTo>
                    <a:pt x="2069" y="104"/>
                    <a:pt x="1966" y="1"/>
                    <a:pt x="1836" y="1"/>
                  </a:cubicBez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37"/>
            <p:cNvSpPr/>
            <p:nvPr/>
          </p:nvSpPr>
          <p:spPr>
            <a:xfrm>
              <a:off x="7861031" y="1862700"/>
              <a:ext cx="299664" cy="156151"/>
            </a:xfrm>
            <a:custGeom>
              <a:rect b="b" l="l" r="r" t="t"/>
              <a:pathLst>
                <a:path extrusionOk="0" h="5437" w="10434">
                  <a:moveTo>
                    <a:pt x="3794" y="1865"/>
                  </a:moveTo>
                  <a:cubicBezTo>
                    <a:pt x="4027" y="1865"/>
                    <a:pt x="4216" y="2054"/>
                    <a:pt x="4216" y="2287"/>
                  </a:cubicBezTo>
                  <a:cubicBezTo>
                    <a:pt x="4216" y="2521"/>
                    <a:pt x="4027" y="2710"/>
                    <a:pt x="3794" y="2710"/>
                  </a:cubicBezTo>
                  <a:cubicBezTo>
                    <a:pt x="3560" y="2710"/>
                    <a:pt x="3371" y="2521"/>
                    <a:pt x="3371" y="2287"/>
                  </a:cubicBezTo>
                  <a:cubicBezTo>
                    <a:pt x="3371" y="2054"/>
                    <a:pt x="3560" y="1865"/>
                    <a:pt x="3794" y="1865"/>
                  </a:cubicBezTo>
                  <a:close/>
                  <a:moveTo>
                    <a:pt x="6692" y="3097"/>
                  </a:moveTo>
                  <a:cubicBezTo>
                    <a:pt x="6811" y="3097"/>
                    <a:pt x="6920" y="3147"/>
                    <a:pt x="6997" y="3227"/>
                  </a:cubicBezTo>
                  <a:cubicBezTo>
                    <a:pt x="7000" y="3233"/>
                    <a:pt x="7003" y="3236"/>
                    <a:pt x="7009" y="3241"/>
                  </a:cubicBezTo>
                  <a:cubicBezTo>
                    <a:pt x="7012" y="3244"/>
                    <a:pt x="7012" y="3244"/>
                    <a:pt x="7015" y="3247"/>
                  </a:cubicBezTo>
                  <a:cubicBezTo>
                    <a:pt x="7077" y="3321"/>
                    <a:pt x="7115" y="3416"/>
                    <a:pt x="7115" y="3522"/>
                  </a:cubicBezTo>
                  <a:cubicBezTo>
                    <a:pt x="7115" y="3756"/>
                    <a:pt x="6926" y="3945"/>
                    <a:pt x="6692" y="3945"/>
                  </a:cubicBezTo>
                  <a:cubicBezTo>
                    <a:pt x="6459" y="3945"/>
                    <a:pt x="6270" y="3756"/>
                    <a:pt x="6270" y="3522"/>
                  </a:cubicBezTo>
                  <a:cubicBezTo>
                    <a:pt x="6270" y="3289"/>
                    <a:pt x="6459" y="3097"/>
                    <a:pt x="6692" y="3097"/>
                  </a:cubicBezTo>
                  <a:close/>
                  <a:moveTo>
                    <a:pt x="895" y="4122"/>
                  </a:moveTo>
                  <a:cubicBezTo>
                    <a:pt x="1129" y="4122"/>
                    <a:pt x="1318" y="4311"/>
                    <a:pt x="1318" y="4545"/>
                  </a:cubicBezTo>
                  <a:cubicBezTo>
                    <a:pt x="1318" y="4778"/>
                    <a:pt x="1129" y="4967"/>
                    <a:pt x="895" y="4967"/>
                  </a:cubicBezTo>
                  <a:cubicBezTo>
                    <a:pt x="662" y="4967"/>
                    <a:pt x="470" y="4778"/>
                    <a:pt x="470" y="4545"/>
                  </a:cubicBezTo>
                  <a:cubicBezTo>
                    <a:pt x="470" y="4311"/>
                    <a:pt x="662" y="4122"/>
                    <a:pt x="895" y="4122"/>
                  </a:cubicBezTo>
                  <a:close/>
                  <a:moveTo>
                    <a:pt x="9334" y="0"/>
                  </a:moveTo>
                  <a:cubicBezTo>
                    <a:pt x="9204" y="0"/>
                    <a:pt x="9101" y="107"/>
                    <a:pt x="9101" y="237"/>
                  </a:cubicBezTo>
                  <a:cubicBezTo>
                    <a:pt x="9101" y="367"/>
                    <a:pt x="9204" y="470"/>
                    <a:pt x="9334" y="470"/>
                  </a:cubicBezTo>
                  <a:lnTo>
                    <a:pt x="9612" y="470"/>
                  </a:lnTo>
                  <a:lnTo>
                    <a:pt x="7168" y="2766"/>
                  </a:lnTo>
                  <a:cubicBezTo>
                    <a:pt x="7029" y="2680"/>
                    <a:pt x="6867" y="2627"/>
                    <a:pt x="6692" y="2627"/>
                  </a:cubicBezTo>
                  <a:cubicBezTo>
                    <a:pt x="6409" y="2627"/>
                    <a:pt x="6155" y="2760"/>
                    <a:pt x="5992" y="2967"/>
                  </a:cubicBezTo>
                  <a:lnTo>
                    <a:pt x="4677" y="2408"/>
                  </a:lnTo>
                  <a:cubicBezTo>
                    <a:pt x="4683" y="2370"/>
                    <a:pt x="4686" y="2328"/>
                    <a:pt x="4686" y="2287"/>
                  </a:cubicBezTo>
                  <a:cubicBezTo>
                    <a:pt x="4686" y="1794"/>
                    <a:pt x="4284" y="1395"/>
                    <a:pt x="3794" y="1395"/>
                  </a:cubicBezTo>
                  <a:cubicBezTo>
                    <a:pt x="3300" y="1395"/>
                    <a:pt x="2899" y="1794"/>
                    <a:pt x="2899" y="2287"/>
                  </a:cubicBezTo>
                  <a:cubicBezTo>
                    <a:pt x="2899" y="2408"/>
                    <a:pt x="2925" y="2526"/>
                    <a:pt x="2970" y="2630"/>
                  </a:cubicBezTo>
                  <a:lnTo>
                    <a:pt x="1430" y="3829"/>
                  </a:lnTo>
                  <a:cubicBezTo>
                    <a:pt x="1279" y="3717"/>
                    <a:pt x="1093" y="3649"/>
                    <a:pt x="892" y="3649"/>
                  </a:cubicBezTo>
                  <a:cubicBezTo>
                    <a:pt x="402" y="3649"/>
                    <a:pt x="0" y="4051"/>
                    <a:pt x="0" y="4545"/>
                  </a:cubicBezTo>
                  <a:cubicBezTo>
                    <a:pt x="0" y="5038"/>
                    <a:pt x="402" y="5437"/>
                    <a:pt x="895" y="5437"/>
                  </a:cubicBezTo>
                  <a:cubicBezTo>
                    <a:pt x="1386" y="5437"/>
                    <a:pt x="1788" y="5038"/>
                    <a:pt x="1788" y="4545"/>
                  </a:cubicBezTo>
                  <a:cubicBezTo>
                    <a:pt x="1788" y="4423"/>
                    <a:pt x="1764" y="4305"/>
                    <a:pt x="1720" y="4199"/>
                  </a:cubicBezTo>
                  <a:lnTo>
                    <a:pt x="3259" y="3002"/>
                  </a:lnTo>
                  <a:cubicBezTo>
                    <a:pt x="3407" y="3114"/>
                    <a:pt x="3593" y="3179"/>
                    <a:pt x="3794" y="3179"/>
                  </a:cubicBezTo>
                  <a:cubicBezTo>
                    <a:pt x="4078" y="3179"/>
                    <a:pt x="4329" y="3046"/>
                    <a:pt x="4494" y="2840"/>
                  </a:cubicBezTo>
                  <a:lnTo>
                    <a:pt x="5809" y="3401"/>
                  </a:lnTo>
                  <a:cubicBezTo>
                    <a:pt x="5803" y="3439"/>
                    <a:pt x="5800" y="3481"/>
                    <a:pt x="5800" y="3522"/>
                  </a:cubicBezTo>
                  <a:cubicBezTo>
                    <a:pt x="5800" y="4013"/>
                    <a:pt x="6199" y="4415"/>
                    <a:pt x="6692" y="4415"/>
                  </a:cubicBezTo>
                  <a:cubicBezTo>
                    <a:pt x="7186" y="4415"/>
                    <a:pt x="7585" y="4013"/>
                    <a:pt x="7585" y="3522"/>
                  </a:cubicBezTo>
                  <a:cubicBezTo>
                    <a:pt x="7585" y="3374"/>
                    <a:pt x="7549" y="3236"/>
                    <a:pt x="7487" y="3114"/>
                  </a:cubicBezTo>
                  <a:lnTo>
                    <a:pt x="9963" y="786"/>
                  </a:lnTo>
                  <a:lnTo>
                    <a:pt x="9963" y="1099"/>
                  </a:lnTo>
                  <a:cubicBezTo>
                    <a:pt x="9963" y="1229"/>
                    <a:pt x="10070" y="1333"/>
                    <a:pt x="10197" y="1333"/>
                  </a:cubicBezTo>
                  <a:cubicBezTo>
                    <a:pt x="10327" y="1333"/>
                    <a:pt x="10433" y="1229"/>
                    <a:pt x="10433" y="1099"/>
                  </a:cubicBezTo>
                  <a:lnTo>
                    <a:pt x="10433" y="237"/>
                  </a:lnTo>
                  <a:cubicBezTo>
                    <a:pt x="10433" y="107"/>
                    <a:pt x="10327" y="0"/>
                    <a:pt x="10197" y="0"/>
                  </a:cubicBez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37"/>
            <p:cNvSpPr/>
            <p:nvPr/>
          </p:nvSpPr>
          <p:spPr>
            <a:xfrm>
              <a:off x="7838773" y="2167859"/>
              <a:ext cx="345674" cy="40495"/>
            </a:xfrm>
            <a:custGeom>
              <a:rect b="b" l="l" r="r" t="t"/>
              <a:pathLst>
                <a:path extrusionOk="0" h="1410" w="12036">
                  <a:moveTo>
                    <a:pt x="11566" y="470"/>
                  </a:moveTo>
                  <a:lnTo>
                    <a:pt x="11566" y="940"/>
                  </a:lnTo>
                  <a:lnTo>
                    <a:pt x="471" y="940"/>
                  </a:lnTo>
                  <a:lnTo>
                    <a:pt x="471" y="470"/>
                  </a:lnTo>
                  <a:close/>
                  <a:moveTo>
                    <a:pt x="234" y="0"/>
                  </a:moveTo>
                  <a:cubicBezTo>
                    <a:pt x="104" y="0"/>
                    <a:pt x="1" y="104"/>
                    <a:pt x="1" y="234"/>
                  </a:cubicBezTo>
                  <a:lnTo>
                    <a:pt x="1" y="1176"/>
                  </a:lnTo>
                  <a:cubicBezTo>
                    <a:pt x="1" y="1306"/>
                    <a:pt x="104" y="1410"/>
                    <a:pt x="234" y="1410"/>
                  </a:cubicBezTo>
                  <a:lnTo>
                    <a:pt x="11802" y="1410"/>
                  </a:lnTo>
                  <a:cubicBezTo>
                    <a:pt x="11929" y="1410"/>
                    <a:pt x="12035" y="1303"/>
                    <a:pt x="12035" y="1176"/>
                  </a:cubicBezTo>
                  <a:lnTo>
                    <a:pt x="12035" y="234"/>
                  </a:lnTo>
                  <a:cubicBezTo>
                    <a:pt x="12035" y="107"/>
                    <a:pt x="11932" y="0"/>
                    <a:pt x="11802" y="0"/>
                  </a:cubicBez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8" name="Google Shape;608;p37"/>
          <p:cNvSpPr/>
          <p:nvPr/>
        </p:nvSpPr>
        <p:spPr>
          <a:xfrm>
            <a:off x="3456300" y="1923675"/>
            <a:ext cx="345674" cy="345645"/>
          </a:xfrm>
          <a:custGeom>
            <a:rect b="b" l="l" r="r" t="t"/>
            <a:pathLst>
              <a:path extrusionOk="0" h="12035" w="12036">
                <a:moveTo>
                  <a:pt x="6023" y="1226"/>
                </a:moveTo>
                <a:cubicBezTo>
                  <a:pt x="6501" y="1226"/>
                  <a:pt x="6959" y="1380"/>
                  <a:pt x="7343" y="1670"/>
                </a:cubicBezTo>
                <a:cubicBezTo>
                  <a:pt x="7627" y="1882"/>
                  <a:pt x="7855" y="2166"/>
                  <a:pt x="8005" y="2485"/>
                </a:cubicBezTo>
                <a:lnTo>
                  <a:pt x="4037" y="2485"/>
                </a:lnTo>
                <a:cubicBezTo>
                  <a:pt x="4188" y="2166"/>
                  <a:pt x="4415" y="1882"/>
                  <a:pt x="4702" y="1670"/>
                </a:cubicBezTo>
                <a:cubicBezTo>
                  <a:pt x="5083" y="1380"/>
                  <a:pt x="5541" y="1226"/>
                  <a:pt x="6023" y="1226"/>
                </a:cubicBezTo>
                <a:close/>
                <a:moveTo>
                  <a:pt x="8791" y="2955"/>
                </a:moveTo>
                <a:lnTo>
                  <a:pt x="8791" y="3425"/>
                </a:lnTo>
                <a:lnTo>
                  <a:pt x="3245" y="3425"/>
                </a:lnTo>
                <a:lnTo>
                  <a:pt x="3245" y="2955"/>
                </a:lnTo>
                <a:close/>
                <a:moveTo>
                  <a:pt x="4569" y="3897"/>
                </a:moveTo>
                <a:lnTo>
                  <a:pt x="4569" y="6066"/>
                </a:lnTo>
                <a:lnTo>
                  <a:pt x="3824" y="6066"/>
                </a:lnTo>
                <a:lnTo>
                  <a:pt x="3824" y="3897"/>
                </a:lnTo>
                <a:close/>
                <a:moveTo>
                  <a:pt x="5783" y="3897"/>
                </a:moveTo>
                <a:lnTo>
                  <a:pt x="5783" y="6066"/>
                </a:lnTo>
                <a:lnTo>
                  <a:pt x="5039" y="6066"/>
                </a:lnTo>
                <a:lnTo>
                  <a:pt x="5039" y="3897"/>
                </a:lnTo>
                <a:close/>
                <a:moveTo>
                  <a:pt x="6998" y="3897"/>
                </a:moveTo>
                <a:lnTo>
                  <a:pt x="6998" y="6066"/>
                </a:lnTo>
                <a:lnTo>
                  <a:pt x="6253" y="6066"/>
                </a:lnTo>
                <a:lnTo>
                  <a:pt x="6253" y="3897"/>
                </a:lnTo>
                <a:close/>
                <a:moveTo>
                  <a:pt x="8212" y="3897"/>
                </a:moveTo>
                <a:lnTo>
                  <a:pt x="8212" y="6066"/>
                </a:lnTo>
                <a:lnTo>
                  <a:pt x="7467" y="6066"/>
                </a:lnTo>
                <a:lnTo>
                  <a:pt x="7467" y="3897"/>
                </a:lnTo>
                <a:close/>
                <a:moveTo>
                  <a:pt x="8785" y="6536"/>
                </a:moveTo>
                <a:lnTo>
                  <a:pt x="8785" y="7006"/>
                </a:lnTo>
                <a:lnTo>
                  <a:pt x="3251" y="7006"/>
                </a:lnTo>
                <a:lnTo>
                  <a:pt x="3251" y="6536"/>
                </a:lnTo>
                <a:close/>
                <a:moveTo>
                  <a:pt x="8688" y="7476"/>
                </a:moveTo>
                <a:cubicBezTo>
                  <a:pt x="8620" y="7617"/>
                  <a:pt x="8584" y="7777"/>
                  <a:pt x="8584" y="7942"/>
                </a:cubicBezTo>
                <a:lnTo>
                  <a:pt x="8584" y="7945"/>
                </a:lnTo>
                <a:lnTo>
                  <a:pt x="6599" y="7945"/>
                </a:lnTo>
                <a:cubicBezTo>
                  <a:pt x="6430" y="7842"/>
                  <a:pt x="6232" y="7780"/>
                  <a:pt x="6020" y="7780"/>
                </a:cubicBezTo>
                <a:cubicBezTo>
                  <a:pt x="5804" y="7780"/>
                  <a:pt x="5606" y="7842"/>
                  <a:pt x="5438" y="7945"/>
                </a:cubicBezTo>
                <a:lnTo>
                  <a:pt x="3455" y="7945"/>
                </a:lnTo>
                <a:lnTo>
                  <a:pt x="3455" y="7942"/>
                </a:lnTo>
                <a:cubicBezTo>
                  <a:pt x="3455" y="7777"/>
                  <a:pt x="3417" y="7617"/>
                  <a:pt x="3349" y="7476"/>
                </a:cubicBezTo>
                <a:close/>
                <a:moveTo>
                  <a:pt x="2350" y="7310"/>
                </a:moveTo>
                <a:cubicBezTo>
                  <a:pt x="2699" y="7310"/>
                  <a:pt x="2982" y="7594"/>
                  <a:pt x="2982" y="7942"/>
                </a:cubicBezTo>
                <a:lnTo>
                  <a:pt x="2982" y="8356"/>
                </a:lnTo>
                <a:cubicBezTo>
                  <a:pt x="2982" y="8705"/>
                  <a:pt x="2699" y="8988"/>
                  <a:pt x="2350" y="8988"/>
                </a:cubicBezTo>
                <a:cubicBezTo>
                  <a:pt x="2001" y="8988"/>
                  <a:pt x="1718" y="8705"/>
                  <a:pt x="1718" y="8356"/>
                </a:cubicBezTo>
                <a:lnTo>
                  <a:pt x="1718" y="7942"/>
                </a:lnTo>
                <a:cubicBezTo>
                  <a:pt x="1718" y="7594"/>
                  <a:pt x="2001" y="7310"/>
                  <a:pt x="2350" y="7310"/>
                </a:cubicBezTo>
                <a:close/>
                <a:moveTo>
                  <a:pt x="9686" y="7310"/>
                </a:moveTo>
                <a:cubicBezTo>
                  <a:pt x="10035" y="7310"/>
                  <a:pt x="10319" y="7594"/>
                  <a:pt x="10319" y="7942"/>
                </a:cubicBezTo>
                <a:lnTo>
                  <a:pt x="10319" y="8356"/>
                </a:lnTo>
                <a:cubicBezTo>
                  <a:pt x="10319" y="8705"/>
                  <a:pt x="10035" y="8988"/>
                  <a:pt x="9686" y="8988"/>
                </a:cubicBezTo>
                <a:cubicBezTo>
                  <a:pt x="9338" y="8988"/>
                  <a:pt x="9054" y="8705"/>
                  <a:pt x="9054" y="8356"/>
                </a:cubicBezTo>
                <a:lnTo>
                  <a:pt x="9054" y="7942"/>
                </a:lnTo>
                <a:cubicBezTo>
                  <a:pt x="9054" y="7594"/>
                  <a:pt x="9338" y="7310"/>
                  <a:pt x="9686" y="7310"/>
                </a:cubicBezTo>
                <a:close/>
                <a:moveTo>
                  <a:pt x="6017" y="8250"/>
                </a:moveTo>
                <a:cubicBezTo>
                  <a:pt x="6368" y="8250"/>
                  <a:pt x="6652" y="8533"/>
                  <a:pt x="6652" y="8885"/>
                </a:cubicBezTo>
                <a:lnTo>
                  <a:pt x="6652" y="9296"/>
                </a:lnTo>
                <a:cubicBezTo>
                  <a:pt x="6652" y="9647"/>
                  <a:pt x="6368" y="9931"/>
                  <a:pt x="6017" y="9931"/>
                </a:cubicBezTo>
                <a:cubicBezTo>
                  <a:pt x="5668" y="9931"/>
                  <a:pt x="5384" y="9647"/>
                  <a:pt x="5384" y="9296"/>
                </a:cubicBezTo>
                <a:lnTo>
                  <a:pt x="5384" y="8885"/>
                </a:lnTo>
                <a:cubicBezTo>
                  <a:pt x="5384" y="8533"/>
                  <a:pt x="5668" y="8250"/>
                  <a:pt x="6017" y="8250"/>
                </a:cubicBezTo>
                <a:close/>
                <a:moveTo>
                  <a:pt x="5018" y="8415"/>
                </a:moveTo>
                <a:cubicBezTo>
                  <a:pt x="4953" y="8557"/>
                  <a:pt x="4915" y="8717"/>
                  <a:pt x="4915" y="8885"/>
                </a:cubicBezTo>
                <a:lnTo>
                  <a:pt x="4915" y="9296"/>
                </a:lnTo>
                <a:cubicBezTo>
                  <a:pt x="4915" y="9532"/>
                  <a:pt x="4988" y="9754"/>
                  <a:pt x="5116" y="9931"/>
                </a:cubicBezTo>
                <a:lnTo>
                  <a:pt x="5077" y="9931"/>
                </a:lnTo>
                <a:cubicBezTo>
                  <a:pt x="4926" y="9931"/>
                  <a:pt x="4779" y="9958"/>
                  <a:pt x="4643" y="10002"/>
                </a:cubicBezTo>
                <a:cubicBezTo>
                  <a:pt x="4468" y="9417"/>
                  <a:pt x="3922" y="8991"/>
                  <a:pt x="3289" y="8991"/>
                </a:cubicBezTo>
                <a:lnTo>
                  <a:pt x="3251" y="8991"/>
                </a:lnTo>
                <a:cubicBezTo>
                  <a:pt x="3366" y="8829"/>
                  <a:pt x="3440" y="8631"/>
                  <a:pt x="3452" y="8415"/>
                </a:cubicBezTo>
                <a:close/>
                <a:moveTo>
                  <a:pt x="8584" y="8415"/>
                </a:moveTo>
                <a:cubicBezTo>
                  <a:pt x="8596" y="8631"/>
                  <a:pt x="8670" y="8829"/>
                  <a:pt x="8785" y="8991"/>
                </a:cubicBezTo>
                <a:lnTo>
                  <a:pt x="8744" y="8991"/>
                </a:lnTo>
                <a:cubicBezTo>
                  <a:pt x="8112" y="8991"/>
                  <a:pt x="7568" y="9417"/>
                  <a:pt x="7394" y="10002"/>
                </a:cubicBezTo>
                <a:cubicBezTo>
                  <a:pt x="7258" y="9958"/>
                  <a:pt x="7110" y="9934"/>
                  <a:pt x="6959" y="9934"/>
                </a:cubicBezTo>
                <a:lnTo>
                  <a:pt x="6921" y="9934"/>
                </a:lnTo>
                <a:cubicBezTo>
                  <a:pt x="7048" y="9754"/>
                  <a:pt x="7122" y="9532"/>
                  <a:pt x="7122" y="9296"/>
                </a:cubicBezTo>
                <a:lnTo>
                  <a:pt x="7122" y="8885"/>
                </a:lnTo>
                <a:cubicBezTo>
                  <a:pt x="7122" y="8717"/>
                  <a:pt x="7083" y="8557"/>
                  <a:pt x="7018" y="8415"/>
                </a:cubicBezTo>
                <a:close/>
                <a:moveTo>
                  <a:pt x="3289" y="9461"/>
                </a:moveTo>
                <a:cubicBezTo>
                  <a:pt x="3745" y="9461"/>
                  <a:pt x="4132" y="9792"/>
                  <a:pt x="4214" y="10229"/>
                </a:cubicBezTo>
                <a:cubicBezTo>
                  <a:pt x="4075" y="10339"/>
                  <a:pt x="3954" y="10472"/>
                  <a:pt x="3866" y="10625"/>
                </a:cubicBezTo>
                <a:lnTo>
                  <a:pt x="471" y="10625"/>
                </a:lnTo>
                <a:lnTo>
                  <a:pt x="471" y="10401"/>
                </a:lnTo>
                <a:cubicBezTo>
                  <a:pt x="471" y="9884"/>
                  <a:pt x="890" y="9461"/>
                  <a:pt x="1407" y="9461"/>
                </a:cubicBezTo>
                <a:lnTo>
                  <a:pt x="2114" y="9461"/>
                </a:lnTo>
                <a:lnTo>
                  <a:pt x="2114" y="9721"/>
                </a:lnTo>
                <a:cubicBezTo>
                  <a:pt x="2114" y="9851"/>
                  <a:pt x="2220" y="9955"/>
                  <a:pt x="2350" y="9955"/>
                </a:cubicBezTo>
                <a:cubicBezTo>
                  <a:pt x="2480" y="9955"/>
                  <a:pt x="2583" y="9851"/>
                  <a:pt x="2583" y="9721"/>
                </a:cubicBezTo>
                <a:lnTo>
                  <a:pt x="2583" y="9461"/>
                </a:lnTo>
                <a:close/>
                <a:moveTo>
                  <a:pt x="10626" y="9461"/>
                </a:moveTo>
                <a:cubicBezTo>
                  <a:pt x="11143" y="9461"/>
                  <a:pt x="11566" y="9884"/>
                  <a:pt x="11566" y="10401"/>
                </a:cubicBezTo>
                <a:lnTo>
                  <a:pt x="11566" y="10625"/>
                </a:lnTo>
                <a:lnTo>
                  <a:pt x="8171" y="10625"/>
                </a:lnTo>
                <a:cubicBezTo>
                  <a:pt x="8082" y="10472"/>
                  <a:pt x="7961" y="10339"/>
                  <a:pt x="7822" y="10229"/>
                </a:cubicBezTo>
                <a:cubicBezTo>
                  <a:pt x="7905" y="9792"/>
                  <a:pt x="8289" y="9461"/>
                  <a:pt x="8744" y="9461"/>
                </a:cubicBezTo>
                <a:lnTo>
                  <a:pt x="9450" y="9461"/>
                </a:lnTo>
                <a:lnTo>
                  <a:pt x="9450" y="9721"/>
                </a:lnTo>
                <a:cubicBezTo>
                  <a:pt x="9450" y="9851"/>
                  <a:pt x="9556" y="9955"/>
                  <a:pt x="9686" y="9955"/>
                </a:cubicBezTo>
                <a:cubicBezTo>
                  <a:pt x="9816" y="9955"/>
                  <a:pt x="9920" y="9851"/>
                  <a:pt x="9920" y="9721"/>
                </a:cubicBezTo>
                <a:lnTo>
                  <a:pt x="9920" y="9461"/>
                </a:lnTo>
                <a:close/>
                <a:moveTo>
                  <a:pt x="6959" y="10404"/>
                </a:moveTo>
                <a:cubicBezTo>
                  <a:pt x="7476" y="10404"/>
                  <a:pt x="7896" y="10823"/>
                  <a:pt x="7896" y="11340"/>
                </a:cubicBezTo>
                <a:lnTo>
                  <a:pt x="7896" y="11565"/>
                </a:lnTo>
                <a:lnTo>
                  <a:pt x="4138" y="11565"/>
                </a:lnTo>
                <a:lnTo>
                  <a:pt x="4138" y="11340"/>
                </a:lnTo>
                <a:cubicBezTo>
                  <a:pt x="4138" y="10823"/>
                  <a:pt x="4560" y="10404"/>
                  <a:pt x="5077" y="10404"/>
                </a:cubicBezTo>
                <a:lnTo>
                  <a:pt x="5783" y="10404"/>
                </a:lnTo>
                <a:lnTo>
                  <a:pt x="5783" y="10661"/>
                </a:lnTo>
                <a:cubicBezTo>
                  <a:pt x="5783" y="10791"/>
                  <a:pt x="5890" y="10894"/>
                  <a:pt x="6017" y="10894"/>
                </a:cubicBezTo>
                <a:cubicBezTo>
                  <a:pt x="6147" y="10894"/>
                  <a:pt x="6253" y="10791"/>
                  <a:pt x="6253" y="10661"/>
                </a:cubicBezTo>
                <a:lnTo>
                  <a:pt x="6253" y="10404"/>
                </a:lnTo>
                <a:close/>
                <a:moveTo>
                  <a:pt x="6020" y="0"/>
                </a:moveTo>
                <a:cubicBezTo>
                  <a:pt x="5890" y="0"/>
                  <a:pt x="5783" y="107"/>
                  <a:pt x="5783" y="237"/>
                </a:cubicBezTo>
                <a:lnTo>
                  <a:pt x="5783" y="768"/>
                </a:lnTo>
                <a:cubicBezTo>
                  <a:pt x="5287" y="813"/>
                  <a:pt x="4820" y="990"/>
                  <a:pt x="4418" y="1294"/>
                </a:cubicBezTo>
                <a:cubicBezTo>
                  <a:pt x="4016" y="1599"/>
                  <a:pt x="3703" y="2018"/>
                  <a:pt x="3526" y="2488"/>
                </a:cubicBezTo>
                <a:lnTo>
                  <a:pt x="3009" y="2488"/>
                </a:lnTo>
                <a:cubicBezTo>
                  <a:pt x="2879" y="2488"/>
                  <a:pt x="2775" y="2591"/>
                  <a:pt x="2775" y="2721"/>
                </a:cubicBezTo>
                <a:lnTo>
                  <a:pt x="2775" y="3661"/>
                </a:lnTo>
                <a:cubicBezTo>
                  <a:pt x="2775" y="3791"/>
                  <a:pt x="2879" y="3897"/>
                  <a:pt x="3009" y="3897"/>
                </a:cubicBezTo>
                <a:lnTo>
                  <a:pt x="3355" y="3897"/>
                </a:lnTo>
                <a:lnTo>
                  <a:pt x="3355" y="6066"/>
                </a:lnTo>
                <a:lnTo>
                  <a:pt x="3018" y="6066"/>
                </a:lnTo>
                <a:cubicBezTo>
                  <a:pt x="2888" y="6066"/>
                  <a:pt x="2781" y="6173"/>
                  <a:pt x="2781" y="6300"/>
                </a:cubicBezTo>
                <a:lnTo>
                  <a:pt x="2781" y="6929"/>
                </a:lnTo>
                <a:cubicBezTo>
                  <a:pt x="2648" y="6873"/>
                  <a:pt x="2504" y="6840"/>
                  <a:pt x="2350" y="6840"/>
                </a:cubicBezTo>
                <a:cubicBezTo>
                  <a:pt x="1741" y="6840"/>
                  <a:pt x="1248" y="7334"/>
                  <a:pt x="1248" y="7942"/>
                </a:cubicBezTo>
                <a:lnTo>
                  <a:pt x="1248" y="8356"/>
                </a:lnTo>
                <a:cubicBezTo>
                  <a:pt x="1248" y="8592"/>
                  <a:pt x="1322" y="8811"/>
                  <a:pt x="1449" y="8991"/>
                </a:cubicBezTo>
                <a:lnTo>
                  <a:pt x="1410" y="8991"/>
                </a:lnTo>
                <a:cubicBezTo>
                  <a:pt x="633" y="8991"/>
                  <a:pt x="1" y="9624"/>
                  <a:pt x="1" y="10401"/>
                </a:cubicBezTo>
                <a:lnTo>
                  <a:pt x="1" y="10862"/>
                </a:lnTo>
                <a:cubicBezTo>
                  <a:pt x="1" y="10992"/>
                  <a:pt x="107" y="11095"/>
                  <a:pt x="237" y="11095"/>
                </a:cubicBezTo>
                <a:lnTo>
                  <a:pt x="3691" y="11095"/>
                </a:lnTo>
                <a:cubicBezTo>
                  <a:pt x="3677" y="11175"/>
                  <a:pt x="3668" y="11258"/>
                  <a:pt x="3668" y="11340"/>
                </a:cubicBezTo>
                <a:lnTo>
                  <a:pt x="3668" y="11801"/>
                </a:lnTo>
                <a:cubicBezTo>
                  <a:pt x="3668" y="11931"/>
                  <a:pt x="3774" y="12035"/>
                  <a:pt x="3904" y="12035"/>
                </a:cubicBezTo>
                <a:lnTo>
                  <a:pt x="8132" y="12035"/>
                </a:lnTo>
                <a:cubicBezTo>
                  <a:pt x="8262" y="12035"/>
                  <a:pt x="8369" y="11931"/>
                  <a:pt x="8369" y="11801"/>
                </a:cubicBezTo>
                <a:lnTo>
                  <a:pt x="8369" y="11340"/>
                </a:lnTo>
                <a:cubicBezTo>
                  <a:pt x="8369" y="11258"/>
                  <a:pt x="8360" y="11175"/>
                  <a:pt x="8345" y="11095"/>
                </a:cubicBezTo>
                <a:lnTo>
                  <a:pt x="11802" y="11095"/>
                </a:lnTo>
                <a:cubicBezTo>
                  <a:pt x="11932" y="11095"/>
                  <a:pt x="12035" y="10989"/>
                  <a:pt x="12035" y="10862"/>
                </a:cubicBezTo>
                <a:lnTo>
                  <a:pt x="12035" y="10401"/>
                </a:lnTo>
                <a:cubicBezTo>
                  <a:pt x="12035" y="9624"/>
                  <a:pt x="11403" y="8991"/>
                  <a:pt x="10626" y="8991"/>
                </a:cubicBezTo>
                <a:lnTo>
                  <a:pt x="10588" y="8991"/>
                </a:lnTo>
                <a:cubicBezTo>
                  <a:pt x="10715" y="8811"/>
                  <a:pt x="10789" y="8592"/>
                  <a:pt x="10789" y="8356"/>
                </a:cubicBezTo>
                <a:lnTo>
                  <a:pt x="10789" y="7942"/>
                </a:lnTo>
                <a:cubicBezTo>
                  <a:pt x="10789" y="7337"/>
                  <a:pt x="10295" y="6840"/>
                  <a:pt x="9686" y="6840"/>
                </a:cubicBezTo>
                <a:cubicBezTo>
                  <a:pt x="9533" y="6840"/>
                  <a:pt x="9388" y="6870"/>
                  <a:pt x="9255" y="6929"/>
                </a:cubicBezTo>
                <a:lnTo>
                  <a:pt x="9255" y="6300"/>
                </a:lnTo>
                <a:cubicBezTo>
                  <a:pt x="9255" y="6170"/>
                  <a:pt x="9149" y="6066"/>
                  <a:pt x="9022" y="6066"/>
                </a:cubicBezTo>
                <a:lnTo>
                  <a:pt x="8682" y="6066"/>
                </a:lnTo>
                <a:lnTo>
                  <a:pt x="8682" y="3897"/>
                </a:lnTo>
                <a:lnTo>
                  <a:pt x="9028" y="3897"/>
                </a:lnTo>
                <a:cubicBezTo>
                  <a:pt x="9158" y="3897"/>
                  <a:pt x="9261" y="3791"/>
                  <a:pt x="9261" y="3661"/>
                </a:cubicBezTo>
                <a:lnTo>
                  <a:pt x="9261" y="2721"/>
                </a:lnTo>
                <a:cubicBezTo>
                  <a:pt x="9261" y="2591"/>
                  <a:pt x="9158" y="2488"/>
                  <a:pt x="9028" y="2488"/>
                </a:cubicBezTo>
                <a:lnTo>
                  <a:pt x="8516" y="2488"/>
                </a:lnTo>
                <a:cubicBezTo>
                  <a:pt x="8339" y="2018"/>
                  <a:pt x="8029" y="1599"/>
                  <a:pt x="7624" y="1294"/>
                </a:cubicBezTo>
                <a:cubicBezTo>
                  <a:pt x="7222" y="990"/>
                  <a:pt x="6752" y="810"/>
                  <a:pt x="6253" y="768"/>
                </a:cubicBezTo>
                <a:lnTo>
                  <a:pt x="6253" y="237"/>
                </a:lnTo>
                <a:cubicBezTo>
                  <a:pt x="6253" y="107"/>
                  <a:pt x="6147" y="0"/>
                  <a:pt x="6020" y="0"/>
                </a:cubicBez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09" name="Google Shape;609;p37" title="Viz_incoming DegCentrality_2010_2015_2020.gif"/>
          <p:cNvPicPr preferRelativeResize="0"/>
          <p:nvPr/>
        </p:nvPicPr>
        <p:blipFill>
          <a:blip r:embed="rId3">
            <a:alphaModFix/>
          </a:blip>
          <a:stretch>
            <a:fillRect/>
          </a:stretch>
        </p:blipFill>
        <p:spPr>
          <a:xfrm>
            <a:off x="1438125" y="1127025"/>
            <a:ext cx="6244100" cy="3613350"/>
          </a:xfrm>
          <a:prstGeom prst="rect">
            <a:avLst/>
          </a:prstGeom>
          <a:noFill/>
          <a:ln cap="flat" cmpd="sng" w="19050">
            <a:solidFill>
              <a:schemeClr val="accent5"/>
            </a:solidFill>
            <a:prstDash val="solid"/>
            <a:round/>
            <a:headEnd len="sm" w="sm" type="none"/>
            <a:tailEnd len="sm" w="sm" type="none"/>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38"/>
          <p:cNvSpPr txBox="1"/>
          <p:nvPr>
            <p:ph type="title"/>
          </p:nvPr>
        </p:nvSpPr>
        <p:spPr>
          <a:xfrm>
            <a:off x="713225" y="554992"/>
            <a:ext cx="77175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600"/>
              <a:t>Degree Centrality - Outgoing</a:t>
            </a:r>
            <a:r>
              <a:rPr lang="en" sz="2400"/>
              <a:t> </a:t>
            </a:r>
            <a:r>
              <a:rPr lang="en" sz="1700"/>
              <a:t>(2010/2015/2020)  </a:t>
            </a:r>
            <a:endParaRPr sz="1700"/>
          </a:p>
        </p:txBody>
      </p:sp>
      <p:sp>
        <p:nvSpPr>
          <p:cNvPr id="615" name="Google Shape;615;p38"/>
          <p:cNvSpPr txBox="1"/>
          <p:nvPr>
            <p:ph idx="3" type="subTitle"/>
          </p:nvPr>
        </p:nvSpPr>
        <p:spPr>
          <a:xfrm>
            <a:off x="3456300" y="2800400"/>
            <a:ext cx="2231400" cy="790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Venus has a beautiful name and is the second planet from the Sun</a:t>
            </a:r>
            <a:endParaRPr/>
          </a:p>
        </p:txBody>
      </p:sp>
      <p:sp>
        <p:nvSpPr>
          <p:cNvPr id="616" name="Google Shape;616;p38"/>
          <p:cNvSpPr txBox="1"/>
          <p:nvPr>
            <p:ph idx="4" type="subTitle"/>
          </p:nvPr>
        </p:nvSpPr>
        <p:spPr>
          <a:xfrm>
            <a:off x="3456300" y="2395625"/>
            <a:ext cx="2231400" cy="408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2015</a:t>
            </a:r>
            <a:endParaRPr/>
          </a:p>
        </p:txBody>
      </p:sp>
      <p:grpSp>
        <p:nvGrpSpPr>
          <p:cNvPr id="617" name="Google Shape;617;p38"/>
          <p:cNvGrpSpPr/>
          <p:nvPr/>
        </p:nvGrpSpPr>
        <p:grpSpPr>
          <a:xfrm>
            <a:off x="6045093" y="1923675"/>
            <a:ext cx="345674" cy="345654"/>
            <a:chOff x="7838773" y="1862700"/>
            <a:chExt cx="345674" cy="345654"/>
          </a:xfrm>
        </p:grpSpPr>
        <p:sp>
          <p:nvSpPr>
            <p:cNvPr id="618" name="Google Shape;618;p38"/>
            <p:cNvSpPr/>
            <p:nvPr/>
          </p:nvSpPr>
          <p:spPr>
            <a:xfrm>
              <a:off x="7857039" y="2071271"/>
              <a:ext cx="59422" cy="83116"/>
            </a:xfrm>
            <a:custGeom>
              <a:rect b="b" l="l" r="r" t="t"/>
              <a:pathLst>
                <a:path extrusionOk="0" h="2894" w="2069">
                  <a:moveTo>
                    <a:pt x="1599" y="471"/>
                  </a:moveTo>
                  <a:lnTo>
                    <a:pt x="1599" y="2424"/>
                  </a:lnTo>
                  <a:lnTo>
                    <a:pt x="470" y="2424"/>
                  </a:lnTo>
                  <a:lnTo>
                    <a:pt x="470" y="471"/>
                  </a:lnTo>
                  <a:close/>
                  <a:moveTo>
                    <a:pt x="234" y="1"/>
                  </a:moveTo>
                  <a:cubicBezTo>
                    <a:pt x="104" y="1"/>
                    <a:pt x="0" y="107"/>
                    <a:pt x="0" y="237"/>
                  </a:cubicBezTo>
                  <a:lnTo>
                    <a:pt x="0" y="2657"/>
                  </a:lnTo>
                  <a:cubicBezTo>
                    <a:pt x="0" y="2787"/>
                    <a:pt x="104" y="2893"/>
                    <a:pt x="234" y="2893"/>
                  </a:cubicBezTo>
                  <a:lnTo>
                    <a:pt x="1832" y="2893"/>
                  </a:lnTo>
                  <a:cubicBezTo>
                    <a:pt x="1962" y="2893"/>
                    <a:pt x="2068" y="2787"/>
                    <a:pt x="2068" y="2657"/>
                  </a:cubicBezTo>
                  <a:lnTo>
                    <a:pt x="2068" y="237"/>
                  </a:lnTo>
                  <a:cubicBezTo>
                    <a:pt x="2068" y="107"/>
                    <a:pt x="1962" y="1"/>
                    <a:pt x="1832" y="1"/>
                  </a:cubicBez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38"/>
            <p:cNvSpPr/>
            <p:nvPr/>
          </p:nvSpPr>
          <p:spPr>
            <a:xfrm>
              <a:off x="7940271" y="2006534"/>
              <a:ext cx="59422" cy="147851"/>
            </a:xfrm>
            <a:custGeom>
              <a:rect b="b" l="l" r="r" t="t"/>
              <a:pathLst>
                <a:path extrusionOk="0" h="5148" w="2069">
                  <a:moveTo>
                    <a:pt x="1599" y="470"/>
                  </a:moveTo>
                  <a:lnTo>
                    <a:pt x="1599" y="4678"/>
                  </a:lnTo>
                  <a:lnTo>
                    <a:pt x="471" y="4678"/>
                  </a:lnTo>
                  <a:lnTo>
                    <a:pt x="471" y="470"/>
                  </a:lnTo>
                  <a:close/>
                  <a:moveTo>
                    <a:pt x="234" y="0"/>
                  </a:moveTo>
                  <a:cubicBezTo>
                    <a:pt x="107" y="0"/>
                    <a:pt x="1" y="104"/>
                    <a:pt x="1" y="234"/>
                  </a:cubicBezTo>
                  <a:lnTo>
                    <a:pt x="1" y="4911"/>
                  </a:lnTo>
                  <a:cubicBezTo>
                    <a:pt x="1" y="5041"/>
                    <a:pt x="107" y="5147"/>
                    <a:pt x="234" y="5147"/>
                  </a:cubicBezTo>
                  <a:lnTo>
                    <a:pt x="1833" y="5147"/>
                  </a:lnTo>
                  <a:cubicBezTo>
                    <a:pt x="1963" y="5147"/>
                    <a:pt x="2069" y="5041"/>
                    <a:pt x="2069" y="4911"/>
                  </a:cubicBezTo>
                  <a:lnTo>
                    <a:pt x="2069" y="234"/>
                  </a:lnTo>
                  <a:cubicBezTo>
                    <a:pt x="2069" y="104"/>
                    <a:pt x="1963" y="0"/>
                    <a:pt x="1833" y="0"/>
                  </a:cubicBez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38"/>
            <p:cNvSpPr/>
            <p:nvPr/>
          </p:nvSpPr>
          <p:spPr>
            <a:xfrm>
              <a:off x="8023532" y="2041918"/>
              <a:ext cx="59422" cy="112468"/>
            </a:xfrm>
            <a:custGeom>
              <a:rect b="b" l="l" r="r" t="t"/>
              <a:pathLst>
                <a:path extrusionOk="0" h="3916" w="2069">
                  <a:moveTo>
                    <a:pt x="1599" y="470"/>
                  </a:moveTo>
                  <a:lnTo>
                    <a:pt x="1599" y="3446"/>
                  </a:lnTo>
                  <a:lnTo>
                    <a:pt x="470" y="3446"/>
                  </a:lnTo>
                  <a:lnTo>
                    <a:pt x="470" y="470"/>
                  </a:lnTo>
                  <a:close/>
                  <a:moveTo>
                    <a:pt x="237" y="1"/>
                  </a:moveTo>
                  <a:cubicBezTo>
                    <a:pt x="107" y="1"/>
                    <a:pt x="0" y="107"/>
                    <a:pt x="0" y="237"/>
                  </a:cubicBezTo>
                  <a:lnTo>
                    <a:pt x="0" y="3679"/>
                  </a:lnTo>
                  <a:cubicBezTo>
                    <a:pt x="0" y="3809"/>
                    <a:pt x="107" y="3915"/>
                    <a:pt x="237" y="3915"/>
                  </a:cubicBezTo>
                  <a:lnTo>
                    <a:pt x="1835" y="3915"/>
                  </a:lnTo>
                  <a:cubicBezTo>
                    <a:pt x="1962" y="3915"/>
                    <a:pt x="2069" y="3809"/>
                    <a:pt x="2069" y="3679"/>
                  </a:cubicBezTo>
                  <a:lnTo>
                    <a:pt x="2069" y="237"/>
                  </a:lnTo>
                  <a:cubicBezTo>
                    <a:pt x="2069" y="107"/>
                    <a:pt x="1962" y="1"/>
                    <a:pt x="1835" y="1"/>
                  </a:cubicBez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38"/>
            <p:cNvSpPr/>
            <p:nvPr/>
          </p:nvSpPr>
          <p:spPr>
            <a:xfrm>
              <a:off x="8106764" y="1966469"/>
              <a:ext cx="59450" cy="187915"/>
            </a:xfrm>
            <a:custGeom>
              <a:rect b="b" l="l" r="r" t="t"/>
              <a:pathLst>
                <a:path extrusionOk="0" h="6543" w="2070">
                  <a:moveTo>
                    <a:pt x="1599" y="471"/>
                  </a:moveTo>
                  <a:lnTo>
                    <a:pt x="1599" y="6073"/>
                  </a:lnTo>
                  <a:lnTo>
                    <a:pt x="471" y="6073"/>
                  </a:lnTo>
                  <a:lnTo>
                    <a:pt x="471" y="471"/>
                  </a:lnTo>
                  <a:close/>
                  <a:moveTo>
                    <a:pt x="237" y="1"/>
                  </a:moveTo>
                  <a:cubicBezTo>
                    <a:pt x="107" y="1"/>
                    <a:pt x="1" y="104"/>
                    <a:pt x="1" y="234"/>
                  </a:cubicBezTo>
                  <a:lnTo>
                    <a:pt x="1" y="6306"/>
                  </a:lnTo>
                  <a:cubicBezTo>
                    <a:pt x="1" y="6436"/>
                    <a:pt x="107" y="6542"/>
                    <a:pt x="237" y="6542"/>
                  </a:cubicBezTo>
                  <a:lnTo>
                    <a:pt x="1836" y="6542"/>
                  </a:lnTo>
                  <a:cubicBezTo>
                    <a:pt x="1966" y="6542"/>
                    <a:pt x="2069" y="6436"/>
                    <a:pt x="2069" y="6306"/>
                  </a:cubicBezTo>
                  <a:lnTo>
                    <a:pt x="2069" y="234"/>
                  </a:lnTo>
                  <a:cubicBezTo>
                    <a:pt x="2069" y="104"/>
                    <a:pt x="1966" y="1"/>
                    <a:pt x="1836" y="1"/>
                  </a:cubicBez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38"/>
            <p:cNvSpPr/>
            <p:nvPr/>
          </p:nvSpPr>
          <p:spPr>
            <a:xfrm>
              <a:off x="7861031" y="1862700"/>
              <a:ext cx="299664" cy="156151"/>
            </a:xfrm>
            <a:custGeom>
              <a:rect b="b" l="l" r="r" t="t"/>
              <a:pathLst>
                <a:path extrusionOk="0" h="5437" w="10434">
                  <a:moveTo>
                    <a:pt x="3794" y="1865"/>
                  </a:moveTo>
                  <a:cubicBezTo>
                    <a:pt x="4027" y="1865"/>
                    <a:pt x="4216" y="2054"/>
                    <a:pt x="4216" y="2287"/>
                  </a:cubicBezTo>
                  <a:cubicBezTo>
                    <a:pt x="4216" y="2521"/>
                    <a:pt x="4027" y="2710"/>
                    <a:pt x="3794" y="2710"/>
                  </a:cubicBezTo>
                  <a:cubicBezTo>
                    <a:pt x="3560" y="2710"/>
                    <a:pt x="3371" y="2521"/>
                    <a:pt x="3371" y="2287"/>
                  </a:cubicBezTo>
                  <a:cubicBezTo>
                    <a:pt x="3371" y="2054"/>
                    <a:pt x="3560" y="1865"/>
                    <a:pt x="3794" y="1865"/>
                  </a:cubicBezTo>
                  <a:close/>
                  <a:moveTo>
                    <a:pt x="6692" y="3097"/>
                  </a:moveTo>
                  <a:cubicBezTo>
                    <a:pt x="6811" y="3097"/>
                    <a:pt x="6920" y="3147"/>
                    <a:pt x="6997" y="3227"/>
                  </a:cubicBezTo>
                  <a:cubicBezTo>
                    <a:pt x="7000" y="3233"/>
                    <a:pt x="7003" y="3236"/>
                    <a:pt x="7009" y="3241"/>
                  </a:cubicBezTo>
                  <a:cubicBezTo>
                    <a:pt x="7012" y="3244"/>
                    <a:pt x="7012" y="3244"/>
                    <a:pt x="7015" y="3247"/>
                  </a:cubicBezTo>
                  <a:cubicBezTo>
                    <a:pt x="7077" y="3321"/>
                    <a:pt x="7115" y="3416"/>
                    <a:pt x="7115" y="3522"/>
                  </a:cubicBezTo>
                  <a:cubicBezTo>
                    <a:pt x="7115" y="3756"/>
                    <a:pt x="6926" y="3945"/>
                    <a:pt x="6692" y="3945"/>
                  </a:cubicBezTo>
                  <a:cubicBezTo>
                    <a:pt x="6459" y="3945"/>
                    <a:pt x="6270" y="3756"/>
                    <a:pt x="6270" y="3522"/>
                  </a:cubicBezTo>
                  <a:cubicBezTo>
                    <a:pt x="6270" y="3289"/>
                    <a:pt x="6459" y="3097"/>
                    <a:pt x="6692" y="3097"/>
                  </a:cubicBezTo>
                  <a:close/>
                  <a:moveTo>
                    <a:pt x="895" y="4122"/>
                  </a:moveTo>
                  <a:cubicBezTo>
                    <a:pt x="1129" y="4122"/>
                    <a:pt x="1318" y="4311"/>
                    <a:pt x="1318" y="4545"/>
                  </a:cubicBezTo>
                  <a:cubicBezTo>
                    <a:pt x="1318" y="4778"/>
                    <a:pt x="1129" y="4967"/>
                    <a:pt x="895" y="4967"/>
                  </a:cubicBezTo>
                  <a:cubicBezTo>
                    <a:pt x="662" y="4967"/>
                    <a:pt x="470" y="4778"/>
                    <a:pt x="470" y="4545"/>
                  </a:cubicBezTo>
                  <a:cubicBezTo>
                    <a:pt x="470" y="4311"/>
                    <a:pt x="662" y="4122"/>
                    <a:pt x="895" y="4122"/>
                  </a:cubicBezTo>
                  <a:close/>
                  <a:moveTo>
                    <a:pt x="9334" y="0"/>
                  </a:moveTo>
                  <a:cubicBezTo>
                    <a:pt x="9204" y="0"/>
                    <a:pt x="9101" y="107"/>
                    <a:pt x="9101" y="237"/>
                  </a:cubicBezTo>
                  <a:cubicBezTo>
                    <a:pt x="9101" y="367"/>
                    <a:pt x="9204" y="470"/>
                    <a:pt x="9334" y="470"/>
                  </a:cubicBezTo>
                  <a:lnTo>
                    <a:pt x="9612" y="470"/>
                  </a:lnTo>
                  <a:lnTo>
                    <a:pt x="7168" y="2766"/>
                  </a:lnTo>
                  <a:cubicBezTo>
                    <a:pt x="7029" y="2680"/>
                    <a:pt x="6867" y="2627"/>
                    <a:pt x="6692" y="2627"/>
                  </a:cubicBezTo>
                  <a:cubicBezTo>
                    <a:pt x="6409" y="2627"/>
                    <a:pt x="6155" y="2760"/>
                    <a:pt x="5992" y="2967"/>
                  </a:cubicBezTo>
                  <a:lnTo>
                    <a:pt x="4677" y="2408"/>
                  </a:lnTo>
                  <a:cubicBezTo>
                    <a:pt x="4683" y="2370"/>
                    <a:pt x="4686" y="2328"/>
                    <a:pt x="4686" y="2287"/>
                  </a:cubicBezTo>
                  <a:cubicBezTo>
                    <a:pt x="4686" y="1794"/>
                    <a:pt x="4284" y="1395"/>
                    <a:pt x="3794" y="1395"/>
                  </a:cubicBezTo>
                  <a:cubicBezTo>
                    <a:pt x="3300" y="1395"/>
                    <a:pt x="2899" y="1794"/>
                    <a:pt x="2899" y="2287"/>
                  </a:cubicBezTo>
                  <a:cubicBezTo>
                    <a:pt x="2899" y="2408"/>
                    <a:pt x="2925" y="2526"/>
                    <a:pt x="2970" y="2630"/>
                  </a:cubicBezTo>
                  <a:lnTo>
                    <a:pt x="1430" y="3829"/>
                  </a:lnTo>
                  <a:cubicBezTo>
                    <a:pt x="1279" y="3717"/>
                    <a:pt x="1093" y="3649"/>
                    <a:pt x="892" y="3649"/>
                  </a:cubicBezTo>
                  <a:cubicBezTo>
                    <a:pt x="402" y="3649"/>
                    <a:pt x="0" y="4051"/>
                    <a:pt x="0" y="4545"/>
                  </a:cubicBezTo>
                  <a:cubicBezTo>
                    <a:pt x="0" y="5038"/>
                    <a:pt x="402" y="5437"/>
                    <a:pt x="895" y="5437"/>
                  </a:cubicBezTo>
                  <a:cubicBezTo>
                    <a:pt x="1386" y="5437"/>
                    <a:pt x="1788" y="5038"/>
                    <a:pt x="1788" y="4545"/>
                  </a:cubicBezTo>
                  <a:cubicBezTo>
                    <a:pt x="1788" y="4423"/>
                    <a:pt x="1764" y="4305"/>
                    <a:pt x="1720" y="4199"/>
                  </a:cubicBezTo>
                  <a:lnTo>
                    <a:pt x="3259" y="3002"/>
                  </a:lnTo>
                  <a:cubicBezTo>
                    <a:pt x="3407" y="3114"/>
                    <a:pt x="3593" y="3179"/>
                    <a:pt x="3794" y="3179"/>
                  </a:cubicBezTo>
                  <a:cubicBezTo>
                    <a:pt x="4078" y="3179"/>
                    <a:pt x="4329" y="3046"/>
                    <a:pt x="4494" y="2840"/>
                  </a:cubicBezTo>
                  <a:lnTo>
                    <a:pt x="5809" y="3401"/>
                  </a:lnTo>
                  <a:cubicBezTo>
                    <a:pt x="5803" y="3439"/>
                    <a:pt x="5800" y="3481"/>
                    <a:pt x="5800" y="3522"/>
                  </a:cubicBezTo>
                  <a:cubicBezTo>
                    <a:pt x="5800" y="4013"/>
                    <a:pt x="6199" y="4415"/>
                    <a:pt x="6692" y="4415"/>
                  </a:cubicBezTo>
                  <a:cubicBezTo>
                    <a:pt x="7186" y="4415"/>
                    <a:pt x="7585" y="4013"/>
                    <a:pt x="7585" y="3522"/>
                  </a:cubicBezTo>
                  <a:cubicBezTo>
                    <a:pt x="7585" y="3374"/>
                    <a:pt x="7549" y="3236"/>
                    <a:pt x="7487" y="3114"/>
                  </a:cubicBezTo>
                  <a:lnTo>
                    <a:pt x="9963" y="786"/>
                  </a:lnTo>
                  <a:lnTo>
                    <a:pt x="9963" y="1099"/>
                  </a:lnTo>
                  <a:cubicBezTo>
                    <a:pt x="9963" y="1229"/>
                    <a:pt x="10070" y="1333"/>
                    <a:pt x="10197" y="1333"/>
                  </a:cubicBezTo>
                  <a:cubicBezTo>
                    <a:pt x="10327" y="1333"/>
                    <a:pt x="10433" y="1229"/>
                    <a:pt x="10433" y="1099"/>
                  </a:cubicBezTo>
                  <a:lnTo>
                    <a:pt x="10433" y="237"/>
                  </a:lnTo>
                  <a:cubicBezTo>
                    <a:pt x="10433" y="107"/>
                    <a:pt x="10327" y="0"/>
                    <a:pt x="10197" y="0"/>
                  </a:cubicBez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38"/>
            <p:cNvSpPr/>
            <p:nvPr/>
          </p:nvSpPr>
          <p:spPr>
            <a:xfrm>
              <a:off x="7838773" y="2167859"/>
              <a:ext cx="345674" cy="40495"/>
            </a:xfrm>
            <a:custGeom>
              <a:rect b="b" l="l" r="r" t="t"/>
              <a:pathLst>
                <a:path extrusionOk="0" h="1410" w="12036">
                  <a:moveTo>
                    <a:pt x="11566" y="470"/>
                  </a:moveTo>
                  <a:lnTo>
                    <a:pt x="11566" y="940"/>
                  </a:lnTo>
                  <a:lnTo>
                    <a:pt x="471" y="940"/>
                  </a:lnTo>
                  <a:lnTo>
                    <a:pt x="471" y="470"/>
                  </a:lnTo>
                  <a:close/>
                  <a:moveTo>
                    <a:pt x="234" y="0"/>
                  </a:moveTo>
                  <a:cubicBezTo>
                    <a:pt x="104" y="0"/>
                    <a:pt x="1" y="104"/>
                    <a:pt x="1" y="234"/>
                  </a:cubicBezTo>
                  <a:lnTo>
                    <a:pt x="1" y="1176"/>
                  </a:lnTo>
                  <a:cubicBezTo>
                    <a:pt x="1" y="1306"/>
                    <a:pt x="104" y="1410"/>
                    <a:pt x="234" y="1410"/>
                  </a:cubicBezTo>
                  <a:lnTo>
                    <a:pt x="11802" y="1410"/>
                  </a:lnTo>
                  <a:cubicBezTo>
                    <a:pt x="11929" y="1410"/>
                    <a:pt x="12035" y="1303"/>
                    <a:pt x="12035" y="1176"/>
                  </a:cubicBezTo>
                  <a:lnTo>
                    <a:pt x="12035" y="234"/>
                  </a:lnTo>
                  <a:cubicBezTo>
                    <a:pt x="12035" y="107"/>
                    <a:pt x="11932" y="0"/>
                    <a:pt x="11802" y="0"/>
                  </a:cubicBez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24" name="Google Shape;624;p38"/>
          <p:cNvSpPr/>
          <p:nvPr/>
        </p:nvSpPr>
        <p:spPr>
          <a:xfrm>
            <a:off x="3456300" y="1923675"/>
            <a:ext cx="345674" cy="345645"/>
          </a:xfrm>
          <a:custGeom>
            <a:rect b="b" l="l" r="r" t="t"/>
            <a:pathLst>
              <a:path extrusionOk="0" h="12035" w="12036">
                <a:moveTo>
                  <a:pt x="6023" y="1226"/>
                </a:moveTo>
                <a:cubicBezTo>
                  <a:pt x="6501" y="1226"/>
                  <a:pt x="6959" y="1380"/>
                  <a:pt x="7343" y="1670"/>
                </a:cubicBezTo>
                <a:cubicBezTo>
                  <a:pt x="7627" y="1882"/>
                  <a:pt x="7855" y="2166"/>
                  <a:pt x="8005" y="2485"/>
                </a:cubicBezTo>
                <a:lnTo>
                  <a:pt x="4037" y="2485"/>
                </a:lnTo>
                <a:cubicBezTo>
                  <a:pt x="4188" y="2166"/>
                  <a:pt x="4415" y="1882"/>
                  <a:pt x="4702" y="1670"/>
                </a:cubicBezTo>
                <a:cubicBezTo>
                  <a:pt x="5083" y="1380"/>
                  <a:pt x="5541" y="1226"/>
                  <a:pt x="6023" y="1226"/>
                </a:cubicBezTo>
                <a:close/>
                <a:moveTo>
                  <a:pt x="8791" y="2955"/>
                </a:moveTo>
                <a:lnTo>
                  <a:pt x="8791" y="3425"/>
                </a:lnTo>
                <a:lnTo>
                  <a:pt x="3245" y="3425"/>
                </a:lnTo>
                <a:lnTo>
                  <a:pt x="3245" y="2955"/>
                </a:lnTo>
                <a:close/>
                <a:moveTo>
                  <a:pt x="4569" y="3897"/>
                </a:moveTo>
                <a:lnTo>
                  <a:pt x="4569" y="6066"/>
                </a:lnTo>
                <a:lnTo>
                  <a:pt x="3824" y="6066"/>
                </a:lnTo>
                <a:lnTo>
                  <a:pt x="3824" y="3897"/>
                </a:lnTo>
                <a:close/>
                <a:moveTo>
                  <a:pt x="5783" y="3897"/>
                </a:moveTo>
                <a:lnTo>
                  <a:pt x="5783" y="6066"/>
                </a:lnTo>
                <a:lnTo>
                  <a:pt x="5039" y="6066"/>
                </a:lnTo>
                <a:lnTo>
                  <a:pt x="5039" y="3897"/>
                </a:lnTo>
                <a:close/>
                <a:moveTo>
                  <a:pt x="6998" y="3897"/>
                </a:moveTo>
                <a:lnTo>
                  <a:pt x="6998" y="6066"/>
                </a:lnTo>
                <a:lnTo>
                  <a:pt x="6253" y="6066"/>
                </a:lnTo>
                <a:lnTo>
                  <a:pt x="6253" y="3897"/>
                </a:lnTo>
                <a:close/>
                <a:moveTo>
                  <a:pt x="8212" y="3897"/>
                </a:moveTo>
                <a:lnTo>
                  <a:pt x="8212" y="6066"/>
                </a:lnTo>
                <a:lnTo>
                  <a:pt x="7467" y="6066"/>
                </a:lnTo>
                <a:lnTo>
                  <a:pt x="7467" y="3897"/>
                </a:lnTo>
                <a:close/>
                <a:moveTo>
                  <a:pt x="8785" y="6536"/>
                </a:moveTo>
                <a:lnTo>
                  <a:pt x="8785" y="7006"/>
                </a:lnTo>
                <a:lnTo>
                  <a:pt x="3251" y="7006"/>
                </a:lnTo>
                <a:lnTo>
                  <a:pt x="3251" y="6536"/>
                </a:lnTo>
                <a:close/>
                <a:moveTo>
                  <a:pt x="8688" y="7476"/>
                </a:moveTo>
                <a:cubicBezTo>
                  <a:pt x="8620" y="7617"/>
                  <a:pt x="8584" y="7777"/>
                  <a:pt x="8584" y="7942"/>
                </a:cubicBezTo>
                <a:lnTo>
                  <a:pt x="8584" y="7945"/>
                </a:lnTo>
                <a:lnTo>
                  <a:pt x="6599" y="7945"/>
                </a:lnTo>
                <a:cubicBezTo>
                  <a:pt x="6430" y="7842"/>
                  <a:pt x="6232" y="7780"/>
                  <a:pt x="6020" y="7780"/>
                </a:cubicBezTo>
                <a:cubicBezTo>
                  <a:pt x="5804" y="7780"/>
                  <a:pt x="5606" y="7842"/>
                  <a:pt x="5438" y="7945"/>
                </a:cubicBezTo>
                <a:lnTo>
                  <a:pt x="3455" y="7945"/>
                </a:lnTo>
                <a:lnTo>
                  <a:pt x="3455" y="7942"/>
                </a:lnTo>
                <a:cubicBezTo>
                  <a:pt x="3455" y="7777"/>
                  <a:pt x="3417" y="7617"/>
                  <a:pt x="3349" y="7476"/>
                </a:cubicBezTo>
                <a:close/>
                <a:moveTo>
                  <a:pt x="2350" y="7310"/>
                </a:moveTo>
                <a:cubicBezTo>
                  <a:pt x="2699" y="7310"/>
                  <a:pt x="2982" y="7594"/>
                  <a:pt x="2982" y="7942"/>
                </a:cubicBezTo>
                <a:lnTo>
                  <a:pt x="2982" y="8356"/>
                </a:lnTo>
                <a:cubicBezTo>
                  <a:pt x="2982" y="8705"/>
                  <a:pt x="2699" y="8988"/>
                  <a:pt x="2350" y="8988"/>
                </a:cubicBezTo>
                <a:cubicBezTo>
                  <a:pt x="2001" y="8988"/>
                  <a:pt x="1718" y="8705"/>
                  <a:pt x="1718" y="8356"/>
                </a:cubicBezTo>
                <a:lnTo>
                  <a:pt x="1718" y="7942"/>
                </a:lnTo>
                <a:cubicBezTo>
                  <a:pt x="1718" y="7594"/>
                  <a:pt x="2001" y="7310"/>
                  <a:pt x="2350" y="7310"/>
                </a:cubicBezTo>
                <a:close/>
                <a:moveTo>
                  <a:pt x="9686" y="7310"/>
                </a:moveTo>
                <a:cubicBezTo>
                  <a:pt x="10035" y="7310"/>
                  <a:pt x="10319" y="7594"/>
                  <a:pt x="10319" y="7942"/>
                </a:cubicBezTo>
                <a:lnTo>
                  <a:pt x="10319" y="8356"/>
                </a:lnTo>
                <a:cubicBezTo>
                  <a:pt x="10319" y="8705"/>
                  <a:pt x="10035" y="8988"/>
                  <a:pt x="9686" y="8988"/>
                </a:cubicBezTo>
                <a:cubicBezTo>
                  <a:pt x="9338" y="8988"/>
                  <a:pt x="9054" y="8705"/>
                  <a:pt x="9054" y="8356"/>
                </a:cubicBezTo>
                <a:lnTo>
                  <a:pt x="9054" y="7942"/>
                </a:lnTo>
                <a:cubicBezTo>
                  <a:pt x="9054" y="7594"/>
                  <a:pt x="9338" y="7310"/>
                  <a:pt x="9686" y="7310"/>
                </a:cubicBezTo>
                <a:close/>
                <a:moveTo>
                  <a:pt x="6017" y="8250"/>
                </a:moveTo>
                <a:cubicBezTo>
                  <a:pt x="6368" y="8250"/>
                  <a:pt x="6652" y="8533"/>
                  <a:pt x="6652" y="8885"/>
                </a:cubicBezTo>
                <a:lnTo>
                  <a:pt x="6652" y="9296"/>
                </a:lnTo>
                <a:cubicBezTo>
                  <a:pt x="6652" y="9647"/>
                  <a:pt x="6368" y="9931"/>
                  <a:pt x="6017" y="9931"/>
                </a:cubicBezTo>
                <a:cubicBezTo>
                  <a:pt x="5668" y="9931"/>
                  <a:pt x="5384" y="9647"/>
                  <a:pt x="5384" y="9296"/>
                </a:cubicBezTo>
                <a:lnTo>
                  <a:pt x="5384" y="8885"/>
                </a:lnTo>
                <a:cubicBezTo>
                  <a:pt x="5384" y="8533"/>
                  <a:pt x="5668" y="8250"/>
                  <a:pt x="6017" y="8250"/>
                </a:cubicBezTo>
                <a:close/>
                <a:moveTo>
                  <a:pt x="5018" y="8415"/>
                </a:moveTo>
                <a:cubicBezTo>
                  <a:pt x="4953" y="8557"/>
                  <a:pt x="4915" y="8717"/>
                  <a:pt x="4915" y="8885"/>
                </a:cubicBezTo>
                <a:lnTo>
                  <a:pt x="4915" y="9296"/>
                </a:lnTo>
                <a:cubicBezTo>
                  <a:pt x="4915" y="9532"/>
                  <a:pt x="4988" y="9754"/>
                  <a:pt x="5116" y="9931"/>
                </a:cubicBezTo>
                <a:lnTo>
                  <a:pt x="5077" y="9931"/>
                </a:lnTo>
                <a:cubicBezTo>
                  <a:pt x="4926" y="9931"/>
                  <a:pt x="4779" y="9958"/>
                  <a:pt x="4643" y="10002"/>
                </a:cubicBezTo>
                <a:cubicBezTo>
                  <a:pt x="4468" y="9417"/>
                  <a:pt x="3922" y="8991"/>
                  <a:pt x="3289" y="8991"/>
                </a:cubicBezTo>
                <a:lnTo>
                  <a:pt x="3251" y="8991"/>
                </a:lnTo>
                <a:cubicBezTo>
                  <a:pt x="3366" y="8829"/>
                  <a:pt x="3440" y="8631"/>
                  <a:pt x="3452" y="8415"/>
                </a:cubicBezTo>
                <a:close/>
                <a:moveTo>
                  <a:pt x="8584" y="8415"/>
                </a:moveTo>
                <a:cubicBezTo>
                  <a:pt x="8596" y="8631"/>
                  <a:pt x="8670" y="8829"/>
                  <a:pt x="8785" y="8991"/>
                </a:cubicBezTo>
                <a:lnTo>
                  <a:pt x="8744" y="8991"/>
                </a:lnTo>
                <a:cubicBezTo>
                  <a:pt x="8112" y="8991"/>
                  <a:pt x="7568" y="9417"/>
                  <a:pt x="7394" y="10002"/>
                </a:cubicBezTo>
                <a:cubicBezTo>
                  <a:pt x="7258" y="9958"/>
                  <a:pt x="7110" y="9934"/>
                  <a:pt x="6959" y="9934"/>
                </a:cubicBezTo>
                <a:lnTo>
                  <a:pt x="6921" y="9934"/>
                </a:lnTo>
                <a:cubicBezTo>
                  <a:pt x="7048" y="9754"/>
                  <a:pt x="7122" y="9532"/>
                  <a:pt x="7122" y="9296"/>
                </a:cubicBezTo>
                <a:lnTo>
                  <a:pt x="7122" y="8885"/>
                </a:lnTo>
                <a:cubicBezTo>
                  <a:pt x="7122" y="8717"/>
                  <a:pt x="7083" y="8557"/>
                  <a:pt x="7018" y="8415"/>
                </a:cubicBezTo>
                <a:close/>
                <a:moveTo>
                  <a:pt x="3289" y="9461"/>
                </a:moveTo>
                <a:cubicBezTo>
                  <a:pt x="3745" y="9461"/>
                  <a:pt x="4132" y="9792"/>
                  <a:pt x="4214" y="10229"/>
                </a:cubicBezTo>
                <a:cubicBezTo>
                  <a:pt x="4075" y="10339"/>
                  <a:pt x="3954" y="10472"/>
                  <a:pt x="3866" y="10625"/>
                </a:cubicBezTo>
                <a:lnTo>
                  <a:pt x="471" y="10625"/>
                </a:lnTo>
                <a:lnTo>
                  <a:pt x="471" y="10401"/>
                </a:lnTo>
                <a:cubicBezTo>
                  <a:pt x="471" y="9884"/>
                  <a:pt x="890" y="9461"/>
                  <a:pt x="1407" y="9461"/>
                </a:cubicBezTo>
                <a:lnTo>
                  <a:pt x="2114" y="9461"/>
                </a:lnTo>
                <a:lnTo>
                  <a:pt x="2114" y="9721"/>
                </a:lnTo>
                <a:cubicBezTo>
                  <a:pt x="2114" y="9851"/>
                  <a:pt x="2220" y="9955"/>
                  <a:pt x="2350" y="9955"/>
                </a:cubicBezTo>
                <a:cubicBezTo>
                  <a:pt x="2480" y="9955"/>
                  <a:pt x="2583" y="9851"/>
                  <a:pt x="2583" y="9721"/>
                </a:cubicBezTo>
                <a:lnTo>
                  <a:pt x="2583" y="9461"/>
                </a:lnTo>
                <a:close/>
                <a:moveTo>
                  <a:pt x="10626" y="9461"/>
                </a:moveTo>
                <a:cubicBezTo>
                  <a:pt x="11143" y="9461"/>
                  <a:pt x="11566" y="9884"/>
                  <a:pt x="11566" y="10401"/>
                </a:cubicBezTo>
                <a:lnTo>
                  <a:pt x="11566" y="10625"/>
                </a:lnTo>
                <a:lnTo>
                  <a:pt x="8171" y="10625"/>
                </a:lnTo>
                <a:cubicBezTo>
                  <a:pt x="8082" y="10472"/>
                  <a:pt x="7961" y="10339"/>
                  <a:pt x="7822" y="10229"/>
                </a:cubicBezTo>
                <a:cubicBezTo>
                  <a:pt x="7905" y="9792"/>
                  <a:pt x="8289" y="9461"/>
                  <a:pt x="8744" y="9461"/>
                </a:cubicBezTo>
                <a:lnTo>
                  <a:pt x="9450" y="9461"/>
                </a:lnTo>
                <a:lnTo>
                  <a:pt x="9450" y="9721"/>
                </a:lnTo>
                <a:cubicBezTo>
                  <a:pt x="9450" y="9851"/>
                  <a:pt x="9556" y="9955"/>
                  <a:pt x="9686" y="9955"/>
                </a:cubicBezTo>
                <a:cubicBezTo>
                  <a:pt x="9816" y="9955"/>
                  <a:pt x="9920" y="9851"/>
                  <a:pt x="9920" y="9721"/>
                </a:cubicBezTo>
                <a:lnTo>
                  <a:pt x="9920" y="9461"/>
                </a:lnTo>
                <a:close/>
                <a:moveTo>
                  <a:pt x="6959" y="10404"/>
                </a:moveTo>
                <a:cubicBezTo>
                  <a:pt x="7476" y="10404"/>
                  <a:pt x="7896" y="10823"/>
                  <a:pt x="7896" y="11340"/>
                </a:cubicBezTo>
                <a:lnTo>
                  <a:pt x="7896" y="11565"/>
                </a:lnTo>
                <a:lnTo>
                  <a:pt x="4138" y="11565"/>
                </a:lnTo>
                <a:lnTo>
                  <a:pt x="4138" y="11340"/>
                </a:lnTo>
                <a:cubicBezTo>
                  <a:pt x="4138" y="10823"/>
                  <a:pt x="4560" y="10404"/>
                  <a:pt x="5077" y="10404"/>
                </a:cubicBezTo>
                <a:lnTo>
                  <a:pt x="5783" y="10404"/>
                </a:lnTo>
                <a:lnTo>
                  <a:pt x="5783" y="10661"/>
                </a:lnTo>
                <a:cubicBezTo>
                  <a:pt x="5783" y="10791"/>
                  <a:pt x="5890" y="10894"/>
                  <a:pt x="6017" y="10894"/>
                </a:cubicBezTo>
                <a:cubicBezTo>
                  <a:pt x="6147" y="10894"/>
                  <a:pt x="6253" y="10791"/>
                  <a:pt x="6253" y="10661"/>
                </a:cubicBezTo>
                <a:lnTo>
                  <a:pt x="6253" y="10404"/>
                </a:lnTo>
                <a:close/>
                <a:moveTo>
                  <a:pt x="6020" y="0"/>
                </a:moveTo>
                <a:cubicBezTo>
                  <a:pt x="5890" y="0"/>
                  <a:pt x="5783" y="107"/>
                  <a:pt x="5783" y="237"/>
                </a:cubicBezTo>
                <a:lnTo>
                  <a:pt x="5783" y="768"/>
                </a:lnTo>
                <a:cubicBezTo>
                  <a:pt x="5287" y="813"/>
                  <a:pt x="4820" y="990"/>
                  <a:pt x="4418" y="1294"/>
                </a:cubicBezTo>
                <a:cubicBezTo>
                  <a:pt x="4016" y="1599"/>
                  <a:pt x="3703" y="2018"/>
                  <a:pt x="3526" y="2488"/>
                </a:cubicBezTo>
                <a:lnTo>
                  <a:pt x="3009" y="2488"/>
                </a:lnTo>
                <a:cubicBezTo>
                  <a:pt x="2879" y="2488"/>
                  <a:pt x="2775" y="2591"/>
                  <a:pt x="2775" y="2721"/>
                </a:cubicBezTo>
                <a:lnTo>
                  <a:pt x="2775" y="3661"/>
                </a:lnTo>
                <a:cubicBezTo>
                  <a:pt x="2775" y="3791"/>
                  <a:pt x="2879" y="3897"/>
                  <a:pt x="3009" y="3897"/>
                </a:cubicBezTo>
                <a:lnTo>
                  <a:pt x="3355" y="3897"/>
                </a:lnTo>
                <a:lnTo>
                  <a:pt x="3355" y="6066"/>
                </a:lnTo>
                <a:lnTo>
                  <a:pt x="3018" y="6066"/>
                </a:lnTo>
                <a:cubicBezTo>
                  <a:pt x="2888" y="6066"/>
                  <a:pt x="2781" y="6173"/>
                  <a:pt x="2781" y="6300"/>
                </a:cubicBezTo>
                <a:lnTo>
                  <a:pt x="2781" y="6929"/>
                </a:lnTo>
                <a:cubicBezTo>
                  <a:pt x="2648" y="6873"/>
                  <a:pt x="2504" y="6840"/>
                  <a:pt x="2350" y="6840"/>
                </a:cubicBezTo>
                <a:cubicBezTo>
                  <a:pt x="1741" y="6840"/>
                  <a:pt x="1248" y="7334"/>
                  <a:pt x="1248" y="7942"/>
                </a:cubicBezTo>
                <a:lnTo>
                  <a:pt x="1248" y="8356"/>
                </a:lnTo>
                <a:cubicBezTo>
                  <a:pt x="1248" y="8592"/>
                  <a:pt x="1322" y="8811"/>
                  <a:pt x="1449" y="8991"/>
                </a:cubicBezTo>
                <a:lnTo>
                  <a:pt x="1410" y="8991"/>
                </a:lnTo>
                <a:cubicBezTo>
                  <a:pt x="633" y="8991"/>
                  <a:pt x="1" y="9624"/>
                  <a:pt x="1" y="10401"/>
                </a:cubicBezTo>
                <a:lnTo>
                  <a:pt x="1" y="10862"/>
                </a:lnTo>
                <a:cubicBezTo>
                  <a:pt x="1" y="10992"/>
                  <a:pt x="107" y="11095"/>
                  <a:pt x="237" y="11095"/>
                </a:cubicBezTo>
                <a:lnTo>
                  <a:pt x="3691" y="11095"/>
                </a:lnTo>
                <a:cubicBezTo>
                  <a:pt x="3677" y="11175"/>
                  <a:pt x="3668" y="11258"/>
                  <a:pt x="3668" y="11340"/>
                </a:cubicBezTo>
                <a:lnTo>
                  <a:pt x="3668" y="11801"/>
                </a:lnTo>
                <a:cubicBezTo>
                  <a:pt x="3668" y="11931"/>
                  <a:pt x="3774" y="12035"/>
                  <a:pt x="3904" y="12035"/>
                </a:cubicBezTo>
                <a:lnTo>
                  <a:pt x="8132" y="12035"/>
                </a:lnTo>
                <a:cubicBezTo>
                  <a:pt x="8262" y="12035"/>
                  <a:pt x="8369" y="11931"/>
                  <a:pt x="8369" y="11801"/>
                </a:cubicBezTo>
                <a:lnTo>
                  <a:pt x="8369" y="11340"/>
                </a:lnTo>
                <a:cubicBezTo>
                  <a:pt x="8369" y="11258"/>
                  <a:pt x="8360" y="11175"/>
                  <a:pt x="8345" y="11095"/>
                </a:cubicBezTo>
                <a:lnTo>
                  <a:pt x="11802" y="11095"/>
                </a:lnTo>
                <a:cubicBezTo>
                  <a:pt x="11932" y="11095"/>
                  <a:pt x="12035" y="10989"/>
                  <a:pt x="12035" y="10862"/>
                </a:cubicBezTo>
                <a:lnTo>
                  <a:pt x="12035" y="10401"/>
                </a:lnTo>
                <a:cubicBezTo>
                  <a:pt x="12035" y="9624"/>
                  <a:pt x="11403" y="8991"/>
                  <a:pt x="10626" y="8991"/>
                </a:cubicBezTo>
                <a:lnTo>
                  <a:pt x="10588" y="8991"/>
                </a:lnTo>
                <a:cubicBezTo>
                  <a:pt x="10715" y="8811"/>
                  <a:pt x="10789" y="8592"/>
                  <a:pt x="10789" y="8356"/>
                </a:cubicBezTo>
                <a:lnTo>
                  <a:pt x="10789" y="7942"/>
                </a:lnTo>
                <a:cubicBezTo>
                  <a:pt x="10789" y="7337"/>
                  <a:pt x="10295" y="6840"/>
                  <a:pt x="9686" y="6840"/>
                </a:cubicBezTo>
                <a:cubicBezTo>
                  <a:pt x="9533" y="6840"/>
                  <a:pt x="9388" y="6870"/>
                  <a:pt x="9255" y="6929"/>
                </a:cubicBezTo>
                <a:lnTo>
                  <a:pt x="9255" y="6300"/>
                </a:lnTo>
                <a:cubicBezTo>
                  <a:pt x="9255" y="6170"/>
                  <a:pt x="9149" y="6066"/>
                  <a:pt x="9022" y="6066"/>
                </a:cubicBezTo>
                <a:lnTo>
                  <a:pt x="8682" y="6066"/>
                </a:lnTo>
                <a:lnTo>
                  <a:pt x="8682" y="3897"/>
                </a:lnTo>
                <a:lnTo>
                  <a:pt x="9028" y="3897"/>
                </a:lnTo>
                <a:cubicBezTo>
                  <a:pt x="9158" y="3897"/>
                  <a:pt x="9261" y="3791"/>
                  <a:pt x="9261" y="3661"/>
                </a:cubicBezTo>
                <a:lnTo>
                  <a:pt x="9261" y="2721"/>
                </a:lnTo>
                <a:cubicBezTo>
                  <a:pt x="9261" y="2591"/>
                  <a:pt x="9158" y="2488"/>
                  <a:pt x="9028" y="2488"/>
                </a:cubicBezTo>
                <a:lnTo>
                  <a:pt x="8516" y="2488"/>
                </a:lnTo>
                <a:cubicBezTo>
                  <a:pt x="8339" y="2018"/>
                  <a:pt x="8029" y="1599"/>
                  <a:pt x="7624" y="1294"/>
                </a:cubicBezTo>
                <a:cubicBezTo>
                  <a:pt x="7222" y="990"/>
                  <a:pt x="6752" y="810"/>
                  <a:pt x="6253" y="768"/>
                </a:cubicBezTo>
                <a:lnTo>
                  <a:pt x="6253" y="237"/>
                </a:lnTo>
                <a:cubicBezTo>
                  <a:pt x="6253" y="107"/>
                  <a:pt x="6147" y="0"/>
                  <a:pt x="6020" y="0"/>
                </a:cubicBezTo>
                <a:close/>
              </a:path>
            </a:pathLst>
          </a:custGeom>
          <a:gradFill>
            <a:gsLst>
              <a:gs pos="0">
                <a:schemeClr val="accent3"/>
              </a:gs>
              <a:gs pos="26000">
                <a:schemeClr val="accent4"/>
              </a:gs>
              <a:gs pos="58000">
                <a:schemeClr val="dk2"/>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25" name="Google Shape;625;p38" title="viz_)utgoing_DegCentrality (3 years).gif"/>
          <p:cNvPicPr preferRelativeResize="0"/>
          <p:nvPr/>
        </p:nvPicPr>
        <p:blipFill>
          <a:blip r:embed="rId3">
            <a:alphaModFix/>
          </a:blip>
          <a:stretch>
            <a:fillRect/>
          </a:stretch>
        </p:blipFill>
        <p:spPr>
          <a:xfrm>
            <a:off x="1489900" y="1121499"/>
            <a:ext cx="5891500" cy="3534900"/>
          </a:xfrm>
          <a:prstGeom prst="rect">
            <a:avLst/>
          </a:prstGeom>
          <a:noFill/>
          <a:ln cap="flat" cmpd="sng" w="19050">
            <a:solidFill>
              <a:schemeClr val="accent5"/>
            </a:solidFill>
            <a:prstDash val="solid"/>
            <a:round/>
            <a:headEnd len="sm" w="sm" type="none"/>
            <a:tailEnd len="sm" w="sm" type="none"/>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39"/>
          <p:cNvSpPr txBox="1"/>
          <p:nvPr>
            <p:ph type="title"/>
          </p:nvPr>
        </p:nvSpPr>
        <p:spPr>
          <a:xfrm>
            <a:off x="713225" y="554992"/>
            <a:ext cx="77175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400"/>
              <a:t>Min. Spanning Tree 2010</a:t>
            </a:r>
            <a:endParaRPr sz="2400"/>
          </a:p>
        </p:txBody>
      </p:sp>
      <p:pic>
        <p:nvPicPr>
          <p:cNvPr id="631" name="Google Shape;631;p39" title="Viz_2010MST.png"/>
          <p:cNvPicPr preferRelativeResize="0"/>
          <p:nvPr/>
        </p:nvPicPr>
        <p:blipFill>
          <a:blip r:embed="rId3">
            <a:alphaModFix/>
          </a:blip>
          <a:stretch>
            <a:fillRect/>
          </a:stretch>
        </p:blipFill>
        <p:spPr>
          <a:xfrm>
            <a:off x="1408176" y="1070610"/>
            <a:ext cx="6345937" cy="3611881"/>
          </a:xfrm>
          <a:prstGeom prst="rect">
            <a:avLst/>
          </a:prstGeom>
          <a:noFill/>
          <a:ln cap="flat" cmpd="sng" w="19050">
            <a:solidFill>
              <a:schemeClr val="accent5"/>
            </a:solidFill>
            <a:prstDash val="solid"/>
            <a:round/>
            <a:headEnd len="sm" w="sm" type="none"/>
            <a:tailEnd len="sm" w="sm" type="none"/>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sp>
        <p:nvSpPr>
          <p:cNvPr id="636" name="Google Shape;636;p40"/>
          <p:cNvSpPr txBox="1"/>
          <p:nvPr>
            <p:ph type="title"/>
          </p:nvPr>
        </p:nvSpPr>
        <p:spPr>
          <a:xfrm>
            <a:off x="713225" y="554992"/>
            <a:ext cx="77175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400"/>
              <a:t>Min. Spanning Tree 2015</a:t>
            </a:r>
            <a:endParaRPr sz="2400"/>
          </a:p>
        </p:txBody>
      </p:sp>
      <p:pic>
        <p:nvPicPr>
          <p:cNvPr id="637" name="Google Shape;637;p40" title="Viz_2015MST.png"/>
          <p:cNvPicPr preferRelativeResize="0"/>
          <p:nvPr/>
        </p:nvPicPr>
        <p:blipFill>
          <a:blip r:embed="rId3">
            <a:alphaModFix/>
          </a:blip>
          <a:stretch>
            <a:fillRect/>
          </a:stretch>
        </p:blipFill>
        <p:spPr>
          <a:xfrm>
            <a:off x="1545336" y="1070610"/>
            <a:ext cx="6071617" cy="3611881"/>
          </a:xfrm>
          <a:prstGeom prst="rect">
            <a:avLst/>
          </a:prstGeom>
          <a:noFill/>
          <a:ln cap="flat" cmpd="sng" w="19050">
            <a:solidFill>
              <a:schemeClr val="accent5"/>
            </a:solidFill>
            <a:prstDash val="solid"/>
            <a:round/>
            <a:headEnd len="sm" w="sm" type="none"/>
            <a:tailEnd len="sm" w="sm" type="none"/>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41"/>
          <p:cNvSpPr txBox="1"/>
          <p:nvPr>
            <p:ph type="title"/>
          </p:nvPr>
        </p:nvSpPr>
        <p:spPr>
          <a:xfrm>
            <a:off x="713225" y="554992"/>
            <a:ext cx="77175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400"/>
              <a:t>Min. Spanning Tree 2020</a:t>
            </a:r>
            <a:endParaRPr sz="2400"/>
          </a:p>
        </p:txBody>
      </p:sp>
      <p:pic>
        <p:nvPicPr>
          <p:cNvPr id="643" name="Google Shape;643;p41" title="Viz_2020 MST.png"/>
          <p:cNvPicPr preferRelativeResize="0"/>
          <p:nvPr/>
        </p:nvPicPr>
        <p:blipFill>
          <a:blip r:embed="rId3">
            <a:alphaModFix/>
          </a:blip>
          <a:stretch>
            <a:fillRect/>
          </a:stretch>
        </p:blipFill>
        <p:spPr>
          <a:xfrm>
            <a:off x="1546500" y="1067562"/>
            <a:ext cx="6071617" cy="3611881"/>
          </a:xfrm>
          <a:prstGeom prst="rect">
            <a:avLst/>
          </a:prstGeom>
          <a:noFill/>
          <a:ln cap="flat" cmpd="sng" w="19050">
            <a:solidFill>
              <a:srgbClr val="CC4125"/>
            </a:solidFill>
            <a:prstDash val="solid"/>
            <a:round/>
            <a:headEnd len="sm" w="sm" type="none"/>
            <a:tailEnd len="sm" w="sm" type="none"/>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42"/>
          <p:cNvSpPr txBox="1"/>
          <p:nvPr>
            <p:ph type="title"/>
          </p:nvPr>
        </p:nvSpPr>
        <p:spPr>
          <a:xfrm>
            <a:off x="713225" y="554992"/>
            <a:ext cx="77175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Shortest Path</a:t>
            </a:r>
            <a:endParaRPr/>
          </a:p>
        </p:txBody>
      </p:sp>
      <p:sp>
        <p:nvSpPr>
          <p:cNvPr id="649" name="Google Shape;649;p42"/>
          <p:cNvSpPr txBox="1"/>
          <p:nvPr/>
        </p:nvSpPr>
        <p:spPr>
          <a:xfrm>
            <a:off x="713225" y="1325375"/>
            <a:ext cx="3858900" cy="11187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Font typeface="Bebas Neue"/>
              <a:buChar char="●"/>
            </a:pPr>
            <a:r>
              <a:rPr lang="en" sz="1800">
                <a:solidFill>
                  <a:schemeClr val="dk1"/>
                </a:solidFill>
                <a:latin typeface="Fira Sans Condensed SemiBold"/>
                <a:ea typeface="Fira Sans Condensed SemiBold"/>
                <a:cs typeface="Fira Sans Condensed SemiBold"/>
                <a:sym typeface="Fira Sans Condensed SemiBold"/>
              </a:rPr>
              <a:t>Determine how </a:t>
            </a:r>
            <a:r>
              <a:rPr i="1" lang="en" sz="1800">
                <a:solidFill>
                  <a:schemeClr val="dk1"/>
                </a:solidFill>
                <a:latin typeface="Fira Sans Condensed SemiBold"/>
                <a:ea typeface="Fira Sans Condensed SemiBold"/>
                <a:cs typeface="Fira Sans Condensed SemiBold"/>
                <a:sym typeface="Fira Sans Condensed SemiBold"/>
              </a:rPr>
              <a:t>direct</a:t>
            </a:r>
            <a:r>
              <a:rPr lang="en" sz="1800">
                <a:solidFill>
                  <a:schemeClr val="dk1"/>
                </a:solidFill>
                <a:latin typeface="Fira Sans Condensed SemiBold"/>
                <a:ea typeface="Fira Sans Condensed SemiBold"/>
                <a:cs typeface="Fira Sans Condensed SemiBold"/>
                <a:sym typeface="Fira Sans Condensed SemiBold"/>
              </a:rPr>
              <a:t> or </a:t>
            </a:r>
            <a:r>
              <a:rPr i="1" lang="en" sz="1800">
                <a:solidFill>
                  <a:schemeClr val="dk1"/>
                </a:solidFill>
                <a:latin typeface="Fira Sans Condensed SemiBold"/>
                <a:ea typeface="Fira Sans Condensed SemiBold"/>
                <a:cs typeface="Fira Sans Condensed SemiBold"/>
                <a:sym typeface="Fira Sans Condensed SemiBold"/>
              </a:rPr>
              <a:t>indirect</a:t>
            </a:r>
            <a:r>
              <a:rPr lang="en" sz="1800">
                <a:solidFill>
                  <a:schemeClr val="dk1"/>
                </a:solidFill>
                <a:latin typeface="Fira Sans Condensed SemiBold"/>
                <a:ea typeface="Fira Sans Condensed SemiBold"/>
                <a:cs typeface="Fira Sans Condensed SemiBold"/>
                <a:sym typeface="Fira Sans Condensed SemiBold"/>
              </a:rPr>
              <a:t> refugee movements are, particularly towards the U.S.A.</a:t>
            </a:r>
            <a:endParaRPr sz="1200">
              <a:solidFill>
                <a:schemeClr val="dk1"/>
              </a:solidFill>
              <a:latin typeface="Fira Sans"/>
              <a:ea typeface="Fira Sans"/>
              <a:cs typeface="Fira Sans"/>
              <a:sym typeface="Fira Sans"/>
            </a:endParaRPr>
          </a:p>
        </p:txBody>
      </p:sp>
      <p:sp>
        <p:nvSpPr>
          <p:cNvPr id="650" name="Google Shape;650;p42"/>
          <p:cNvSpPr txBox="1"/>
          <p:nvPr/>
        </p:nvSpPr>
        <p:spPr>
          <a:xfrm>
            <a:off x="4681350" y="1307088"/>
            <a:ext cx="3554700" cy="11187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Font typeface="Bebas Neue"/>
              <a:buChar char="●"/>
            </a:pPr>
            <a:r>
              <a:rPr i="1" lang="en" sz="1800">
                <a:solidFill>
                  <a:schemeClr val="dk1"/>
                </a:solidFill>
                <a:latin typeface="Fira Sans Condensed SemiBold"/>
                <a:ea typeface="Fira Sans Condensed SemiBold"/>
                <a:cs typeface="Fira Sans Condensed SemiBold"/>
                <a:sym typeface="Fira Sans Condensed SemiBold"/>
              </a:rPr>
              <a:t>Page Rank</a:t>
            </a:r>
            <a:r>
              <a:rPr lang="en" sz="1800">
                <a:solidFill>
                  <a:schemeClr val="dk1"/>
                </a:solidFill>
                <a:latin typeface="Fira Sans Condensed SemiBold"/>
                <a:ea typeface="Fira Sans Condensed SemiBold"/>
                <a:cs typeface="Fira Sans Condensed SemiBold"/>
                <a:sym typeface="Fira Sans Condensed SemiBold"/>
              </a:rPr>
              <a:t> → Top 5 Countries of Origin for 2010, 2015, and 2020</a:t>
            </a:r>
            <a:endParaRPr sz="1200">
              <a:solidFill>
                <a:schemeClr val="dk1"/>
              </a:solidFill>
              <a:latin typeface="Fira Sans"/>
              <a:ea typeface="Fira Sans"/>
              <a:cs typeface="Fira Sans"/>
              <a:sym typeface="Fira Sans"/>
            </a:endParaRPr>
          </a:p>
        </p:txBody>
      </p:sp>
      <p:sp>
        <p:nvSpPr>
          <p:cNvPr id="651" name="Google Shape;651;p42"/>
          <p:cNvSpPr txBox="1"/>
          <p:nvPr/>
        </p:nvSpPr>
        <p:spPr>
          <a:xfrm>
            <a:off x="737675" y="2444075"/>
            <a:ext cx="3943800" cy="14712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Font typeface="Bebas Neue"/>
              <a:buChar char="●"/>
            </a:pPr>
            <a:r>
              <a:rPr lang="en" sz="1800">
                <a:solidFill>
                  <a:schemeClr val="dk1"/>
                </a:solidFill>
                <a:latin typeface="Fira Sans Condensed SemiBold"/>
                <a:ea typeface="Fira Sans Condensed SemiBold"/>
                <a:cs typeface="Fira Sans Condensed SemiBold"/>
                <a:sym typeface="Fira Sans Condensed SemiBold"/>
              </a:rPr>
              <a:t>Dijkstra's Algorithm → Find shortest path from each COO to U.S.A. by </a:t>
            </a:r>
            <a:r>
              <a:rPr i="1" lang="en" sz="1800">
                <a:solidFill>
                  <a:schemeClr val="dk1"/>
                </a:solidFill>
                <a:latin typeface="Fira Sans Condensed SemiBold"/>
                <a:ea typeface="Fira Sans Condensed SemiBold"/>
                <a:cs typeface="Fira Sans Condensed SemiBold"/>
                <a:sym typeface="Fira Sans Condensed SemiBold"/>
              </a:rPr>
              <a:t>minimizing cost</a:t>
            </a:r>
            <a:r>
              <a:rPr lang="en" sz="1800">
                <a:solidFill>
                  <a:schemeClr val="dk1"/>
                </a:solidFill>
                <a:latin typeface="Fira Sans Condensed SemiBold"/>
                <a:ea typeface="Fira Sans Condensed SemiBold"/>
                <a:cs typeface="Fira Sans Condensed SemiBold"/>
                <a:sym typeface="Fira Sans Condensed SemiBold"/>
              </a:rPr>
              <a:t> and number of </a:t>
            </a:r>
            <a:r>
              <a:rPr i="1" lang="en" sz="1800">
                <a:solidFill>
                  <a:schemeClr val="dk1"/>
                </a:solidFill>
                <a:latin typeface="Fira Sans Condensed SemiBold"/>
                <a:ea typeface="Fira Sans Condensed SemiBold"/>
                <a:cs typeface="Fira Sans Condensed SemiBold"/>
                <a:sym typeface="Fira Sans Condensed SemiBold"/>
              </a:rPr>
              <a:t>intermediate countries</a:t>
            </a:r>
            <a:endParaRPr i="1" sz="1200">
              <a:solidFill>
                <a:schemeClr val="dk1"/>
              </a:solidFill>
              <a:latin typeface="Fira Sans"/>
              <a:ea typeface="Fira Sans"/>
              <a:cs typeface="Fira Sans"/>
              <a:sym typeface="Fira Sans"/>
            </a:endParaRPr>
          </a:p>
        </p:txBody>
      </p:sp>
      <p:sp>
        <p:nvSpPr>
          <p:cNvPr id="652" name="Google Shape;652;p42"/>
          <p:cNvSpPr txBox="1"/>
          <p:nvPr/>
        </p:nvSpPr>
        <p:spPr>
          <a:xfrm>
            <a:off x="4681350" y="2444075"/>
            <a:ext cx="3554700" cy="14712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Font typeface="Bebas Neue"/>
              <a:buChar char="●"/>
            </a:pPr>
            <a:r>
              <a:rPr lang="en" sz="1800">
                <a:solidFill>
                  <a:schemeClr val="dk1"/>
                </a:solidFill>
                <a:latin typeface="Fira Sans Condensed SemiBold"/>
                <a:ea typeface="Fira Sans Condensed SemiBold"/>
                <a:cs typeface="Fira Sans Condensed SemiBold"/>
                <a:sym typeface="Fira Sans Condensed SemiBold"/>
              </a:rPr>
              <a:t>Help operational aid planning, policy targeting, and refugee support</a:t>
            </a:r>
            <a:endParaRPr sz="1200">
              <a:solidFill>
                <a:schemeClr val="dk1"/>
              </a:solidFill>
              <a:latin typeface="Fira Sans"/>
              <a:ea typeface="Fira Sans"/>
              <a:cs typeface="Fira Sans"/>
              <a:sym typeface="Fira Sans"/>
            </a:endParaRPr>
          </a:p>
        </p:txBody>
      </p:sp>
      <p:pic>
        <p:nvPicPr>
          <p:cNvPr id="653" name="Google Shape;653;p42"/>
          <p:cNvPicPr preferRelativeResize="0"/>
          <p:nvPr/>
        </p:nvPicPr>
        <p:blipFill>
          <a:blip r:embed="rId3">
            <a:alphaModFix/>
          </a:blip>
          <a:stretch>
            <a:fillRect/>
          </a:stretch>
        </p:blipFill>
        <p:spPr>
          <a:xfrm>
            <a:off x="3380737" y="3611525"/>
            <a:ext cx="2382484" cy="14712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p43"/>
          <p:cNvSpPr txBox="1"/>
          <p:nvPr>
            <p:ph type="title"/>
          </p:nvPr>
        </p:nvSpPr>
        <p:spPr>
          <a:xfrm>
            <a:off x="713225" y="554992"/>
            <a:ext cx="77175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Shortest Path</a:t>
            </a:r>
            <a:endParaRPr/>
          </a:p>
        </p:txBody>
      </p:sp>
      <p:pic>
        <p:nvPicPr>
          <p:cNvPr id="659" name="Google Shape;659;p43"/>
          <p:cNvPicPr preferRelativeResize="0"/>
          <p:nvPr/>
        </p:nvPicPr>
        <p:blipFill rotWithShape="1">
          <a:blip r:embed="rId3">
            <a:alphaModFix/>
          </a:blip>
          <a:srcRect b="0" l="8012" r="5272" t="0"/>
          <a:stretch/>
        </p:blipFill>
        <p:spPr>
          <a:xfrm>
            <a:off x="131325" y="1593850"/>
            <a:ext cx="2775950" cy="2394703"/>
          </a:xfrm>
          <a:prstGeom prst="rect">
            <a:avLst/>
          </a:prstGeom>
          <a:noFill/>
          <a:ln>
            <a:noFill/>
          </a:ln>
        </p:spPr>
      </p:pic>
      <p:pic>
        <p:nvPicPr>
          <p:cNvPr id="660" name="Google Shape;660;p43"/>
          <p:cNvPicPr preferRelativeResize="0"/>
          <p:nvPr/>
        </p:nvPicPr>
        <p:blipFill rotWithShape="1">
          <a:blip r:embed="rId4">
            <a:alphaModFix/>
          </a:blip>
          <a:srcRect b="0" l="3094" r="6961" t="0"/>
          <a:stretch/>
        </p:blipFill>
        <p:spPr>
          <a:xfrm>
            <a:off x="3142375" y="1593850"/>
            <a:ext cx="2859210" cy="2394700"/>
          </a:xfrm>
          <a:prstGeom prst="rect">
            <a:avLst/>
          </a:prstGeom>
          <a:noFill/>
          <a:ln>
            <a:noFill/>
          </a:ln>
        </p:spPr>
      </p:pic>
      <p:pic>
        <p:nvPicPr>
          <p:cNvPr id="661" name="Google Shape;661;p43"/>
          <p:cNvPicPr preferRelativeResize="0"/>
          <p:nvPr/>
        </p:nvPicPr>
        <p:blipFill rotWithShape="1">
          <a:blip r:embed="rId5">
            <a:alphaModFix/>
          </a:blip>
          <a:srcRect b="3704" l="17201" r="12097" t="2976"/>
          <a:stretch/>
        </p:blipFill>
        <p:spPr>
          <a:xfrm>
            <a:off x="6253572" y="1438450"/>
            <a:ext cx="2775950" cy="2705500"/>
          </a:xfrm>
          <a:prstGeom prst="rect">
            <a:avLst/>
          </a:prstGeom>
          <a:noFill/>
          <a:ln>
            <a:noFill/>
          </a:ln>
        </p:spPr>
      </p:pic>
      <p:sp>
        <p:nvSpPr>
          <p:cNvPr id="662" name="Google Shape;662;p43"/>
          <p:cNvSpPr txBox="1"/>
          <p:nvPr/>
        </p:nvSpPr>
        <p:spPr>
          <a:xfrm>
            <a:off x="2109475" y="1915800"/>
            <a:ext cx="666300" cy="406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800">
                <a:solidFill>
                  <a:schemeClr val="lt1"/>
                </a:solidFill>
              </a:rPr>
              <a:t>Stateless</a:t>
            </a:r>
            <a:endParaRPr b="1" sz="800">
              <a:solidFill>
                <a:schemeClr val="lt1"/>
              </a:solidFill>
            </a:endParaRPr>
          </a:p>
          <a:p>
            <a:pPr indent="0" lvl="0" marL="0" rtl="0" algn="ctr">
              <a:spcBef>
                <a:spcPts val="0"/>
              </a:spcBef>
              <a:spcAft>
                <a:spcPts val="0"/>
              </a:spcAft>
              <a:buNone/>
            </a:pPr>
            <a:r>
              <a:rPr b="1" lang="en" sz="700">
                <a:solidFill>
                  <a:srgbClr val="CC0000"/>
                </a:solidFill>
              </a:rPr>
              <a:t>Total: 0</a:t>
            </a:r>
            <a:endParaRPr b="1" sz="700">
              <a:solidFill>
                <a:srgbClr val="CC0000"/>
              </a:solidFill>
            </a:endParaRPr>
          </a:p>
        </p:txBody>
      </p:sp>
      <p:sp>
        <p:nvSpPr>
          <p:cNvPr id="663" name="Google Shape;663;p43"/>
          <p:cNvSpPr txBox="1"/>
          <p:nvPr/>
        </p:nvSpPr>
        <p:spPr>
          <a:xfrm>
            <a:off x="3215250" y="3478225"/>
            <a:ext cx="716100" cy="406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800">
                <a:solidFill>
                  <a:schemeClr val="lt1"/>
                </a:solidFill>
              </a:rPr>
              <a:t>Stateless</a:t>
            </a:r>
            <a:endParaRPr b="1" sz="800">
              <a:solidFill>
                <a:schemeClr val="lt1"/>
              </a:solidFill>
            </a:endParaRPr>
          </a:p>
          <a:p>
            <a:pPr indent="0" lvl="0" marL="0" rtl="0" algn="ctr">
              <a:spcBef>
                <a:spcPts val="0"/>
              </a:spcBef>
              <a:spcAft>
                <a:spcPts val="0"/>
              </a:spcAft>
              <a:buNone/>
            </a:pPr>
            <a:r>
              <a:rPr b="1" lang="en" sz="700">
                <a:solidFill>
                  <a:srgbClr val="CC0000"/>
                </a:solidFill>
              </a:rPr>
              <a:t>Total: 0</a:t>
            </a:r>
            <a:endParaRPr b="1" sz="700">
              <a:solidFill>
                <a:srgbClr val="CC0000"/>
              </a:solidFill>
            </a:endParaRPr>
          </a:p>
        </p:txBody>
      </p:sp>
      <p:sp>
        <p:nvSpPr>
          <p:cNvPr id="664" name="Google Shape;664;p43"/>
          <p:cNvSpPr txBox="1"/>
          <p:nvPr/>
        </p:nvSpPr>
        <p:spPr>
          <a:xfrm>
            <a:off x="8248625" y="2650575"/>
            <a:ext cx="666300" cy="406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800">
                <a:solidFill>
                  <a:schemeClr val="lt1"/>
                </a:solidFill>
              </a:rPr>
              <a:t>Stateless</a:t>
            </a:r>
            <a:endParaRPr b="1" sz="800">
              <a:solidFill>
                <a:schemeClr val="lt1"/>
              </a:solidFill>
            </a:endParaRPr>
          </a:p>
          <a:p>
            <a:pPr indent="0" lvl="0" marL="0" rtl="0" algn="ctr">
              <a:spcBef>
                <a:spcPts val="0"/>
              </a:spcBef>
              <a:spcAft>
                <a:spcPts val="0"/>
              </a:spcAft>
              <a:buNone/>
            </a:pPr>
            <a:r>
              <a:rPr b="1" lang="en" sz="700">
                <a:solidFill>
                  <a:srgbClr val="CC0000"/>
                </a:solidFill>
              </a:rPr>
              <a:t>Total: 0</a:t>
            </a:r>
            <a:endParaRPr b="1" sz="700">
              <a:solidFill>
                <a:srgbClr val="CC0000"/>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8" name="Shape 668"/>
        <p:cNvGrpSpPr/>
        <p:nvPr/>
      </p:nvGrpSpPr>
      <p:grpSpPr>
        <a:xfrm>
          <a:off x="0" y="0"/>
          <a:ext cx="0" cy="0"/>
          <a:chOff x="0" y="0"/>
          <a:chExt cx="0" cy="0"/>
        </a:xfrm>
      </p:grpSpPr>
      <p:sp>
        <p:nvSpPr>
          <p:cNvPr id="669" name="Google Shape;669;p44"/>
          <p:cNvSpPr/>
          <p:nvPr/>
        </p:nvSpPr>
        <p:spPr>
          <a:xfrm rot="2700000">
            <a:off x="1477218" y="412057"/>
            <a:ext cx="6189588" cy="6077583"/>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ira Sans"/>
              <a:ea typeface="Fira Sans"/>
              <a:cs typeface="Fira Sans"/>
              <a:sym typeface="Fira Sans"/>
            </a:endParaRPr>
          </a:p>
        </p:txBody>
      </p:sp>
      <p:sp>
        <p:nvSpPr>
          <p:cNvPr id="670" name="Google Shape;670;p44"/>
          <p:cNvSpPr txBox="1"/>
          <p:nvPr>
            <p:ph type="title"/>
          </p:nvPr>
        </p:nvSpPr>
        <p:spPr>
          <a:xfrm>
            <a:off x="713250" y="554992"/>
            <a:ext cx="77175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Conclusion</a:t>
            </a:r>
            <a:endParaRPr/>
          </a:p>
        </p:txBody>
      </p:sp>
      <p:pic>
        <p:nvPicPr>
          <p:cNvPr id="671" name="Google Shape;671;p44"/>
          <p:cNvPicPr preferRelativeResize="0"/>
          <p:nvPr/>
        </p:nvPicPr>
        <p:blipFill>
          <a:blip r:embed="rId3">
            <a:alphaModFix/>
          </a:blip>
          <a:stretch>
            <a:fillRect/>
          </a:stretch>
        </p:blipFill>
        <p:spPr>
          <a:xfrm>
            <a:off x="2799162" y="1357300"/>
            <a:ext cx="3545726" cy="356595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sp>
        <p:nvSpPr>
          <p:cNvPr id="676" name="Google Shape;676;p45"/>
          <p:cNvSpPr txBox="1"/>
          <p:nvPr>
            <p:ph type="title"/>
          </p:nvPr>
        </p:nvSpPr>
        <p:spPr>
          <a:xfrm>
            <a:off x="2816000" y="2191975"/>
            <a:ext cx="29478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500"/>
              <a:t>THANK YOU</a:t>
            </a:r>
            <a:endParaRPr b="0" sz="4500">
              <a:solidFill>
                <a:schemeClr val="lt2"/>
              </a:solidFill>
            </a:endParaRPr>
          </a:p>
        </p:txBody>
      </p:sp>
      <p:grpSp>
        <p:nvGrpSpPr>
          <p:cNvPr id="677" name="Google Shape;677;p45"/>
          <p:cNvGrpSpPr/>
          <p:nvPr/>
        </p:nvGrpSpPr>
        <p:grpSpPr>
          <a:xfrm rot="-245759">
            <a:off x="2477625" y="1207727"/>
            <a:ext cx="4188740" cy="1749539"/>
            <a:chOff x="1572200" y="1502125"/>
            <a:chExt cx="4255925" cy="1777600"/>
          </a:xfrm>
        </p:grpSpPr>
        <p:sp>
          <p:nvSpPr>
            <p:cNvPr id="678" name="Google Shape;678;p45"/>
            <p:cNvSpPr/>
            <p:nvPr/>
          </p:nvSpPr>
          <p:spPr>
            <a:xfrm>
              <a:off x="1836825" y="2051975"/>
              <a:ext cx="3589450" cy="1227750"/>
            </a:xfrm>
            <a:custGeom>
              <a:rect b="b" l="l" r="r" t="t"/>
              <a:pathLst>
                <a:path extrusionOk="0" h="49110" w="143578">
                  <a:moveTo>
                    <a:pt x="58831" y="1"/>
                  </a:moveTo>
                  <a:cubicBezTo>
                    <a:pt x="54969" y="1"/>
                    <a:pt x="51186" y="194"/>
                    <a:pt x="47495" y="580"/>
                  </a:cubicBezTo>
                  <a:cubicBezTo>
                    <a:pt x="37922" y="1580"/>
                    <a:pt x="28933" y="3890"/>
                    <a:pt x="20765" y="7414"/>
                  </a:cubicBezTo>
                  <a:cubicBezTo>
                    <a:pt x="6847" y="13438"/>
                    <a:pt x="72" y="21058"/>
                    <a:pt x="0" y="21130"/>
                  </a:cubicBezTo>
                  <a:lnTo>
                    <a:pt x="227" y="21320"/>
                  </a:lnTo>
                  <a:cubicBezTo>
                    <a:pt x="239" y="21308"/>
                    <a:pt x="1929" y="19403"/>
                    <a:pt x="5299" y="16772"/>
                  </a:cubicBezTo>
                  <a:cubicBezTo>
                    <a:pt x="8418" y="14355"/>
                    <a:pt x="13657" y="10807"/>
                    <a:pt x="20896" y="7688"/>
                  </a:cubicBezTo>
                  <a:cubicBezTo>
                    <a:pt x="29040" y="4163"/>
                    <a:pt x="37993" y="1877"/>
                    <a:pt x="47542" y="877"/>
                  </a:cubicBezTo>
                  <a:cubicBezTo>
                    <a:pt x="51226" y="491"/>
                    <a:pt x="55000" y="298"/>
                    <a:pt x="58853" y="298"/>
                  </a:cubicBezTo>
                  <a:cubicBezTo>
                    <a:pt x="67465" y="298"/>
                    <a:pt x="76474" y="1262"/>
                    <a:pt x="85761" y="3187"/>
                  </a:cubicBezTo>
                  <a:cubicBezTo>
                    <a:pt x="97632" y="5640"/>
                    <a:pt x="108038" y="9593"/>
                    <a:pt x="116706" y="14903"/>
                  </a:cubicBezTo>
                  <a:cubicBezTo>
                    <a:pt x="123623" y="19165"/>
                    <a:pt x="129457" y="24309"/>
                    <a:pt x="134029" y="30190"/>
                  </a:cubicBezTo>
                  <a:cubicBezTo>
                    <a:pt x="138101" y="35417"/>
                    <a:pt x="140399" y="40287"/>
                    <a:pt x="141613" y="43442"/>
                  </a:cubicBezTo>
                  <a:cubicBezTo>
                    <a:pt x="142923" y="46871"/>
                    <a:pt x="143280" y="49086"/>
                    <a:pt x="143280" y="49109"/>
                  </a:cubicBezTo>
                  <a:lnTo>
                    <a:pt x="143578" y="49062"/>
                  </a:lnTo>
                  <a:cubicBezTo>
                    <a:pt x="143566" y="48979"/>
                    <a:pt x="142102" y="40096"/>
                    <a:pt x="134279" y="30024"/>
                  </a:cubicBezTo>
                  <a:cubicBezTo>
                    <a:pt x="129683" y="24106"/>
                    <a:pt x="123825" y="18939"/>
                    <a:pt x="116872" y="14665"/>
                  </a:cubicBezTo>
                  <a:cubicBezTo>
                    <a:pt x="108181" y="9319"/>
                    <a:pt x="97739" y="5366"/>
                    <a:pt x="85833" y="2901"/>
                  </a:cubicBezTo>
                  <a:cubicBezTo>
                    <a:pt x="76517" y="968"/>
                    <a:pt x="67474" y="1"/>
                    <a:pt x="58831" y="1"/>
                  </a:cubicBezTo>
                  <a:close/>
                </a:path>
              </a:pathLst>
            </a:custGeom>
            <a:gradFill>
              <a:gsLst>
                <a:gs pos="0">
                  <a:schemeClr val="accent3"/>
                </a:gs>
                <a:gs pos="26000">
                  <a:schemeClr val="accent4"/>
                </a:gs>
                <a:gs pos="58000">
                  <a:schemeClr val="dk2"/>
                </a:gs>
                <a:gs pos="100000">
                  <a:schemeClr val="lt2"/>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45"/>
            <p:cNvSpPr/>
            <p:nvPr/>
          </p:nvSpPr>
          <p:spPr>
            <a:xfrm>
              <a:off x="1822250" y="2026000"/>
              <a:ext cx="3626350" cy="1172750"/>
            </a:xfrm>
            <a:custGeom>
              <a:rect b="b" l="l" r="r" t="t"/>
              <a:pathLst>
                <a:path extrusionOk="0" h="46910" w="145054">
                  <a:moveTo>
                    <a:pt x="57841" y="0"/>
                  </a:moveTo>
                  <a:cubicBezTo>
                    <a:pt x="54635" y="0"/>
                    <a:pt x="51477" y="139"/>
                    <a:pt x="48375" y="416"/>
                  </a:cubicBezTo>
                  <a:cubicBezTo>
                    <a:pt x="38791" y="1285"/>
                    <a:pt x="29706" y="3464"/>
                    <a:pt x="21396" y="6917"/>
                  </a:cubicBezTo>
                  <a:cubicBezTo>
                    <a:pt x="7215" y="12787"/>
                    <a:pt x="60" y="20407"/>
                    <a:pt x="0" y="20478"/>
                  </a:cubicBezTo>
                  <a:lnTo>
                    <a:pt x="214" y="20681"/>
                  </a:lnTo>
                  <a:cubicBezTo>
                    <a:pt x="226" y="20669"/>
                    <a:pt x="2012" y="18764"/>
                    <a:pt x="5513" y="16156"/>
                  </a:cubicBezTo>
                  <a:cubicBezTo>
                    <a:pt x="8739" y="13751"/>
                    <a:pt x="14145" y="10239"/>
                    <a:pt x="21515" y="7179"/>
                  </a:cubicBezTo>
                  <a:cubicBezTo>
                    <a:pt x="29813" y="3750"/>
                    <a:pt x="38862" y="1571"/>
                    <a:pt x="48411" y="714"/>
                  </a:cubicBezTo>
                  <a:cubicBezTo>
                    <a:pt x="51506" y="436"/>
                    <a:pt x="54657" y="298"/>
                    <a:pt x="57857" y="298"/>
                  </a:cubicBezTo>
                  <a:cubicBezTo>
                    <a:pt x="67001" y="298"/>
                    <a:pt x="76548" y="1429"/>
                    <a:pt x="86356" y="3678"/>
                  </a:cubicBezTo>
                  <a:cubicBezTo>
                    <a:pt x="98143" y="6429"/>
                    <a:pt x="108537" y="10417"/>
                    <a:pt x="117265" y="15525"/>
                  </a:cubicBezTo>
                  <a:cubicBezTo>
                    <a:pt x="124254" y="19609"/>
                    <a:pt x="130195" y="24419"/>
                    <a:pt x="134922" y="29813"/>
                  </a:cubicBezTo>
                  <a:cubicBezTo>
                    <a:pt x="141363" y="37171"/>
                    <a:pt x="144173" y="44207"/>
                    <a:pt x="144768" y="46910"/>
                  </a:cubicBezTo>
                  <a:lnTo>
                    <a:pt x="145054" y="46839"/>
                  </a:lnTo>
                  <a:cubicBezTo>
                    <a:pt x="144459" y="44124"/>
                    <a:pt x="141637" y="37028"/>
                    <a:pt x="135160" y="29634"/>
                  </a:cubicBezTo>
                  <a:cubicBezTo>
                    <a:pt x="130409" y="24205"/>
                    <a:pt x="124444" y="19371"/>
                    <a:pt x="117431" y="15275"/>
                  </a:cubicBezTo>
                  <a:cubicBezTo>
                    <a:pt x="108668" y="10144"/>
                    <a:pt x="98239" y="6143"/>
                    <a:pt x="86428" y="3393"/>
                  </a:cubicBezTo>
                  <a:cubicBezTo>
                    <a:pt x="76590" y="1134"/>
                    <a:pt x="67015" y="0"/>
                    <a:pt x="57841" y="0"/>
                  </a:cubicBezTo>
                  <a:close/>
                </a:path>
              </a:pathLst>
            </a:custGeom>
            <a:gradFill>
              <a:gsLst>
                <a:gs pos="0">
                  <a:schemeClr val="accent3"/>
                </a:gs>
                <a:gs pos="26000">
                  <a:schemeClr val="accent4"/>
                </a:gs>
                <a:gs pos="58000">
                  <a:schemeClr val="dk2"/>
                </a:gs>
                <a:gs pos="100000">
                  <a:schemeClr val="lt2"/>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45"/>
            <p:cNvSpPr/>
            <p:nvPr/>
          </p:nvSpPr>
          <p:spPr>
            <a:xfrm>
              <a:off x="1807350" y="1997550"/>
              <a:ext cx="3663575" cy="1120250"/>
            </a:xfrm>
            <a:custGeom>
              <a:rect b="b" l="l" r="r" t="t"/>
              <a:pathLst>
                <a:path extrusionOk="0" h="44810" w="146543">
                  <a:moveTo>
                    <a:pt x="56882" y="1"/>
                  </a:moveTo>
                  <a:cubicBezTo>
                    <a:pt x="54319" y="1"/>
                    <a:pt x="51784" y="94"/>
                    <a:pt x="49281" y="280"/>
                  </a:cubicBezTo>
                  <a:cubicBezTo>
                    <a:pt x="39684" y="995"/>
                    <a:pt x="30528" y="3066"/>
                    <a:pt x="22051" y="6448"/>
                  </a:cubicBezTo>
                  <a:cubicBezTo>
                    <a:pt x="7609" y="12198"/>
                    <a:pt x="72" y="19866"/>
                    <a:pt x="1" y="19937"/>
                  </a:cubicBezTo>
                  <a:lnTo>
                    <a:pt x="215" y="20152"/>
                  </a:lnTo>
                  <a:cubicBezTo>
                    <a:pt x="239" y="20128"/>
                    <a:pt x="2108" y="18211"/>
                    <a:pt x="5740" y="15604"/>
                  </a:cubicBezTo>
                  <a:cubicBezTo>
                    <a:pt x="9097" y="13210"/>
                    <a:pt x="14657" y="9710"/>
                    <a:pt x="22182" y="6710"/>
                  </a:cubicBezTo>
                  <a:cubicBezTo>
                    <a:pt x="30624" y="3352"/>
                    <a:pt x="39756" y="1280"/>
                    <a:pt x="49316" y="566"/>
                  </a:cubicBezTo>
                  <a:cubicBezTo>
                    <a:pt x="51792" y="384"/>
                    <a:pt x="54297" y="292"/>
                    <a:pt x="56831" y="292"/>
                  </a:cubicBezTo>
                  <a:cubicBezTo>
                    <a:pt x="66532" y="292"/>
                    <a:pt x="76636" y="1628"/>
                    <a:pt x="86964" y="4281"/>
                  </a:cubicBezTo>
                  <a:cubicBezTo>
                    <a:pt x="98668" y="7281"/>
                    <a:pt x="109062" y="11282"/>
                    <a:pt x="117873" y="16163"/>
                  </a:cubicBezTo>
                  <a:cubicBezTo>
                    <a:pt x="124909" y="20068"/>
                    <a:pt x="130958" y="24557"/>
                    <a:pt x="135839" y="29486"/>
                  </a:cubicBezTo>
                  <a:cubicBezTo>
                    <a:pt x="142495" y="36189"/>
                    <a:pt x="145567" y="42440"/>
                    <a:pt x="146257" y="44809"/>
                  </a:cubicBezTo>
                  <a:lnTo>
                    <a:pt x="146543" y="44726"/>
                  </a:lnTo>
                  <a:cubicBezTo>
                    <a:pt x="145840" y="42333"/>
                    <a:pt x="142757" y="36047"/>
                    <a:pt x="136077" y="29284"/>
                  </a:cubicBezTo>
                  <a:cubicBezTo>
                    <a:pt x="131172" y="24343"/>
                    <a:pt x="125100" y="19842"/>
                    <a:pt x="118027" y="15913"/>
                  </a:cubicBezTo>
                  <a:cubicBezTo>
                    <a:pt x="109193" y="11008"/>
                    <a:pt x="98775" y="6995"/>
                    <a:pt x="87047" y="3983"/>
                  </a:cubicBezTo>
                  <a:cubicBezTo>
                    <a:pt x="76704" y="1336"/>
                    <a:pt x="66592" y="1"/>
                    <a:pt x="56882" y="1"/>
                  </a:cubicBezTo>
                  <a:close/>
                </a:path>
              </a:pathLst>
            </a:custGeom>
            <a:gradFill>
              <a:gsLst>
                <a:gs pos="0">
                  <a:schemeClr val="accent3"/>
                </a:gs>
                <a:gs pos="26000">
                  <a:schemeClr val="accent4"/>
                </a:gs>
                <a:gs pos="58000">
                  <a:schemeClr val="dk2"/>
                </a:gs>
                <a:gs pos="100000">
                  <a:schemeClr val="lt2"/>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45"/>
            <p:cNvSpPr/>
            <p:nvPr/>
          </p:nvSpPr>
          <p:spPr>
            <a:xfrm>
              <a:off x="1792775" y="1969350"/>
              <a:ext cx="3700475" cy="1067475"/>
            </a:xfrm>
            <a:custGeom>
              <a:rect b="b" l="l" r="r" t="t"/>
              <a:pathLst>
                <a:path extrusionOk="0" h="42699" w="148019">
                  <a:moveTo>
                    <a:pt x="56032" y="0"/>
                  </a:moveTo>
                  <a:cubicBezTo>
                    <a:pt x="54065" y="0"/>
                    <a:pt x="52112" y="57"/>
                    <a:pt x="50173" y="170"/>
                  </a:cubicBezTo>
                  <a:cubicBezTo>
                    <a:pt x="40565" y="741"/>
                    <a:pt x="31314" y="2706"/>
                    <a:pt x="22694" y="6004"/>
                  </a:cubicBezTo>
                  <a:cubicBezTo>
                    <a:pt x="7989" y="11636"/>
                    <a:pt x="84" y="19315"/>
                    <a:pt x="0" y="19387"/>
                  </a:cubicBezTo>
                  <a:lnTo>
                    <a:pt x="203" y="19601"/>
                  </a:lnTo>
                  <a:cubicBezTo>
                    <a:pt x="227" y="19577"/>
                    <a:pt x="2203" y="17660"/>
                    <a:pt x="5953" y="15065"/>
                  </a:cubicBezTo>
                  <a:cubicBezTo>
                    <a:pt x="9418" y="12672"/>
                    <a:pt x="15157" y="9207"/>
                    <a:pt x="22813" y="6278"/>
                  </a:cubicBezTo>
                  <a:cubicBezTo>
                    <a:pt x="31409" y="2992"/>
                    <a:pt x="40624" y="1027"/>
                    <a:pt x="50197" y="468"/>
                  </a:cubicBezTo>
                  <a:cubicBezTo>
                    <a:pt x="52130" y="354"/>
                    <a:pt x="54079" y="298"/>
                    <a:pt x="56042" y="298"/>
                  </a:cubicBezTo>
                  <a:cubicBezTo>
                    <a:pt x="66237" y="298"/>
                    <a:pt x="76806" y="1826"/>
                    <a:pt x="87559" y="4861"/>
                  </a:cubicBezTo>
                  <a:cubicBezTo>
                    <a:pt x="99179" y="8135"/>
                    <a:pt x="109574" y="12171"/>
                    <a:pt x="118444" y="16839"/>
                  </a:cubicBezTo>
                  <a:cubicBezTo>
                    <a:pt x="125552" y="20577"/>
                    <a:pt x="131707" y="24721"/>
                    <a:pt x="136744" y="29174"/>
                  </a:cubicBezTo>
                  <a:cubicBezTo>
                    <a:pt x="143614" y="35234"/>
                    <a:pt x="146935" y="40663"/>
                    <a:pt x="147745" y="42699"/>
                  </a:cubicBezTo>
                  <a:lnTo>
                    <a:pt x="148019" y="42592"/>
                  </a:lnTo>
                  <a:cubicBezTo>
                    <a:pt x="147209" y="40544"/>
                    <a:pt x="143864" y="35067"/>
                    <a:pt x="136970" y="28971"/>
                  </a:cubicBezTo>
                  <a:cubicBezTo>
                    <a:pt x="131910" y="24506"/>
                    <a:pt x="125730" y="20339"/>
                    <a:pt x="118610" y="16589"/>
                  </a:cubicBezTo>
                  <a:cubicBezTo>
                    <a:pt x="109705" y="11910"/>
                    <a:pt x="99287" y="7861"/>
                    <a:pt x="87642" y="4575"/>
                  </a:cubicBezTo>
                  <a:cubicBezTo>
                    <a:pt x="76858" y="1530"/>
                    <a:pt x="66258" y="0"/>
                    <a:pt x="56032" y="0"/>
                  </a:cubicBezTo>
                  <a:close/>
                </a:path>
              </a:pathLst>
            </a:custGeom>
            <a:gradFill>
              <a:gsLst>
                <a:gs pos="0">
                  <a:schemeClr val="accent3"/>
                </a:gs>
                <a:gs pos="26000">
                  <a:schemeClr val="accent4"/>
                </a:gs>
                <a:gs pos="58000">
                  <a:schemeClr val="dk2"/>
                </a:gs>
                <a:gs pos="100000">
                  <a:schemeClr val="lt2"/>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45"/>
            <p:cNvSpPr/>
            <p:nvPr/>
          </p:nvSpPr>
          <p:spPr>
            <a:xfrm>
              <a:off x="1777900" y="1940625"/>
              <a:ext cx="3737375" cy="1015250"/>
            </a:xfrm>
            <a:custGeom>
              <a:rect b="b" l="l" r="r" t="t"/>
              <a:pathLst>
                <a:path extrusionOk="0" h="40610" w="149495">
                  <a:moveTo>
                    <a:pt x="55341" y="0"/>
                  </a:moveTo>
                  <a:cubicBezTo>
                    <a:pt x="53913" y="0"/>
                    <a:pt x="52492" y="31"/>
                    <a:pt x="51078" y="93"/>
                  </a:cubicBezTo>
                  <a:cubicBezTo>
                    <a:pt x="41458" y="509"/>
                    <a:pt x="32123" y="2367"/>
                    <a:pt x="23336" y="5593"/>
                  </a:cubicBezTo>
                  <a:cubicBezTo>
                    <a:pt x="8382" y="11082"/>
                    <a:pt x="83" y="18773"/>
                    <a:pt x="0" y="18857"/>
                  </a:cubicBezTo>
                  <a:lnTo>
                    <a:pt x="202" y="19071"/>
                  </a:lnTo>
                  <a:cubicBezTo>
                    <a:pt x="226" y="19047"/>
                    <a:pt x="2298" y="17119"/>
                    <a:pt x="6179" y="14547"/>
                  </a:cubicBezTo>
                  <a:cubicBezTo>
                    <a:pt x="9763" y="12166"/>
                    <a:pt x="15669" y="8725"/>
                    <a:pt x="23455" y="5867"/>
                  </a:cubicBezTo>
                  <a:cubicBezTo>
                    <a:pt x="32206" y="2652"/>
                    <a:pt x="41505" y="807"/>
                    <a:pt x="51102" y="390"/>
                  </a:cubicBezTo>
                  <a:cubicBezTo>
                    <a:pt x="52512" y="329"/>
                    <a:pt x="53930" y="298"/>
                    <a:pt x="55353" y="298"/>
                  </a:cubicBezTo>
                  <a:cubicBezTo>
                    <a:pt x="66020" y="298"/>
                    <a:pt x="77042" y="2027"/>
                    <a:pt x="88166" y="5462"/>
                  </a:cubicBezTo>
                  <a:cubicBezTo>
                    <a:pt x="99703" y="9022"/>
                    <a:pt x="110085" y="13082"/>
                    <a:pt x="119039" y="17535"/>
                  </a:cubicBezTo>
                  <a:cubicBezTo>
                    <a:pt x="126194" y="21107"/>
                    <a:pt x="132469" y="24917"/>
                    <a:pt x="137660" y="28894"/>
                  </a:cubicBezTo>
                  <a:cubicBezTo>
                    <a:pt x="146506" y="35645"/>
                    <a:pt x="149209" y="40562"/>
                    <a:pt x="149233" y="40610"/>
                  </a:cubicBezTo>
                  <a:lnTo>
                    <a:pt x="149495" y="40467"/>
                  </a:lnTo>
                  <a:cubicBezTo>
                    <a:pt x="149471" y="40419"/>
                    <a:pt x="146745" y="35466"/>
                    <a:pt x="137863" y="28668"/>
                  </a:cubicBezTo>
                  <a:cubicBezTo>
                    <a:pt x="132659" y="24691"/>
                    <a:pt x="126373" y="20857"/>
                    <a:pt x="119194" y="17285"/>
                  </a:cubicBezTo>
                  <a:cubicBezTo>
                    <a:pt x="110216" y="12820"/>
                    <a:pt x="99810" y="8748"/>
                    <a:pt x="88261" y="5177"/>
                  </a:cubicBezTo>
                  <a:cubicBezTo>
                    <a:pt x="77095" y="1731"/>
                    <a:pt x="66039" y="0"/>
                    <a:pt x="55341" y="0"/>
                  </a:cubicBezTo>
                  <a:close/>
                </a:path>
              </a:pathLst>
            </a:custGeom>
            <a:gradFill>
              <a:gsLst>
                <a:gs pos="0">
                  <a:schemeClr val="accent3"/>
                </a:gs>
                <a:gs pos="26000">
                  <a:schemeClr val="accent4"/>
                </a:gs>
                <a:gs pos="58000">
                  <a:schemeClr val="dk2"/>
                </a:gs>
                <a:gs pos="100000">
                  <a:schemeClr val="lt2"/>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45"/>
            <p:cNvSpPr/>
            <p:nvPr/>
          </p:nvSpPr>
          <p:spPr>
            <a:xfrm>
              <a:off x="1763300" y="1911525"/>
              <a:ext cx="3774000" cy="963675"/>
            </a:xfrm>
            <a:custGeom>
              <a:rect b="b" l="l" r="r" t="t"/>
              <a:pathLst>
                <a:path extrusionOk="0" h="38547" w="150960">
                  <a:moveTo>
                    <a:pt x="54778" y="1"/>
                  </a:moveTo>
                  <a:cubicBezTo>
                    <a:pt x="53836" y="1"/>
                    <a:pt x="52897" y="14"/>
                    <a:pt x="51960" y="42"/>
                  </a:cubicBezTo>
                  <a:cubicBezTo>
                    <a:pt x="42327" y="316"/>
                    <a:pt x="32910" y="2054"/>
                    <a:pt x="23980" y="5198"/>
                  </a:cubicBezTo>
                  <a:cubicBezTo>
                    <a:pt x="8764" y="10567"/>
                    <a:pt x="84" y="18259"/>
                    <a:pt x="1" y="18342"/>
                  </a:cubicBezTo>
                  <a:lnTo>
                    <a:pt x="203" y="18568"/>
                  </a:lnTo>
                  <a:cubicBezTo>
                    <a:pt x="227" y="18544"/>
                    <a:pt x="2382" y="16616"/>
                    <a:pt x="6394" y="14044"/>
                  </a:cubicBezTo>
                  <a:cubicBezTo>
                    <a:pt x="10097" y="11675"/>
                    <a:pt x="16169" y="8269"/>
                    <a:pt x="24087" y="5483"/>
                  </a:cubicBezTo>
                  <a:cubicBezTo>
                    <a:pt x="32993" y="2340"/>
                    <a:pt x="42387" y="614"/>
                    <a:pt x="51983" y="340"/>
                  </a:cubicBezTo>
                  <a:cubicBezTo>
                    <a:pt x="52917" y="312"/>
                    <a:pt x="53853" y="298"/>
                    <a:pt x="54792" y="298"/>
                  </a:cubicBezTo>
                  <a:cubicBezTo>
                    <a:pt x="65910" y="298"/>
                    <a:pt x="77321" y="2248"/>
                    <a:pt x="88762" y="6091"/>
                  </a:cubicBezTo>
                  <a:cubicBezTo>
                    <a:pt x="103073" y="10889"/>
                    <a:pt x="123326" y="18699"/>
                    <a:pt x="138566" y="28629"/>
                  </a:cubicBezTo>
                  <a:cubicBezTo>
                    <a:pt x="147686" y="34570"/>
                    <a:pt x="150698" y="38511"/>
                    <a:pt x="150734" y="38547"/>
                  </a:cubicBezTo>
                  <a:lnTo>
                    <a:pt x="150960" y="38368"/>
                  </a:lnTo>
                  <a:cubicBezTo>
                    <a:pt x="150936" y="38333"/>
                    <a:pt x="147900" y="34368"/>
                    <a:pt x="138756" y="28403"/>
                  </a:cubicBezTo>
                  <a:cubicBezTo>
                    <a:pt x="123492" y="18437"/>
                    <a:pt x="103192" y="10615"/>
                    <a:pt x="88857" y="5805"/>
                  </a:cubicBezTo>
                  <a:cubicBezTo>
                    <a:pt x="77383" y="1951"/>
                    <a:pt x="65939" y="1"/>
                    <a:pt x="54778" y="1"/>
                  </a:cubicBezTo>
                  <a:close/>
                </a:path>
              </a:pathLst>
            </a:custGeom>
            <a:gradFill>
              <a:gsLst>
                <a:gs pos="0">
                  <a:schemeClr val="accent3"/>
                </a:gs>
                <a:gs pos="26000">
                  <a:schemeClr val="accent4"/>
                </a:gs>
                <a:gs pos="58000">
                  <a:schemeClr val="dk2"/>
                </a:gs>
                <a:gs pos="100000">
                  <a:schemeClr val="lt2"/>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45"/>
            <p:cNvSpPr/>
            <p:nvPr/>
          </p:nvSpPr>
          <p:spPr>
            <a:xfrm>
              <a:off x="1748725" y="1881950"/>
              <a:ext cx="3810625" cy="912600"/>
            </a:xfrm>
            <a:custGeom>
              <a:rect b="b" l="l" r="r" t="t"/>
              <a:pathLst>
                <a:path extrusionOk="0" h="36504" w="152425">
                  <a:moveTo>
                    <a:pt x="54231" y="1"/>
                  </a:moveTo>
                  <a:cubicBezTo>
                    <a:pt x="53771" y="1"/>
                    <a:pt x="53311" y="4"/>
                    <a:pt x="52852" y="11"/>
                  </a:cubicBezTo>
                  <a:cubicBezTo>
                    <a:pt x="43208" y="142"/>
                    <a:pt x="33707" y="1773"/>
                    <a:pt x="24610" y="4833"/>
                  </a:cubicBezTo>
                  <a:cubicBezTo>
                    <a:pt x="16526" y="7559"/>
                    <a:pt x="10263" y="10953"/>
                    <a:pt x="6442" y="13322"/>
                  </a:cubicBezTo>
                  <a:cubicBezTo>
                    <a:pt x="2286" y="15882"/>
                    <a:pt x="12" y="17822"/>
                    <a:pt x="0" y="17846"/>
                  </a:cubicBezTo>
                  <a:lnTo>
                    <a:pt x="191" y="18073"/>
                  </a:lnTo>
                  <a:cubicBezTo>
                    <a:pt x="215" y="18049"/>
                    <a:pt x="2465" y="16120"/>
                    <a:pt x="6608" y="13560"/>
                  </a:cubicBezTo>
                  <a:cubicBezTo>
                    <a:pt x="10418" y="11203"/>
                    <a:pt x="16657" y="7833"/>
                    <a:pt x="24718" y="5107"/>
                  </a:cubicBezTo>
                  <a:cubicBezTo>
                    <a:pt x="33778" y="2059"/>
                    <a:pt x="43256" y="439"/>
                    <a:pt x="52864" y="297"/>
                  </a:cubicBezTo>
                  <a:cubicBezTo>
                    <a:pt x="53293" y="291"/>
                    <a:pt x="53723" y="288"/>
                    <a:pt x="54153" y="288"/>
                  </a:cubicBezTo>
                  <a:cubicBezTo>
                    <a:pt x="65755" y="288"/>
                    <a:pt x="77589" y="2455"/>
                    <a:pt x="89357" y="6726"/>
                  </a:cubicBezTo>
                  <a:cubicBezTo>
                    <a:pt x="103573" y="11881"/>
                    <a:pt x="123801" y="19835"/>
                    <a:pt x="139482" y="28395"/>
                  </a:cubicBezTo>
                  <a:cubicBezTo>
                    <a:pt x="148864" y="33515"/>
                    <a:pt x="152198" y="36468"/>
                    <a:pt x="152222" y="36503"/>
                  </a:cubicBezTo>
                  <a:lnTo>
                    <a:pt x="152424" y="36277"/>
                  </a:lnTo>
                  <a:cubicBezTo>
                    <a:pt x="152388" y="36253"/>
                    <a:pt x="149043" y="33289"/>
                    <a:pt x="139649" y="28157"/>
                  </a:cubicBezTo>
                  <a:cubicBezTo>
                    <a:pt x="123944" y="19573"/>
                    <a:pt x="103692" y="11619"/>
                    <a:pt x="89464" y="6452"/>
                  </a:cubicBezTo>
                  <a:cubicBezTo>
                    <a:pt x="77690" y="2169"/>
                    <a:pt x="65851" y="1"/>
                    <a:pt x="54231" y="1"/>
                  </a:cubicBezTo>
                  <a:close/>
                </a:path>
              </a:pathLst>
            </a:custGeom>
            <a:gradFill>
              <a:gsLst>
                <a:gs pos="0">
                  <a:schemeClr val="accent3"/>
                </a:gs>
                <a:gs pos="26000">
                  <a:schemeClr val="accent4"/>
                </a:gs>
                <a:gs pos="58000">
                  <a:schemeClr val="dk2"/>
                </a:gs>
                <a:gs pos="100000">
                  <a:schemeClr val="lt2"/>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45"/>
            <p:cNvSpPr/>
            <p:nvPr/>
          </p:nvSpPr>
          <p:spPr>
            <a:xfrm>
              <a:off x="1733825" y="1851850"/>
              <a:ext cx="3847250" cy="861725"/>
            </a:xfrm>
            <a:custGeom>
              <a:rect b="b" l="l" r="r" t="t"/>
              <a:pathLst>
                <a:path extrusionOk="0" h="34469" w="153890">
                  <a:moveTo>
                    <a:pt x="53698" y="0"/>
                  </a:moveTo>
                  <a:cubicBezTo>
                    <a:pt x="44054" y="0"/>
                    <a:pt x="34493" y="1512"/>
                    <a:pt x="25266" y="4489"/>
                  </a:cubicBezTo>
                  <a:cubicBezTo>
                    <a:pt x="17039" y="7144"/>
                    <a:pt x="10609" y="10502"/>
                    <a:pt x="6668" y="12847"/>
                  </a:cubicBezTo>
                  <a:cubicBezTo>
                    <a:pt x="2394" y="15395"/>
                    <a:pt x="25" y="17348"/>
                    <a:pt x="1" y="17360"/>
                  </a:cubicBezTo>
                  <a:lnTo>
                    <a:pt x="191" y="17598"/>
                  </a:lnTo>
                  <a:cubicBezTo>
                    <a:pt x="215" y="17574"/>
                    <a:pt x="2573" y="15633"/>
                    <a:pt x="6835" y="13097"/>
                  </a:cubicBezTo>
                  <a:cubicBezTo>
                    <a:pt x="10764" y="10764"/>
                    <a:pt x="17170" y="7418"/>
                    <a:pt x="25373" y="4775"/>
                  </a:cubicBezTo>
                  <a:cubicBezTo>
                    <a:pt x="34565" y="1798"/>
                    <a:pt x="44090" y="298"/>
                    <a:pt x="53698" y="298"/>
                  </a:cubicBezTo>
                  <a:lnTo>
                    <a:pt x="53758" y="298"/>
                  </a:lnTo>
                  <a:cubicBezTo>
                    <a:pt x="65795" y="310"/>
                    <a:pt x="77975" y="2691"/>
                    <a:pt x="89965" y="7382"/>
                  </a:cubicBezTo>
                  <a:cubicBezTo>
                    <a:pt x="138899" y="26527"/>
                    <a:pt x="153603" y="34397"/>
                    <a:pt x="153746" y="34469"/>
                  </a:cubicBezTo>
                  <a:lnTo>
                    <a:pt x="153889" y="34207"/>
                  </a:lnTo>
                  <a:cubicBezTo>
                    <a:pt x="153746" y="34135"/>
                    <a:pt x="139030" y="26265"/>
                    <a:pt x="90072" y="7108"/>
                  </a:cubicBezTo>
                  <a:cubicBezTo>
                    <a:pt x="78046" y="2393"/>
                    <a:pt x="65831" y="0"/>
                    <a:pt x="53758" y="0"/>
                  </a:cubicBezTo>
                  <a:close/>
                </a:path>
              </a:pathLst>
            </a:custGeom>
            <a:gradFill>
              <a:gsLst>
                <a:gs pos="0">
                  <a:schemeClr val="accent3"/>
                </a:gs>
                <a:gs pos="26000">
                  <a:schemeClr val="accent4"/>
                </a:gs>
                <a:gs pos="58000">
                  <a:schemeClr val="dk2"/>
                </a:gs>
                <a:gs pos="100000">
                  <a:schemeClr val="lt2"/>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45"/>
            <p:cNvSpPr/>
            <p:nvPr/>
          </p:nvSpPr>
          <p:spPr>
            <a:xfrm>
              <a:off x="1719250" y="1821525"/>
              <a:ext cx="3883250" cy="811400"/>
            </a:xfrm>
            <a:custGeom>
              <a:rect b="b" l="l" r="r" t="t"/>
              <a:pathLst>
                <a:path extrusionOk="0" h="32456" w="155330">
                  <a:moveTo>
                    <a:pt x="53287" y="1"/>
                  </a:moveTo>
                  <a:cubicBezTo>
                    <a:pt x="44059" y="1"/>
                    <a:pt x="34854" y="1396"/>
                    <a:pt x="25897" y="4166"/>
                  </a:cubicBezTo>
                  <a:cubicBezTo>
                    <a:pt x="17538" y="6750"/>
                    <a:pt x="10942" y="10072"/>
                    <a:pt x="6882" y="12405"/>
                  </a:cubicBezTo>
                  <a:cubicBezTo>
                    <a:pt x="2477" y="14929"/>
                    <a:pt x="24" y="16882"/>
                    <a:pt x="1" y="16894"/>
                  </a:cubicBezTo>
                  <a:lnTo>
                    <a:pt x="179" y="17132"/>
                  </a:lnTo>
                  <a:cubicBezTo>
                    <a:pt x="203" y="17108"/>
                    <a:pt x="2656" y="15179"/>
                    <a:pt x="7037" y="12655"/>
                  </a:cubicBezTo>
                  <a:cubicBezTo>
                    <a:pt x="11085" y="10333"/>
                    <a:pt x="17657" y="7024"/>
                    <a:pt x="26004" y="4440"/>
                  </a:cubicBezTo>
                  <a:cubicBezTo>
                    <a:pt x="34894" y="1691"/>
                    <a:pt x="44042" y="297"/>
                    <a:pt x="53192" y="297"/>
                  </a:cubicBezTo>
                  <a:cubicBezTo>
                    <a:pt x="53674" y="297"/>
                    <a:pt x="54156" y="301"/>
                    <a:pt x="54638" y="308"/>
                  </a:cubicBezTo>
                  <a:cubicBezTo>
                    <a:pt x="66687" y="487"/>
                    <a:pt x="78772" y="3095"/>
                    <a:pt x="90559" y="8047"/>
                  </a:cubicBezTo>
                  <a:cubicBezTo>
                    <a:pt x="139137" y="28467"/>
                    <a:pt x="155103" y="32420"/>
                    <a:pt x="155258" y="32455"/>
                  </a:cubicBezTo>
                  <a:lnTo>
                    <a:pt x="155329" y="32170"/>
                  </a:lnTo>
                  <a:cubicBezTo>
                    <a:pt x="155175" y="32122"/>
                    <a:pt x="139220" y="28181"/>
                    <a:pt x="90679" y="7774"/>
                  </a:cubicBezTo>
                  <a:cubicBezTo>
                    <a:pt x="78844" y="2809"/>
                    <a:pt x="66723" y="201"/>
                    <a:pt x="54638" y="11"/>
                  </a:cubicBezTo>
                  <a:cubicBezTo>
                    <a:pt x="54188" y="4"/>
                    <a:pt x="53738" y="1"/>
                    <a:pt x="53287" y="1"/>
                  </a:cubicBezTo>
                  <a:close/>
                </a:path>
              </a:pathLst>
            </a:custGeom>
            <a:gradFill>
              <a:gsLst>
                <a:gs pos="0">
                  <a:schemeClr val="accent3"/>
                </a:gs>
                <a:gs pos="26000">
                  <a:schemeClr val="accent4"/>
                </a:gs>
                <a:gs pos="58000">
                  <a:schemeClr val="dk2"/>
                </a:gs>
                <a:gs pos="100000">
                  <a:schemeClr val="lt2"/>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45"/>
            <p:cNvSpPr/>
            <p:nvPr/>
          </p:nvSpPr>
          <p:spPr>
            <a:xfrm>
              <a:off x="1704675" y="1790725"/>
              <a:ext cx="3919550" cy="760925"/>
            </a:xfrm>
            <a:custGeom>
              <a:rect b="b" l="l" r="r" t="t"/>
              <a:pathLst>
                <a:path extrusionOk="0" h="30437" w="156782">
                  <a:moveTo>
                    <a:pt x="52856" y="1"/>
                  </a:moveTo>
                  <a:cubicBezTo>
                    <a:pt x="44054" y="1"/>
                    <a:pt x="35213" y="1287"/>
                    <a:pt x="26539" y="3850"/>
                  </a:cubicBezTo>
                  <a:cubicBezTo>
                    <a:pt x="10275" y="8660"/>
                    <a:pt x="95" y="16364"/>
                    <a:pt x="0" y="16447"/>
                  </a:cubicBezTo>
                  <a:lnTo>
                    <a:pt x="179" y="16685"/>
                  </a:lnTo>
                  <a:cubicBezTo>
                    <a:pt x="274" y="16602"/>
                    <a:pt x="10418" y="8922"/>
                    <a:pt x="26634" y="4136"/>
                  </a:cubicBezTo>
                  <a:cubicBezTo>
                    <a:pt x="35275" y="1584"/>
                    <a:pt x="44093" y="299"/>
                    <a:pt x="52865" y="299"/>
                  </a:cubicBezTo>
                  <a:cubicBezTo>
                    <a:pt x="53750" y="299"/>
                    <a:pt x="54635" y="312"/>
                    <a:pt x="55519" y="338"/>
                  </a:cubicBezTo>
                  <a:cubicBezTo>
                    <a:pt x="67580" y="695"/>
                    <a:pt x="79570" y="3529"/>
                    <a:pt x="91154" y="8744"/>
                  </a:cubicBezTo>
                  <a:cubicBezTo>
                    <a:pt x="105061" y="14994"/>
                    <a:pt x="125206" y="23388"/>
                    <a:pt x="142232" y="27817"/>
                  </a:cubicBezTo>
                  <a:cubicBezTo>
                    <a:pt x="152126" y="30389"/>
                    <a:pt x="156460" y="30437"/>
                    <a:pt x="156758" y="30437"/>
                  </a:cubicBezTo>
                  <a:lnTo>
                    <a:pt x="156782" y="30437"/>
                  </a:lnTo>
                  <a:lnTo>
                    <a:pt x="156770" y="30139"/>
                  </a:lnTo>
                  <a:cubicBezTo>
                    <a:pt x="156769" y="30139"/>
                    <a:pt x="156767" y="30139"/>
                    <a:pt x="156764" y="30139"/>
                  </a:cubicBezTo>
                  <a:cubicBezTo>
                    <a:pt x="156581" y="30139"/>
                    <a:pt x="152279" y="30116"/>
                    <a:pt x="142280" y="27520"/>
                  </a:cubicBezTo>
                  <a:cubicBezTo>
                    <a:pt x="125278" y="23091"/>
                    <a:pt x="105168" y="14709"/>
                    <a:pt x="91285" y="8470"/>
                  </a:cubicBezTo>
                  <a:cubicBezTo>
                    <a:pt x="79665" y="3231"/>
                    <a:pt x="67628" y="397"/>
                    <a:pt x="55519" y="40"/>
                  </a:cubicBezTo>
                  <a:cubicBezTo>
                    <a:pt x="54632" y="14"/>
                    <a:pt x="53744" y="1"/>
                    <a:pt x="52856" y="1"/>
                  </a:cubicBezTo>
                  <a:close/>
                </a:path>
              </a:pathLst>
            </a:custGeom>
            <a:gradFill>
              <a:gsLst>
                <a:gs pos="0">
                  <a:schemeClr val="accent3"/>
                </a:gs>
                <a:gs pos="26000">
                  <a:schemeClr val="accent4"/>
                </a:gs>
                <a:gs pos="58000">
                  <a:schemeClr val="dk2"/>
                </a:gs>
                <a:gs pos="100000">
                  <a:schemeClr val="lt2"/>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45"/>
            <p:cNvSpPr/>
            <p:nvPr/>
          </p:nvSpPr>
          <p:spPr>
            <a:xfrm>
              <a:off x="1689775" y="1759800"/>
              <a:ext cx="3957375" cy="718050"/>
            </a:xfrm>
            <a:custGeom>
              <a:rect b="b" l="l" r="r" t="t"/>
              <a:pathLst>
                <a:path extrusionOk="0" h="28722" w="158295">
                  <a:moveTo>
                    <a:pt x="52496" y="0"/>
                  </a:moveTo>
                  <a:cubicBezTo>
                    <a:pt x="44079" y="0"/>
                    <a:pt x="35582" y="1193"/>
                    <a:pt x="27183" y="3563"/>
                  </a:cubicBezTo>
                  <a:cubicBezTo>
                    <a:pt x="10657" y="8219"/>
                    <a:pt x="108" y="15922"/>
                    <a:pt x="1" y="16005"/>
                  </a:cubicBezTo>
                  <a:lnTo>
                    <a:pt x="179" y="16243"/>
                  </a:lnTo>
                  <a:cubicBezTo>
                    <a:pt x="287" y="16172"/>
                    <a:pt x="10800" y="8492"/>
                    <a:pt x="27266" y="3849"/>
                  </a:cubicBezTo>
                  <a:cubicBezTo>
                    <a:pt x="35644" y="1489"/>
                    <a:pt x="44110" y="298"/>
                    <a:pt x="52504" y="298"/>
                  </a:cubicBezTo>
                  <a:cubicBezTo>
                    <a:pt x="53809" y="298"/>
                    <a:pt x="55112" y="327"/>
                    <a:pt x="56413" y="384"/>
                  </a:cubicBezTo>
                  <a:cubicBezTo>
                    <a:pt x="68486" y="920"/>
                    <a:pt x="80380" y="3968"/>
                    <a:pt x="91762" y="9433"/>
                  </a:cubicBezTo>
                  <a:cubicBezTo>
                    <a:pt x="105562" y="16053"/>
                    <a:pt x="125671" y="24602"/>
                    <a:pt x="143150" y="27650"/>
                  </a:cubicBezTo>
                  <a:cubicBezTo>
                    <a:pt x="148043" y="28495"/>
                    <a:pt x="151651" y="28721"/>
                    <a:pt x="154127" y="28721"/>
                  </a:cubicBezTo>
                  <a:cubicBezTo>
                    <a:pt x="156949" y="28721"/>
                    <a:pt x="158271" y="28423"/>
                    <a:pt x="158294" y="28423"/>
                  </a:cubicBezTo>
                  <a:lnTo>
                    <a:pt x="158223" y="28126"/>
                  </a:lnTo>
                  <a:cubicBezTo>
                    <a:pt x="158204" y="28132"/>
                    <a:pt x="156902" y="28423"/>
                    <a:pt x="154126" y="28423"/>
                  </a:cubicBezTo>
                  <a:cubicBezTo>
                    <a:pt x="151669" y="28423"/>
                    <a:pt x="148058" y="28195"/>
                    <a:pt x="143162" y="27340"/>
                  </a:cubicBezTo>
                  <a:cubicBezTo>
                    <a:pt x="125731" y="24304"/>
                    <a:pt x="105657" y="15779"/>
                    <a:pt x="91893" y="9159"/>
                  </a:cubicBezTo>
                  <a:cubicBezTo>
                    <a:pt x="80475" y="3682"/>
                    <a:pt x="68533" y="622"/>
                    <a:pt x="56413" y="87"/>
                  </a:cubicBezTo>
                  <a:cubicBezTo>
                    <a:pt x="55109" y="29"/>
                    <a:pt x="53804" y="0"/>
                    <a:pt x="52496" y="0"/>
                  </a:cubicBezTo>
                  <a:close/>
                </a:path>
              </a:pathLst>
            </a:custGeom>
            <a:gradFill>
              <a:gsLst>
                <a:gs pos="0">
                  <a:schemeClr val="accent3"/>
                </a:gs>
                <a:gs pos="26000">
                  <a:schemeClr val="accent4"/>
                </a:gs>
                <a:gs pos="58000">
                  <a:schemeClr val="dk2"/>
                </a:gs>
                <a:gs pos="100000">
                  <a:schemeClr val="lt2"/>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45"/>
            <p:cNvSpPr/>
            <p:nvPr/>
          </p:nvSpPr>
          <p:spPr>
            <a:xfrm>
              <a:off x="1675200" y="1728425"/>
              <a:ext cx="3995175" cy="694050"/>
            </a:xfrm>
            <a:custGeom>
              <a:rect b="b" l="l" r="r" t="t"/>
              <a:pathLst>
                <a:path extrusionOk="0" h="27762" w="159807">
                  <a:moveTo>
                    <a:pt x="52165" y="1"/>
                  </a:moveTo>
                  <a:cubicBezTo>
                    <a:pt x="44106" y="1"/>
                    <a:pt x="35932" y="1105"/>
                    <a:pt x="27813" y="3294"/>
                  </a:cubicBezTo>
                  <a:cubicBezTo>
                    <a:pt x="11026" y="7807"/>
                    <a:pt x="108" y="15498"/>
                    <a:pt x="0" y="15581"/>
                  </a:cubicBezTo>
                  <a:lnTo>
                    <a:pt x="167" y="15820"/>
                  </a:lnTo>
                  <a:cubicBezTo>
                    <a:pt x="274" y="15748"/>
                    <a:pt x="11168" y="8081"/>
                    <a:pt x="27897" y="3580"/>
                  </a:cubicBezTo>
                  <a:cubicBezTo>
                    <a:pt x="35994" y="1401"/>
                    <a:pt x="44132" y="298"/>
                    <a:pt x="52164" y="298"/>
                  </a:cubicBezTo>
                  <a:cubicBezTo>
                    <a:pt x="53875" y="298"/>
                    <a:pt x="55581" y="348"/>
                    <a:pt x="57281" y="449"/>
                  </a:cubicBezTo>
                  <a:cubicBezTo>
                    <a:pt x="69378" y="1163"/>
                    <a:pt x="81177" y="4425"/>
                    <a:pt x="92357" y="10140"/>
                  </a:cubicBezTo>
                  <a:cubicBezTo>
                    <a:pt x="103311" y="15736"/>
                    <a:pt x="113657" y="20082"/>
                    <a:pt x="123135" y="23047"/>
                  </a:cubicBezTo>
                  <a:cubicBezTo>
                    <a:pt x="130719" y="25416"/>
                    <a:pt x="137756" y="26916"/>
                    <a:pt x="144054" y="27500"/>
                  </a:cubicBezTo>
                  <a:cubicBezTo>
                    <a:pt x="146150" y="27690"/>
                    <a:pt x="148019" y="27762"/>
                    <a:pt x="149686" y="27762"/>
                  </a:cubicBezTo>
                  <a:cubicBezTo>
                    <a:pt x="156544" y="27762"/>
                    <a:pt x="159758" y="26428"/>
                    <a:pt x="159806" y="26416"/>
                  </a:cubicBezTo>
                  <a:lnTo>
                    <a:pt x="159687" y="26142"/>
                  </a:lnTo>
                  <a:cubicBezTo>
                    <a:pt x="159649" y="26161"/>
                    <a:pt x="156493" y="27463"/>
                    <a:pt x="149726" y="27463"/>
                  </a:cubicBezTo>
                  <a:cubicBezTo>
                    <a:pt x="148067" y="27463"/>
                    <a:pt x="146191" y="27385"/>
                    <a:pt x="144090" y="27190"/>
                  </a:cubicBezTo>
                  <a:cubicBezTo>
                    <a:pt x="137803" y="26619"/>
                    <a:pt x="130791" y="25118"/>
                    <a:pt x="123230" y="22761"/>
                  </a:cubicBezTo>
                  <a:cubicBezTo>
                    <a:pt x="113765" y="19808"/>
                    <a:pt x="103430" y="15462"/>
                    <a:pt x="92500" y="9878"/>
                  </a:cubicBezTo>
                  <a:cubicBezTo>
                    <a:pt x="81284" y="4140"/>
                    <a:pt x="69438" y="865"/>
                    <a:pt x="57293" y="151"/>
                  </a:cubicBezTo>
                  <a:cubicBezTo>
                    <a:pt x="55590" y="51"/>
                    <a:pt x="53880" y="1"/>
                    <a:pt x="52165" y="1"/>
                  </a:cubicBezTo>
                  <a:close/>
                </a:path>
              </a:pathLst>
            </a:custGeom>
            <a:gradFill>
              <a:gsLst>
                <a:gs pos="0">
                  <a:schemeClr val="accent3"/>
                </a:gs>
                <a:gs pos="26000">
                  <a:schemeClr val="accent4"/>
                </a:gs>
                <a:gs pos="58000">
                  <a:schemeClr val="dk2"/>
                </a:gs>
                <a:gs pos="100000">
                  <a:schemeClr val="lt2"/>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45"/>
            <p:cNvSpPr/>
            <p:nvPr/>
          </p:nvSpPr>
          <p:spPr>
            <a:xfrm>
              <a:off x="1660325" y="1696925"/>
              <a:ext cx="4032650" cy="683875"/>
            </a:xfrm>
            <a:custGeom>
              <a:rect b="b" l="l" r="r" t="t"/>
              <a:pathLst>
                <a:path extrusionOk="0" h="27355" w="161306">
                  <a:moveTo>
                    <a:pt x="51842" y="1"/>
                  </a:moveTo>
                  <a:cubicBezTo>
                    <a:pt x="44134" y="1"/>
                    <a:pt x="36293" y="1014"/>
                    <a:pt x="28444" y="3030"/>
                  </a:cubicBezTo>
                  <a:cubicBezTo>
                    <a:pt x="11406" y="7400"/>
                    <a:pt x="119" y="15079"/>
                    <a:pt x="0" y="15151"/>
                  </a:cubicBezTo>
                  <a:lnTo>
                    <a:pt x="179" y="15401"/>
                  </a:lnTo>
                  <a:cubicBezTo>
                    <a:pt x="286" y="15329"/>
                    <a:pt x="11537" y="7674"/>
                    <a:pt x="28527" y="3316"/>
                  </a:cubicBezTo>
                  <a:cubicBezTo>
                    <a:pt x="36346" y="1310"/>
                    <a:pt x="44165" y="298"/>
                    <a:pt x="51847" y="298"/>
                  </a:cubicBezTo>
                  <a:cubicBezTo>
                    <a:pt x="53967" y="298"/>
                    <a:pt x="56077" y="375"/>
                    <a:pt x="58174" y="530"/>
                  </a:cubicBezTo>
                  <a:cubicBezTo>
                    <a:pt x="70283" y="1411"/>
                    <a:pt x="81987" y="4888"/>
                    <a:pt x="92964" y="10853"/>
                  </a:cubicBezTo>
                  <a:cubicBezTo>
                    <a:pt x="103823" y="16758"/>
                    <a:pt x="114169" y="21152"/>
                    <a:pt x="123718" y="23902"/>
                  </a:cubicBezTo>
                  <a:cubicBezTo>
                    <a:pt x="131362" y="26093"/>
                    <a:pt x="138505" y="27259"/>
                    <a:pt x="144971" y="27355"/>
                  </a:cubicBezTo>
                  <a:lnTo>
                    <a:pt x="145768" y="27355"/>
                  </a:lnTo>
                  <a:cubicBezTo>
                    <a:pt x="154126" y="27355"/>
                    <a:pt x="159568" y="25462"/>
                    <a:pt x="161306" y="24414"/>
                  </a:cubicBezTo>
                  <a:lnTo>
                    <a:pt x="161151" y="24164"/>
                  </a:lnTo>
                  <a:cubicBezTo>
                    <a:pt x="159445" y="25190"/>
                    <a:pt x="154080" y="27063"/>
                    <a:pt x="145801" y="27063"/>
                  </a:cubicBezTo>
                  <a:cubicBezTo>
                    <a:pt x="145527" y="27063"/>
                    <a:pt x="145250" y="27061"/>
                    <a:pt x="144971" y="27057"/>
                  </a:cubicBezTo>
                  <a:cubicBezTo>
                    <a:pt x="138541" y="26962"/>
                    <a:pt x="131409" y="25807"/>
                    <a:pt x="123801" y="23616"/>
                  </a:cubicBezTo>
                  <a:cubicBezTo>
                    <a:pt x="114276" y="20866"/>
                    <a:pt x="103942" y="16484"/>
                    <a:pt x="93107" y="10591"/>
                  </a:cubicBezTo>
                  <a:cubicBezTo>
                    <a:pt x="82094" y="4602"/>
                    <a:pt x="70342" y="1113"/>
                    <a:pt x="58186" y="232"/>
                  </a:cubicBezTo>
                  <a:cubicBezTo>
                    <a:pt x="56083" y="78"/>
                    <a:pt x="53968" y="1"/>
                    <a:pt x="51842" y="1"/>
                  </a:cubicBezTo>
                  <a:close/>
                </a:path>
              </a:pathLst>
            </a:custGeom>
            <a:gradFill>
              <a:gsLst>
                <a:gs pos="0">
                  <a:schemeClr val="accent3"/>
                </a:gs>
                <a:gs pos="26000">
                  <a:schemeClr val="accent4"/>
                </a:gs>
                <a:gs pos="58000">
                  <a:schemeClr val="dk2"/>
                </a:gs>
                <a:gs pos="100000">
                  <a:schemeClr val="lt2"/>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45"/>
            <p:cNvSpPr/>
            <p:nvPr/>
          </p:nvSpPr>
          <p:spPr>
            <a:xfrm>
              <a:off x="1645725" y="1664950"/>
              <a:ext cx="4069875" cy="683400"/>
            </a:xfrm>
            <a:custGeom>
              <a:rect b="b" l="l" r="r" t="t"/>
              <a:pathLst>
                <a:path extrusionOk="0" h="27336" w="162795">
                  <a:moveTo>
                    <a:pt x="51616" y="1"/>
                  </a:moveTo>
                  <a:cubicBezTo>
                    <a:pt x="44215" y="1"/>
                    <a:pt x="36656" y="934"/>
                    <a:pt x="29064" y="2785"/>
                  </a:cubicBezTo>
                  <a:cubicBezTo>
                    <a:pt x="11776" y="7012"/>
                    <a:pt x="120" y="14680"/>
                    <a:pt x="1" y="14751"/>
                  </a:cubicBezTo>
                  <a:lnTo>
                    <a:pt x="167" y="15001"/>
                  </a:lnTo>
                  <a:cubicBezTo>
                    <a:pt x="275" y="14930"/>
                    <a:pt x="11895" y="7286"/>
                    <a:pt x="29135" y="3071"/>
                  </a:cubicBezTo>
                  <a:cubicBezTo>
                    <a:pt x="36687" y="1234"/>
                    <a:pt x="44193" y="303"/>
                    <a:pt x="51549" y="303"/>
                  </a:cubicBezTo>
                  <a:cubicBezTo>
                    <a:pt x="54062" y="303"/>
                    <a:pt x="56558" y="412"/>
                    <a:pt x="59032" y="630"/>
                  </a:cubicBezTo>
                  <a:cubicBezTo>
                    <a:pt x="71164" y="1678"/>
                    <a:pt x="82773" y="5369"/>
                    <a:pt x="93560" y="11584"/>
                  </a:cubicBezTo>
                  <a:cubicBezTo>
                    <a:pt x="104323" y="17799"/>
                    <a:pt x="114658" y="22228"/>
                    <a:pt x="124278" y="24776"/>
                  </a:cubicBezTo>
                  <a:cubicBezTo>
                    <a:pt x="130731" y="26479"/>
                    <a:pt x="136875" y="27336"/>
                    <a:pt x="142590" y="27336"/>
                  </a:cubicBezTo>
                  <a:cubicBezTo>
                    <a:pt x="143697" y="27336"/>
                    <a:pt x="144781" y="27300"/>
                    <a:pt x="145864" y="27229"/>
                  </a:cubicBezTo>
                  <a:cubicBezTo>
                    <a:pt x="151758" y="26883"/>
                    <a:pt x="156044" y="25598"/>
                    <a:pt x="158604" y="24586"/>
                  </a:cubicBezTo>
                  <a:cubicBezTo>
                    <a:pt x="161378" y="23478"/>
                    <a:pt x="162735" y="22478"/>
                    <a:pt x="162795" y="22442"/>
                  </a:cubicBezTo>
                  <a:lnTo>
                    <a:pt x="162616" y="22204"/>
                  </a:lnTo>
                  <a:cubicBezTo>
                    <a:pt x="162604" y="22204"/>
                    <a:pt x="161235" y="23216"/>
                    <a:pt x="158485" y="24312"/>
                  </a:cubicBezTo>
                  <a:cubicBezTo>
                    <a:pt x="155949" y="25312"/>
                    <a:pt x="151698" y="26586"/>
                    <a:pt x="145840" y="26931"/>
                  </a:cubicBezTo>
                  <a:cubicBezTo>
                    <a:pt x="144761" y="26997"/>
                    <a:pt x="143664" y="27031"/>
                    <a:pt x="142550" y="27031"/>
                  </a:cubicBezTo>
                  <a:cubicBezTo>
                    <a:pt x="136874" y="27031"/>
                    <a:pt x="130770" y="26171"/>
                    <a:pt x="124350" y="24478"/>
                  </a:cubicBezTo>
                  <a:cubicBezTo>
                    <a:pt x="114765" y="21954"/>
                    <a:pt x="104454" y="17525"/>
                    <a:pt x="93703" y="11334"/>
                  </a:cubicBezTo>
                  <a:cubicBezTo>
                    <a:pt x="82892" y="5095"/>
                    <a:pt x="71224" y="1392"/>
                    <a:pt x="59056" y="321"/>
                  </a:cubicBezTo>
                  <a:cubicBezTo>
                    <a:pt x="56597" y="107"/>
                    <a:pt x="54115" y="1"/>
                    <a:pt x="51616" y="1"/>
                  </a:cubicBezTo>
                  <a:close/>
                </a:path>
              </a:pathLst>
            </a:custGeom>
            <a:gradFill>
              <a:gsLst>
                <a:gs pos="0">
                  <a:schemeClr val="accent3"/>
                </a:gs>
                <a:gs pos="26000">
                  <a:schemeClr val="accent4"/>
                </a:gs>
                <a:gs pos="58000">
                  <a:schemeClr val="dk2"/>
                </a:gs>
                <a:gs pos="100000">
                  <a:schemeClr val="lt2"/>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45"/>
            <p:cNvSpPr/>
            <p:nvPr/>
          </p:nvSpPr>
          <p:spPr>
            <a:xfrm>
              <a:off x="1631150" y="1633025"/>
              <a:ext cx="4107375" cy="688850"/>
            </a:xfrm>
            <a:custGeom>
              <a:rect b="b" l="l" r="r" t="t"/>
              <a:pathLst>
                <a:path extrusionOk="0" h="27554" w="164295">
                  <a:moveTo>
                    <a:pt x="51316" y="0"/>
                  </a:moveTo>
                  <a:cubicBezTo>
                    <a:pt x="44243" y="0"/>
                    <a:pt x="36998" y="853"/>
                    <a:pt x="29694" y="2550"/>
                  </a:cubicBezTo>
                  <a:cubicBezTo>
                    <a:pt x="12145" y="6622"/>
                    <a:pt x="119" y="14278"/>
                    <a:pt x="0" y="14349"/>
                  </a:cubicBezTo>
                  <a:lnTo>
                    <a:pt x="155" y="14599"/>
                  </a:lnTo>
                  <a:cubicBezTo>
                    <a:pt x="274" y="14528"/>
                    <a:pt x="12252" y="6908"/>
                    <a:pt x="29754" y="2836"/>
                  </a:cubicBezTo>
                  <a:cubicBezTo>
                    <a:pt x="37038" y="1148"/>
                    <a:pt x="44256" y="297"/>
                    <a:pt x="51303" y="297"/>
                  </a:cubicBezTo>
                  <a:cubicBezTo>
                    <a:pt x="54196" y="297"/>
                    <a:pt x="57061" y="441"/>
                    <a:pt x="59889" y="729"/>
                  </a:cubicBezTo>
                  <a:cubicBezTo>
                    <a:pt x="72045" y="1955"/>
                    <a:pt x="83570" y="5860"/>
                    <a:pt x="94155" y="12325"/>
                  </a:cubicBezTo>
                  <a:cubicBezTo>
                    <a:pt x="104823" y="18838"/>
                    <a:pt x="115158" y="23327"/>
                    <a:pt x="124849" y="25648"/>
                  </a:cubicBezTo>
                  <a:cubicBezTo>
                    <a:pt x="130100" y="26910"/>
                    <a:pt x="135184" y="27553"/>
                    <a:pt x="140030" y="27553"/>
                  </a:cubicBezTo>
                  <a:cubicBezTo>
                    <a:pt x="142328" y="27553"/>
                    <a:pt x="144566" y="27398"/>
                    <a:pt x="146757" y="27113"/>
                  </a:cubicBezTo>
                  <a:cubicBezTo>
                    <a:pt x="152793" y="26327"/>
                    <a:pt x="157234" y="24553"/>
                    <a:pt x="159901" y="23219"/>
                  </a:cubicBezTo>
                  <a:cubicBezTo>
                    <a:pt x="162794" y="21755"/>
                    <a:pt x="164271" y="20469"/>
                    <a:pt x="164295" y="20457"/>
                  </a:cubicBezTo>
                  <a:lnTo>
                    <a:pt x="164092" y="20231"/>
                  </a:lnTo>
                  <a:cubicBezTo>
                    <a:pt x="164080" y="20243"/>
                    <a:pt x="162616" y="21517"/>
                    <a:pt x="159746" y="22957"/>
                  </a:cubicBezTo>
                  <a:cubicBezTo>
                    <a:pt x="157103" y="24291"/>
                    <a:pt x="152698" y="26041"/>
                    <a:pt x="146697" y="26827"/>
                  </a:cubicBezTo>
                  <a:cubicBezTo>
                    <a:pt x="144538" y="27109"/>
                    <a:pt x="142319" y="27249"/>
                    <a:pt x="140047" y="27249"/>
                  </a:cubicBezTo>
                  <a:cubicBezTo>
                    <a:pt x="135216" y="27249"/>
                    <a:pt x="130144" y="26614"/>
                    <a:pt x="124897" y="25351"/>
                  </a:cubicBezTo>
                  <a:cubicBezTo>
                    <a:pt x="115241" y="23029"/>
                    <a:pt x="104954" y="18564"/>
                    <a:pt x="94310" y="12063"/>
                  </a:cubicBezTo>
                  <a:cubicBezTo>
                    <a:pt x="83689" y="5586"/>
                    <a:pt x="72116" y="1669"/>
                    <a:pt x="59924" y="431"/>
                  </a:cubicBezTo>
                  <a:cubicBezTo>
                    <a:pt x="57089" y="143"/>
                    <a:pt x="54217" y="0"/>
                    <a:pt x="51316" y="0"/>
                  </a:cubicBezTo>
                  <a:close/>
                </a:path>
              </a:pathLst>
            </a:custGeom>
            <a:gradFill>
              <a:gsLst>
                <a:gs pos="0">
                  <a:schemeClr val="accent3"/>
                </a:gs>
                <a:gs pos="26000">
                  <a:schemeClr val="accent4"/>
                </a:gs>
                <a:gs pos="58000">
                  <a:schemeClr val="dk2"/>
                </a:gs>
                <a:gs pos="100000">
                  <a:schemeClr val="lt2"/>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45"/>
            <p:cNvSpPr/>
            <p:nvPr/>
          </p:nvSpPr>
          <p:spPr>
            <a:xfrm>
              <a:off x="1616250" y="1600700"/>
              <a:ext cx="4144600" cy="698850"/>
            </a:xfrm>
            <a:custGeom>
              <a:rect b="b" l="l" r="r" t="t"/>
              <a:pathLst>
                <a:path extrusionOk="0" h="27954" w="165784">
                  <a:moveTo>
                    <a:pt x="51044" y="1"/>
                  </a:moveTo>
                  <a:cubicBezTo>
                    <a:pt x="44284" y="1"/>
                    <a:pt x="37348" y="779"/>
                    <a:pt x="30314" y="2331"/>
                  </a:cubicBezTo>
                  <a:cubicBezTo>
                    <a:pt x="12514" y="6260"/>
                    <a:pt x="120" y="13892"/>
                    <a:pt x="1" y="13963"/>
                  </a:cubicBezTo>
                  <a:lnTo>
                    <a:pt x="156" y="14214"/>
                  </a:lnTo>
                  <a:cubicBezTo>
                    <a:pt x="287" y="14142"/>
                    <a:pt x="12633" y="6534"/>
                    <a:pt x="30386" y="2617"/>
                  </a:cubicBezTo>
                  <a:cubicBezTo>
                    <a:pt x="37408" y="1070"/>
                    <a:pt x="44338" y="294"/>
                    <a:pt x="51085" y="294"/>
                  </a:cubicBezTo>
                  <a:cubicBezTo>
                    <a:pt x="54360" y="294"/>
                    <a:pt x="57592" y="477"/>
                    <a:pt x="60770" y="843"/>
                  </a:cubicBezTo>
                  <a:cubicBezTo>
                    <a:pt x="72939" y="2248"/>
                    <a:pt x="84369" y="6367"/>
                    <a:pt x="94763" y="13071"/>
                  </a:cubicBezTo>
                  <a:cubicBezTo>
                    <a:pt x="105336" y="19893"/>
                    <a:pt x="115646" y="24429"/>
                    <a:pt x="125409" y="26548"/>
                  </a:cubicBezTo>
                  <a:cubicBezTo>
                    <a:pt x="129720" y="27477"/>
                    <a:pt x="133934" y="27953"/>
                    <a:pt x="137994" y="27953"/>
                  </a:cubicBezTo>
                  <a:cubicBezTo>
                    <a:pt x="141316" y="27953"/>
                    <a:pt x="144543" y="27644"/>
                    <a:pt x="147650" y="27025"/>
                  </a:cubicBezTo>
                  <a:cubicBezTo>
                    <a:pt x="153830" y="25786"/>
                    <a:pt x="158426" y="23548"/>
                    <a:pt x="161200" y="21869"/>
                  </a:cubicBezTo>
                  <a:cubicBezTo>
                    <a:pt x="164200" y="20059"/>
                    <a:pt x="165772" y="18512"/>
                    <a:pt x="165784" y="18500"/>
                  </a:cubicBezTo>
                  <a:lnTo>
                    <a:pt x="165569" y="18285"/>
                  </a:lnTo>
                  <a:cubicBezTo>
                    <a:pt x="165557" y="18297"/>
                    <a:pt x="164010" y="19833"/>
                    <a:pt x="161033" y="21619"/>
                  </a:cubicBezTo>
                  <a:cubicBezTo>
                    <a:pt x="158283" y="23286"/>
                    <a:pt x="153711" y="25513"/>
                    <a:pt x="147579" y="26727"/>
                  </a:cubicBezTo>
                  <a:cubicBezTo>
                    <a:pt x="144487" y="27345"/>
                    <a:pt x="141288" y="27653"/>
                    <a:pt x="138000" y="27653"/>
                  </a:cubicBezTo>
                  <a:cubicBezTo>
                    <a:pt x="133944" y="27653"/>
                    <a:pt x="129751" y="27184"/>
                    <a:pt x="125457" y="26251"/>
                  </a:cubicBezTo>
                  <a:cubicBezTo>
                    <a:pt x="115742" y="24143"/>
                    <a:pt x="105467" y="19619"/>
                    <a:pt x="94918" y="12820"/>
                  </a:cubicBezTo>
                  <a:cubicBezTo>
                    <a:pt x="84500" y="6093"/>
                    <a:pt x="73010" y="1962"/>
                    <a:pt x="60806" y="557"/>
                  </a:cubicBezTo>
                  <a:cubicBezTo>
                    <a:pt x="57600" y="186"/>
                    <a:pt x="54343" y="1"/>
                    <a:pt x="51044" y="1"/>
                  </a:cubicBezTo>
                  <a:close/>
                </a:path>
              </a:pathLst>
            </a:custGeom>
            <a:gradFill>
              <a:gsLst>
                <a:gs pos="0">
                  <a:schemeClr val="accent3"/>
                </a:gs>
                <a:gs pos="26000">
                  <a:schemeClr val="accent4"/>
                </a:gs>
                <a:gs pos="58000">
                  <a:schemeClr val="dk2"/>
                </a:gs>
                <a:gs pos="100000">
                  <a:schemeClr val="lt2"/>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45"/>
            <p:cNvSpPr/>
            <p:nvPr/>
          </p:nvSpPr>
          <p:spPr>
            <a:xfrm>
              <a:off x="1601675" y="1568050"/>
              <a:ext cx="4181500" cy="712150"/>
            </a:xfrm>
            <a:custGeom>
              <a:rect b="b" l="l" r="r" t="t"/>
              <a:pathLst>
                <a:path extrusionOk="0" h="28486" w="167260">
                  <a:moveTo>
                    <a:pt x="50849" y="1"/>
                  </a:moveTo>
                  <a:cubicBezTo>
                    <a:pt x="44370" y="1"/>
                    <a:pt x="37707" y="711"/>
                    <a:pt x="30933" y="2125"/>
                  </a:cubicBezTo>
                  <a:cubicBezTo>
                    <a:pt x="12871" y="5899"/>
                    <a:pt x="120" y="13519"/>
                    <a:pt x="1" y="13591"/>
                  </a:cubicBezTo>
                  <a:lnTo>
                    <a:pt x="155" y="13841"/>
                  </a:lnTo>
                  <a:cubicBezTo>
                    <a:pt x="274" y="13769"/>
                    <a:pt x="12990" y="6185"/>
                    <a:pt x="31004" y="2411"/>
                  </a:cubicBezTo>
                  <a:cubicBezTo>
                    <a:pt x="37751" y="1005"/>
                    <a:pt x="44386" y="298"/>
                    <a:pt x="50839" y="298"/>
                  </a:cubicBezTo>
                  <a:cubicBezTo>
                    <a:pt x="54498" y="298"/>
                    <a:pt x="58099" y="525"/>
                    <a:pt x="61627" y="982"/>
                  </a:cubicBezTo>
                  <a:cubicBezTo>
                    <a:pt x="73807" y="2566"/>
                    <a:pt x="85154" y="6887"/>
                    <a:pt x="95358" y="13829"/>
                  </a:cubicBezTo>
                  <a:cubicBezTo>
                    <a:pt x="105835" y="20973"/>
                    <a:pt x="116134" y="25556"/>
                    <a:pt x="125969" y="27461"/>
                  </a:cubicBezTo>
                  <a:cubicBezTo>
                    <a:pt x="129493" y="28152"/>
                    <a:pt x="132970" y="28485"/>
                    <a:pt x="136375" y="28485"/>
                  </a:cubicBezTo>
                  <a:cubicBezTo>
                    <a:pt x="140554" y="28485"/>
                    <a:pt x="144614" y="27973"/>
                    <a:pt x="148531" y="26938"/>
                  </a:cubicBezTo>
                  <a:cubicBezTo>
                    <a:pt x="160628" y="23747"/>
                    <a:pt x="167200" y="16615"/>
                    <a:pt x="167260" y="16543"/>
                  </a:cubicBezTo>
                  <a:lnTo>
                    <a:pt x="167045" y="16341"/>
                  </a:lnTo>
                  <a:cubicBezTo>
                    <a:pt x="166986" y="16412"/>
                    <a:pt x="160473" y="23473"/>
                    <a:pt x="148460" y="26652"/>
                  </a:cubicBezTo>
                  <a:cubicBezTo>
                    <a:pt x="144561" y="27677"/>
                    <a:pt x="140515" y="28191"/>
                    <a:pt x="136355" y="28191"/>
                  </a:cubicBezTo>
                  <a:cubicBezTo>
                    <a:pt x="132980" y="28191"/>
                    <a:pt x="129532" y="27853"/>
                    <a:pt x="126028" y="27176"/>
                  </a:cubicBezTo>
                  <a:cubicBezTo>
                    <a:pt x="116229" y="25271"/>
                    <a:pt x="105966" y="20699"/>
                    <a:pt x="95524" y="13579"/>
                  </a:cubicBezTo>
                  <a:cubicBezTo>
                    <a:pt x="85285" y="6614"/>
                    <a:pt x="73891" y="2268"/>
                    <a:pt x="61663" y="684"/>
                  </a:cubicBezTo>
                  <a:cubicBezTo>
                    <a:pt x="58126" y="228"/>
                    <a:pt x="54517" y="1"/>
                    <a:pt x="50849" y="1"/>
                  </a:cubicBezTo>
                  <a:close/>
                </a:path>
              </a:pathLst>
            </a:custGeom>
            <a:gradFill>
              <a:gsLst>
                <a:gs pos="0">
                  <a:schemeClr val="accent3"/>
                </a:gs>
                <a:gs pos="26000">
                  <a:schemeClr val="accent4"/>
                </a:gs>
                <a:gs pos="58000">
                  <a:schemeClr val="dk2"/>
                </a:gs>
                <a:gs pos="100000">
                  <a:schemeClr val="lt2"/>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45"/>
            <p:cNvSpPr/>
            <p:nvPr/>
          </p:nvSpPr>
          <p:spPr>
            <a:xfrm>
              <a:off x="1586800" y="1536275"/>
              <a:ext cx="4219000" cy="728150"/>
            </a:xfrm>
            <a:custGeom>
              <a:rect b="b" l="l" r="r" t="t"/>
              <a:pathLst>
                <a:path extrusionOk="0" h="29126" w="168760">
                  <a:moveTo>
                    <a:pt x="50553" y="0"/>
                  </a:moveTo>
                  <a:cubicBezTo>
                    <a:pt x="44372" y="0"/>
                    <a:pt x="38011" y="642"/>
                    <a:pt x="31528" y="1920"/>
                  </a:cubicBezTo>
                  <a:cubicBezTo>
                    <a:pt x="13228" y="5539"/>
                    <a:pt x="131" y="13100"/>
                    <a:pt x="0" y="13183"/>
                  </a:cubicBezTo>
                  <a:lnTo>
                    <a:pt x="155" y="13445"/>
                  </a:lnTo>
                  <a:cubicBezTo>
                    <a:pt x="286" y="13362"/>
                    <a:pt x="13335" y="5825"/>
                    <a:pt x="31588" y="2217"/>
                  </a:cubicBezTo>
                  <a:cubicBezTo>
                    <a:pt x="38062" y="937"/>
                    <a:pt x="44419" y="295"/>
                    <a:pt x="50590" y="295"/>
                  </a:cubicBezTo>
                  <a:cubicBezTo>
                    <a:pt x="54633" y="295"/>
                    <a:pt x="58596" y="571"/>
                    <a:pt x="62460" y="1122"/>
                  </a:cubicBezTo>
                  <a:cubicBezTo>
                    <a:pt x="74676" y="2872"/>
                    <a:pt x="85940" y="7385"/>
                    <a:pt x="95965" y="14552"/>
                  </a:cubicBezTo>
                  <a:cubicBezTo>
                    <a:pt x="106323" y="22029"/>
                    <a:pt x="116598" y="26685"/>
                    <a:pt x="126504" y="28387"/>
                  </a:cubicBezTo>
                  <a:cubicBezTo>
                    <a:pt x="129385" y="28875"/>
                    <a:pt x="132231" y="29125"/>
                    <a:pt x="135053" y="29125"/>
                  </a:cubicBezTo>
                  <a:cubicBezTo>
                    <a:pt x="139970" y="29125"/>
                    <a:pt x="144780" y="28363"/>
                    <a:pt x="149400" y="26851"/>
                  </a:cubicBezTo>
                  <a:cubicBezTo>
                    <a:pt x="161770" y="22815"/>
                    <a:pt x="168688" y="14647"/>
                    <a:pt x="168759" y="14564"/>
                  </a:cubicBezTo>
                  <a:lnTo>
                    <a:pt x="168533" y="14374"/>
                  </a:lnTo>
                  <a:cubicBezTo>
                    <a:pt x="168462" y="14457"/>
                    <a:pt x="161592" y="22565"/>
                    <a:pt x="149293" y="26577"/>
                  </a:cubicBezTo>
                  <a:cubicBezTo>
                    <a:pt x="144703" y="28077"/>
                    <a:pt x="139935" y="28830"/>
                    <a:pt x="135044" y="28830"/>
                  </a:cubicBezTo>
                  <a:cubicBezTo>
                    <a:pt x="132246" y="28830"/>
                    <a:pt x="129408" y="28583"/>
                    <a:pt x="126540" y="28090"/>
                  </a:cubicBezTo>
                  <a:cubicBezTo>
                    <a:pt x="116693" y="26387"/>
                    <a:pt x="106454" y="21755"/>
                    <a:pt x="96131" y="14314"/>
                  </a:cubicBezTo>
                  <a:cubicBezTo>
                    <a:pt x="86071" y="7123"/>
                    <a:pt x="74760" y="2586"/>
                    <a:pt x="62508" y="836"/>
                  </a:cubicBezTo>
                  <a:cubicBezTo>
                    <a:pt x="58613" y="278"/>
                    <a:pt x="54622" y="0"/>
                    <a:pt x="50553" y="0"/>
                  </a:cubicBezTo>
                  <a:close/>
                </a:path>
              </a:pathLst>
            </a:custGeom>
            <a:gradFill>
              <a:gsLst>
                <a:gs pos="0">
                  <a:schemeClr val="accent3"/>
                </a:gs>
                <a:gs pos="26000">
                  <a:schemeClr val="accent4"/>
                </a:gs>
                <a:gs pos="58000">
                  <a:schemeClr val="dk2"/>
                </a:gs>
                <a:gs pos="100000">
                  <a:schemeClr val="lt2"/>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45"/>
            <p:cNvSpPr/>
            <p:nvPr/>
          </p:nvSpPr>
          <p:spPr>
            <a:xfrm>
              <a:off x="1572200" y="1502125"/>
              <a:ext cx="4255925" cy="746225"/>
            </a:xfrm>
            <a:custGeom>
              <a:rect b="b" l="l" r="r" t="t"/>
              <a:pathLst>
                <a:path extrusionOk="0" h="29849" w="170237">
                  <a:moveTo>
                    <a:pt x="50347" y="0"/>
                  </a:moveTo>
                  <a:cubicBezTo>
                    <a:pt x="44451" y="0"/>
                    <a:pt x="38371" y="583"/>
                    <a:pt x="32160" y="1750"/>
                  </a:cubicBezTo>
                  <a:cubicBezTo>
                    <a:pt x="13598" y="5226"/>
                    <a:pt x="132" y="12787"/>
                    <a:pt x="1" y="12870"/>
                  </a:cubicBezTo>
                  <a:lnTo>
                    <a:pt x="144" y="13120"/>
                  </a:lnTo>
                  <a:cubicBezTo>
                    <a:pt x="287" y="13049"/>
                    <a:pt x="13705" y="5500"/>
                    <a:pt x="32219" y="2035"/>
                  </a:cubicBezTo>
                  <a:cubicBezTo>
                    <a:pt x="38415" y="882"/>
                    <a:pt x="44482" y="301"/>
                    <a:pt x="50365" y="301"/>
                  </a:cubicBezTo>
                  <a:cubicBezTo>
                    <a:pt x="54804" y="301"/>
                    <a:pt x="59138" y="632"/>
                    <a:pt x="63342" y="1297"/>
                  </a:cubicBezTo>
                  <a:cubicBezTo>
                    <a:pt x="75570" y="3214"/>
                    <a:pt x="86738" y="7953"/>
                    <a:pt x="96561" y="15370"/>
                  </a:cubicBezTo>
                  <a:cubicBezTo>
                    <a:pt x="106836" y="23145"/>
                    <a:pt x="117099" y="27836"/>
                    <a:pt x="127076" y="29325"/>
                  </a:cubicBezTo>
                  <a:cubicBezTo>
                    <a:pt x="129410" y="29670"/>
                    <a:pt x="131732" y="29848"/>
                    <a:pt x="134029" y="29848"/>
                  </a:cubicBezTo>
                  <a:cubicBezTo>
                    <a:pt x="139602" y="29848"/>
                    <a:pt x="145043" y="28836"/>
                    <a:pt x="150293" y="26800"/>
                  </a:cubicBezTo>
                  <a:cubicBezTo>
                    <a:pt x="162938" y="21931"/>
                    <a:pt x="170165" y="12763"/>
                    <a:pt x="170236" y="12680"/>
                  </a:cubicBezTo>
                  <a:lnTo>
                    <a:pt x="170010" y="12489"/>
                  </a:lnTo>
                  <a:cubicBezTo>
                    <a:pt x="169939" y="12584"/>
                    <a:pt x="162747" y="21693"/>
                    <a:pt x="150174" y="26527"/>
                  </a:cubicBezTo>
                  <a:cubicBezTo>
                    <a:pt x="144965" y="28538"/>
                    <a:pt x="139559" y="29550"/>
                    <a:pt x="134037" y="29550"/>
                  </a:cubicBezTo>
                  <a:cubicBezTo>
                    <a:pt x="131747" y="29550"/>
                    <a:pt x="129437" y="29376"/>
                    <a:pt x="127112" y="29027"/>
                  </a:cubicBezTo>
                  <a:cubicBezTo>
                    <a:pt x="117182" y="27551"/>
                    <a:pt x="106967" y="22871"/>
                    <a:pt x="96739" y="15132"/>
                  </a:cubicBezTo>
                  <a:cubicBezTo>
                    <a:pt x="86881" y="7679"/>
                    <a:pt x="75653" y="2928"/>
                    <a:pt x="63378" y="1000"/>
                  </a:cubicBezTo>
                  <a:cubicBezTo>
                    <a:pt x="59155" y="333"/>
                    <a:pt x="54803" y="0"/>
                    <a:pt x="50347" y="0"/>
                  </a:cubicBezTo>
                  <a:close/>
                </a:path>
              </a:pathLst>
            </a:custGeom>
            <a:gradFill>
              <a:gsLst>
                <a:gs pos="0">
                  <a:schemeClr val="accent3"/>
                </a:gs>
                <a:gs pos="26000">
                  <a:schemeClr val="accent4"/>
                </a:gs>
                <a:gs pos="58000">
                  <a:schemeClr val="dk2"/>
                </a:gs>
                <a:gs pos="100000">
                  <a:schemeClr val="lt2"/>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7" name="Google Shape;697;p45"/>
          <p:cNvGrpSpPr/>
          <p:nvPr/>
        </p:nvGrpSpPr>
        <p:grpSpPr>
          <a:xfrm rot="-10323632">
            <a:off x="2654479" y="3031482"/>
            <a:ext cx="3744347" cy="1395510"/>
            <a:chOff x="1899025" y="2665350"/>
            <a:chExt cx="3250750" cy="1377575"/>
          </a:xfrm>
        </p:grpSpPr>
        <p:sp>
          <p:nvSpPr>
            <p:cNvPr id="698" name="Google Shape;698;p45"/>
            <p:cNvSpPr/>
            <p:nvPr/>
          </p:nvSpPr>
          <p:spPr>
            <a:xfrm>
              <a:off x="1899025" y="2665350"/>
              <a:ext cx="3250750" cy="1189450"/>
            </a:xfrm>
            <a:custGeom>
              <a:rect b="b" l="l" r="r" t="t"/>
              <a:pathLst>
                <a:path extrusionOk="0" h="47578" w="130030">
                  <a:moveTo>
                    <a:pt x="275" y="0"/>
                  </a:moveTo>
                  <a:lnTo>
                    <a:pt x="1" y="119"/>
                  </a:lnTo>
                  <a:cubicBezTo>
                    <a:pt x="49" y="214"/>
                    <a:pt x="4299" y="8834"/>
                    <a:pt x="14431" y="15931"/>
                  </a:cubicBezTo>
                  <a:cubicBezTo>
                    <a:pt x="20384" y="20098"/>
                    <a:pt x="27159" y="22931"/>
                    <a:pt x="34577" y="24348"/>
                  </a:cubicBezTo>
                  <a:cubicBezTo>
                    <a:pt x="38300" y="25060"/>
                    <a:pt x="42190" y="25416"/>
                    <a:pt x="46227" y="25416"/>
                  </a:cubicBezTo>
                  <a:cubicBezTo>
                    <a:pt x="52248" y="25416"/>
                    <a:pt x="58598" y="24626"/>
                    <a:pt x="65211" y="23050"/>
                  </a:cubicBezTo>
                  <a:cubicBezTo>
                    <a:pt x="72483" y="21313"/>
                    <a:pt x="79330" y="20446"/>
                    <a:pt x="85688" y="20446"/>
                  </a:cubicBezTo>
                  <a:cubicBezTo>
                    <a:pt x="89876" y="20446"/>
                    <a:pt x="93852" y="20822"/>
                    <a:pt x="97596" y="21574"/>
                  </a:cubicBezTo>
                  <a:cubicBezTo>
                    <a:pt x="105133" y="23086"/>
                    <a:pt x="111753" y="26122"/>
                    <a:pt x="117289" y="30587"/>
                  </a:cubicBezTo>
                  <a:cubicBezTo>
                    <a:pt x="126707" y="38207"/>
                    <a:pt x="129708" y="47482"/>
                    <a:pt x="129743" y="47577"/>
                  </a:cubicBezTo>
                  <a:lnTo>
                    <a:pt x="130029" y="47494"/>
                  </a:lnTo>
                  <a:cubicBezTo>
                    <a:pt x="129993" y="47399"/>
                    <a:pt x="126969" y="38040"/>
                    <a:pt x="117492" y="30373"/>
                  </a:cubicBezTo>
                  <a:cubicBezTo>
                    <a:pt x="111920" y="25860"/>
                    <a:pt x="105252" y="22800"/>
                    <a:pt x="97668" y="21276"/>
                  </a:cubicBezTo>
                  <a:cubicBezTo>
                    <a:pt x="93911" y="20521"/>
                    <a:pt x="89923" y="20144"/>
                    <a:pt x="85725" y="20144"/>
                  </a:cubicBezTo>
                  <a:cubicBezTo>
                    <a:pt x="79332" y="20144"/>
                    <a:pt x="72448" y="21018"/>
                    <a:pt x="65140" y="22765"/>
                  </a:cubicBezTo>
                  <a:cubicBezTo>
                    <a:pt x="58549" y="24334"/>
                    <a:pt x="52222" y="25121"/>
                    <a:pt x="46225" y="25121"/>
                  </a:cubicBezTo>
                  <a:cubicBezTo>
                    <a:pt x="42212" y="25121"/>
                    <a:pt x="38347" y="24769"/>
                    <a:pt x="34648" y="24063"/>
                  </a:cubicBezTo>
                  <a:cubicBezTo>
                    <a:pt x="27266" y="22646"/>
                    <a:pt x="20527" y="19836"/>
                    <a:pt x="14622" y="15692"/>
                  </a:cubicBezTo>
                  <a:cubicBezTo>
                    <a:pt x="4549" y="8644"/>
                    <a:pt x="310" y="83"/>
                    <a:pt x="275" y="0"/>
                  </a:cubicBezTo>
                  <a:close/>
                </a:path>
              </a:pathLst>
            </a:custGeom>
            <a:gradFill>
              <a:gsLst>
                <a:gs pos="0">
                  <a:schemeClr val="accent1"/>
                </a:gs>
                <a:gs pos="26000">
                  <a:schemeClr val="accent2"/>
                </a:gs>
                <a:gs pos="58000">
                  <a:schemeClr val="accent4"/>
                </a:gs>
                <a:gs pos="100000">
                  <a:schemeClr val="accent5"/>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45"/>
            <p:cNvSpPr/>
            <p:nvPr/>
          </p:nvSpPr>
          <p:spPr>
            <a:xfrm>
              <a:off x="1901125" y="2796600"/>
              <a:ext cx="3241200" cy="1063550"/>
            </a:xfrm>
            <a:custGeom>
              <a:rect b="b" l="l" r="r" t="t"/>
              <a:pathLst>
                <a:path extrusionOk="0" h="42542" w="129648">
                  <a:moveTo>
                    <a:pt x="95" y="1"/>
                  </a:moveTo>
                  <a:lnTo>
                    <a:pt x="0" y="263"/>
                  </a:lnTo>
                  <a:cubicBezTo>
                    <a:pt x="262" y="358"/>
                    <a:pt x="893" y="1037"/>
                    <a:pt x="1750" y="1977"/>
                  </a:cubicBezTo>
                  <a:cubicBezTo>
                    <a:pt x="4679" y="5144"/>
                    <a:pt x="10763" y="11740"/>
                    <a:pt x="21074" y="16396"/>
                  </a:cubicBezTo>
                  <a:cubicBezTo>
                    <a:pt x="28550" y="19767"/>
                    <a:pt x="36771" y="21456"/>
                    <a:pt x="45657" y="21456"/>
                  </a:cubicBezTo>
                  <a:cubicBezTo>
                    <a:pt x="51957" y="21456"/>
                    <a:pt x="58592" y="20607"/>
                    <a:pt x="65532" y="18908"/>
                  </a:cubicBezTo>
                  <a:cubicBezTo>
                    <a:pt x="72742" y="17145"/>
                    <a:pt x="79550" y="16259"/>
                    <a:pt x="85867" y="16259"/>
                  </a:cubicBezTo>
                  <a:cubicBezTo>
                    <a:pt x="88897" y="16259"/>
                    <a:pt x="91813" y="16463"/>
                    <a:pt x="94607" y="16872"/>
                  </a:cubicBezTo>
                  <a:cubicBezTo>
                    <a:pt x="101692" y="17908"/>
                    <a:pt x="108061" y="20265"/>
                    <a:pt x="113550" y="23885"/>
                  </a:cubicBezTo>
                  <a:cubicBezTo>
                    <a:pt x="123254" y="30266"/>
                    <a:pt x="127552" y="38863"/>
                    <a:pt x="128969" y="41684"/>
                  </a:cubicBezTo>
                  <a:cubicBezTo>
                    <a:pt x="129171" y="42077"/>
                    <a:pt x="129314" y="42363"/>
                    <a:pt x="129409" y="42542"/>
                  </a:cubicBezTo>
                  <a:lnTo>
                    <a:pt x="129647" y="42387"/>
                  </a:lnTo>
                  <a:cubicBezTo>
                    <a:pt x="129552" y="42232"/>
                    <a:pt x="129409" y="41946"/>
                    <a:pt x="129219" y="41553"/>
                  </a:cubicBezTo>
                  <a:cubicBezTo>
                    <a:pt x="127790" y="38720"/>
                    <a:pt x="123468" y="30076"/>
                    <a:pt x="113705" y="23646"/>
                  </a:cubicBezTo>
                  <a:cubicBezTo>
                    <a:pt x="108180" y="20003"/>
                    <a:pt x="101775" y="17634"/>
                    <a:pt x="94643" y="16586"/>
                  </a:cubicBezTo>
                  <a:cubicBezTo>
                    <a:pt x="91840" y="16177"/>
                    <a:pt x="88915" y="15973"/>
                    <a:pt x="85877" y="15973"/>
                  </a:cubicBezTo>
                  <a:cubicBezTo>
                    <a:pt x="79533" y="15973"/>
                    <a:pt x="72699" y="16863"/>
                    <a:pt x="65461" y="18634"/>
                  </a:cubicBezTo>
                  <a:cubicBezTo>
                    <a:pt x="58536" y="20331"/>
                    <a:pt x="51916" y="21179"/>
                    <a:pt x="45634" y="21179"/>
                  </a:cubicBezTo>
                  <a:cubicBezTo>
                    <a:pt x="36794" y="21179"/>
                    <a:pt x="28619" y="19500"/>
                    <a:pt x="21193" y="16146"/>
                  </a:cubicBezTo>
                  <a:cubicBezTo>
                    <a:pt x="10930" y="11514"/>
                    <a:pt x="4870" y="4942"/>
                    <a:pt x="1965" y="1787"/>
                  </a:cubicBezTo>
                  <a:cubicBezTo>
                    <a:pt x="965" y="703"/>
                    <a:pt x="429" y="120"/>
                    <a:pt x="95" y="1"/>
                  </a:cubicBezTo>
                  <a:close/>
                </a:path>
              </a:pathLst>
            </a:custGeom>
            <a:gradFill>
              <a:gsLst>
                <a:gs pos="0">
                  <a:schemeClr val="accent1"/>
                </a:gs>
                <a:gs pos="26000">
                  <a:schemeClr val="accent2"/>
                </a:gs>
                <a:gs pos="58000">
                  <a:schemeClr val="accent4"/>
                </a:gs>
                <a:gs pos="100000">
                  <a:schemeClr val="accent5"/>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45"/>
            <p:cNvSpPr/>
            <p:nvPr/>
          </p:nvSpPr>
          <p:spPr>
            <a:xfrm>
              <a:off x="1901425" y="2929950"/>
              <a:ext cx="3234350" cy="934375"/>
            </a:xfrm>
            <a:custGeom>
              <a:rect b="b" l="l" r="r" t="t"/>
              <a:pathLst>
                <a:path extrusionOk="0" h="37375" w="129374">
                  <a:moveTo>
                    <a:pt x="83" y="1"/>
                  </a:moveTo>
                  <a:lnTo>
                    <a:pt x="0" y="251"/>
                  </a:lnTo>
                  <a:cubicBezTo>
                    <a:pt x="691" y="501"/>
                    <a:pt x="1822" y="1382"/>
                    <a:pt x="3393" y="2608"/>
                  </a:cubicBezTo>
                  <a:cubicBezTo>
                    <a:pt x="7394" y="5716"/>
                    <a:pt x="14097" y="10931"/>
                    <a:pt x="24313" y="14312"/>
                  </a:cubicBezTo>
                  <a:cubicBezTo>
                    <a:pt x="30700" y="16423"/>
                    <a:pt x="37515" y="17477"/>
                    <a:pt x="44703" y="17477"/>
                  </a:cubicBezTo>
                  <a:cubicBezTo>
                    <a:pt x="51462" y="17477"/>
                    <a:pt x="58551" y="16545"/>
                    <a:pt x="65925" y="14681"/>
                  </a:cubicBezTo>
                  <a:cubicBezTo>
                    <a:pt x="73131" y="12867"/>
                    <a:pt x="79879" y="11961"/>
                    <a:pt x="86145" y="11961"/>
                  </a:cubicBezTo>
                  <a:cubicBezTo>
                    <a:pt x="96082" y="11961"/>
                    <a:pt x="104805" y="14240"/>
                    <a:pt x="112217" y="18789"/>
                  </a:cubicBezTo>
                  <a:cubicBezTo>
                    <a:pt x="121896" y="24742"/>
                    <a:pt x="126587" y="32933"/>
                    <a:pt x="128600" y="36434"/>
                  </a:cubicBezTo>
                  <a:cubicBezTo>
                    <a:pt x="128802" y="36803"/>
                    <a:pt x="128992" y="37124"/>
                    <a:pt x="129147" y="37374"/>
                  </a:cubicBezTo>
                  <a:lnTo>
                    <a:pt x="129373" y="37231"/>
                  </a:lnTo>
                  <a:cubicBezTo>
                    <a:pt x="129219" y="36981"/>
                    <a:pt x="129040" y="36672"/>
                    <a:pt x="128826" y="36303"/>
                  </a:cubicBezTo>
                  <a:cubicBezTo>
                    <a:pt x="126814" y="32779"/>
                    <a:pt x="122087" y="24539"/>
                    <a:pt x="112359" y="18562"/>
                  </a:cubicBezTo>
                  <a:cubicBezTo>
                    <a:pt x="104898" y="13987"/>
                    <a:pt x="96121" y="11696"/>
                    <a:pt x="86130" y="11696"/>
                  </a:cubicBezTo>
                  <a:cubicBezTo>
                    <a:pt x="79844" y="11696"/>
                    <a:pt x="73077" y="12603"/>
                    <a:pt x="65854" y="14419"/>
                  </a:cubicBezTo>
                  <a:cubicBezTo>
                    <a:pt x="58503" y="16277"/>
                    <a:pt x="51441" y="17207"/>
                    <a:pt x="44708" y="17207"/>
                  </a:cubicBezTo>
                  <a:cubicBezTo>
                    <a:pt x="37547" y="17207"/>
                    <a:pt x="30760" y="16155"/>
                    <a:pt x="24396" y="14050"/>
                  </a:cubicBezTo>
                  <a:cubicBezTo>
                    <a:pt x="14216" y="10692"/>
                    <a:pt x="7549" y="5501"/>
                    <a:pt x="3560" y="2394"/>
                  </a:cubicBezTo>
                  <a:cubicBezTo>
                    <a:pt x="1965" y="1156"/>
                    <a:pt x="822" y="263"/>
                    <a:pt x="83" y="1"/>
                  </a:cubicBezTo>
                  <a:close/>
                </a:path>
              </a:pathLst>
            </a:custGeom>
            <a:gradFill>
              <a:gsLst>
                <a:gs pos="0">
                  <a:schemeClr val="accent1"/>
                </a:gs>
                <a:gs pos="26000">
                  <a:schemeClr val="accent2"/>
                </a:gs>
                <a:gs pos="58000">
                  <a:schemeClr val="accent4"/>
                </a:gs>
                <a:gs pos="100000">
                  <a:schemeClr val="accent5"/>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45"/>
            <p:cNvSpPr/>
            <p:nvPr/>
          </p:nvSpPr>
          <p:spPr>
            <a:xfrm>
              <a:off x="1901425" y="3063600"/>
              <a:ext cx="3227500" cy="805175"/>
            </a:xfrm>
            <a:custGeom>
              <a:rect b="b" l="l" r="r" t="t"/>
              <a:pathLst>
                <a:path extrusionOk="0" h="32207" w="129100">
                  <a:moveTo>
                    <a:pt x="83" y="1"/>
                  </a:moveTo>
                  <a:lnTo>
                    <a:pt x="0" y="239"/>
                  </a:lnTo>
                  <a:cubicBezTo>
                    <a:pt x="1072" y="608"/>
                    <a:pt x="2560" y="1465"/>
                    <a:pt x="4453" y="2548"/>
                  </a:cubicBezTo>
                  <a:cubicBezTo>
                    <a:pt x="11362" y="6508"/>
                    <a:pt x="23778" y="13612"/>
                    <a:pt x="43048" y="13612"/>
                  </a:cubicBezTo>
                  <a:cubicBezTo>
                    <a:pt x="49914" y="13612"/>
                    <a:pt x="57651" y="12710"/>
                    <a:pt x="66318" y="10442"/>
                  </a:cubicBezTo>
                  <a:cubicBezTo>
                    <a:pt x="73501" y="8575"/>
                    <a:pt x="80234" y="7643"/>
                    <a:pt x="86493" y="7643"/>
                  </a:cubicBezTo>
                  <a:cubicBezTo>
                    <a:pt x="96118" y="7643"/>
                    <a:pt x="104620" y="9847"/>
                    <a:pt x="111907" y="14240"/>
                  </a:cubicBezTo>
                  <a:cubicBezTo>
                    <a:pt x="121611" y="20098"/>
                    <a:pt x="126516" y="28266"/>
                    <a:pt x="128873" y="32183"/>
                  </a:cubicBezTo>
                  <a:lnTo>
                    <a:pt x="128885" y="32207"/>
                  </a:lnTo>
                  <a:lnTo>
                    <a:pt x="129100" y="32076"/>
                  </a:lnTo>
                  <a:lnTo>
                    <a:pt x="129088" y="32052"/>
                  </a:lnTo>
                  <a:cubicBezTo>
                    <a:pt x="126718" y="28123"/>
                    <a:pt x="121789" y="19920"/>
                    <a:pt x="112038" y="14026"/>
                  </a:cubicBezTo>
                  <a:cubicBezTo>
                    <a:pt x="104713" y="9609"/>
                    <a:pt x="96167" y="7393"/>
                    <a:pt x="86498" y="7393"/>
                  </a:cubicBezTo>
                  <a:cubicBezTo>
                    <a:pt x="80217" y="7393"/>
                    <a:pt x="73461" y="8329"/>
                    <a:pt x="66258" y="10204"/>
                  </a:cubicBezTo>
                  <a:cubicBezTo>
                    <a:pt x="57619" y="12465"/>
                    <a:pt x="49907" y="13364"/>
                    <a:pt x="43063" y="13364"/>
                  </a:cubicBezTo>
                  <a:cubicBezTo>
                    <a:pt x="23846" y="13364"/>
                    <a:pt x="11467" y="6276"/>
                    <a:pt x="4584" y="2334"/>
                  </a:cubicBezTo>
                  <a:cubicBezTo>
                    <a:pt x="2679" y="1239"/>
                    <a:pt x="1167" y="382"/>
                    <a:pt x="83" y="1"/>
                  </a:cubicBezTo>
                  <a:close/>
                </a:path>
              </a:pathLst>
            </a:custGeom>
            <a:gradFill>
              <a:gsLst>
                <a:gs pos="0">
                  <a:schemeClr val="accent1"/>
                </a:gs>
                <a:gs pos="26000">
                  <a:schemeClr val="accent2"/>
                </a:gs>
                <a:gs pos="58000">
                  <a:schemeClr val="accent4"/>
                </a:gs>
                <a:gs pos="100000">
                  <a:schemeClr val="accent5"/>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45"/>
            <p:cNvSpPr/>
            <p:nvPr/>
          </p:nvSpPr>
          <p:spPr>
            <a:xfrm>
              <a:off x="1901425" y="3196650"/>
              <a:ext cx="3220650" cy="676600"/>
            </a:xfrm>
            <a:custGeom>
              <a:rect b="b" l="l" r="r" t="t"/>
              <a:pathLst>
                <a:path extrusionOk="0" h="27064" w="128826">
                  <a:moveTo>
                    <a:pt x="83" y="1"/>
                  </a:moveTo>
                  <a:lnTo>
                    <a:pt x="0" y="227"/>
                  </a:lnTo>
                  <a:cubicBezTo>
                    <a:pt x="1131" y="632"/>
                    <a:pt x="2500" y="1203"/>
                    <a:pt x="4084" y="1882"/>
                  </a:cubicBezTo>
                  <a:cubicBezTo>
                    <a:pt x="9204" y="4061"/>
                    <a:pt x="16943" y="7335"/>
                    <a:pt x="27313" y="8966"/>
                  </a:cubicBezTo>
                  <a:cubicBezTo>
                    <a:pt x="31509" y="9620"/>
                    <a:pt x="35805" y="9947"/>
                    <a:pt x="40190" y="9947"/>
                  </a:cubicBezTo>
                  <a:cubicBezTo>
                    <a:pt x="48734" y="9947"/>
                    <a:pt x="57611" y="8706"/>
                    <a:pt x="66723" y="6228"/>
                  </a:cubicBezTo>
                  <a:cubicBezTo>
                    <a:pt x="73925" y="4287"/>
                    <a:pt x="80687" y="3318"/>
                    <a:pt x="86979" y="3318"/>
                  </a:cubicBezTo>
                  <a:cubicBezTo>
                    <a:pt x="95624" y="3318"/>
                    <a:pt x="103381" y="5147"/>
                    <a:pt x="110169" y="8799"/>
                  </a:cubicBezTo>
                  <a:cubicBezTo>
                    <a:pt x="117610" y="12800"/>
                    <a:pt x="123647" y="18777"/>
                    <a:pt x="128623" y="27063"/>
                  </a:cubicBezTo>
                  <a:lnTo>
                    <a:pt x="128826" y="26933"/>
                  </a:lnTo>
                  <a:cubicBezTo>
                    <a:pt x="123825" y="18610"/>
                    <a:pt x="117765" y="12609"/>
                    <a:pt x="110288" y="8585"/>
                  </a:cubicBezTo>
                  <a:cubicBezTo>
                    <a:pt x="103465" y="4919"/>
                    <a:pt x="95674" y="3084"/>
                    <a:pt x="86994" y="3084"/>
                  </a:cubicBezTo>
                  <a:cubicBezTo>
                    <a:pt x="80677" y="3084"/>
                    <a:pt x="73890" y="4056"/>
                    <a:pt x="66663" y="6001"/>
                  </a:cubicBezTo>
                  <a:cubicBezTo>
                    <a:pt x="57579" y="8471"/>
                    <a:pt x="48723" y="9709"/>
                    <a:pt x="40202" y="9709"/>
                  </a:cubicBezTo>
                  <a:cubicBezTo>
                    <a:pt x="35824" y="9709"/>
                    <a:pt x="31535" y="9383"/>
                    <a:pt x="27349" y="8728"/>
                  </a:cubicBezTo>
                  <a:cubicBezTo>
                    <a:pt x="17002" y="7109"/>
                    <a:pt x="9287" y="3834"/>
                    <a:pt x="4179" y="1668"/>
                  </a:cubicBezTo>
                  <a:cubicBezTo>
                    <a:pt x="2584" y="989"/>
                    <a:pt x="1215" y="405"/>
                    <a:pt x="83" y="1"/>
                  </a:cubicBezTo>
                  <a:close/>
                </a:path>
              </a:pathLst>
            </a:custGeom>
            <a:gradFill>
              <a:gsLst>
                <a:gs pos="0">
                  <a:schemeClr val="accent1"/>
                </a:gs>
                <a:gs pos="26000">
                  <a:schemeClr val="accent2"/>
                </a:gs>
                <a:gs pos="58000">
                  <a:schemeClr val="accent4"/>
                </a:gs>
                <a:gs pos="100000">
                  <a:schemeClr val="accent5"/>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45"/>
            <p:cNvSpPr/>
            <p:nvPr/>
          </p:nvSpPr>
          <p:spPr>
            <a:xfrm>
              <a:off x="1901425" y="3297900"/>
              <a:ext cx="3214100" cy="579525"/>
            </a:xfrm>
            <a:custGeom>
              <a:rect b="b" l="l" r="r" t="t"/>
              <a:pathLst>
                <a:path extrusionOk="0" h="23181" w="128564">
                  <a:moveTo>
                    <a:pt x="87649" y="0"/>
                  </a:moveTo>
                  <a:cubicBezTo>
                    <a:pt x="81250" y="0"/>
                    <a:pt x="74374" y="1028"/>
                    <a:pt x="67056" y="3082"/>
                  </a:cubicBezTo>
                  <a:cubicBezTo>
                    <a:pt x="56152" y="6175"/>
                    <a:pt x="45467" y="7729"/>
                    <a:pt x="35169" y="7729"/>
                  </a:cubicBezTo>
                  <a:cubicBezTo>
                    <a:pt x="31670" y="7729"/>
                    <a:pt x="28216" y="7549"/>
                    <a:pt x="24813" y="7190"/>
                  </a:cubicBezTo>
                  <a:cubicBezTo>
                    <a:pt x="13371" y="5976"/>
                    <a:pt x="5048" y="3047"/>
                    <a:pt x="72" y="1297"/>
                  </a:cubicBezTo>
                  <a:lnTo>
                    <a:pt x="0" y="1499"/>
                  </a:lnTo>
                  <a:cubicBezTo>
                    <a:pt x="4989" y="3261"/>
                    <a:pt x="13323" y="6190"/>
                    <a:pt x="24789" y="7404"/>
                  </a:cubicBezTo>
                  <a:cubicBezTo>
                    <a:pt x="28206" y="7767"/>
                    <a:pt x="31674" y="7948"/>
                    <a:pt x="35186" y="7948"/>
                  </a:cubicBezTo>
                  <a:cubicBezTo>
                    <a:pt x="45502" y="7948"/>
                    <a:pt x="56199" y="6388"/>
                    <a:pt x="67116" y="3297"/>
                  </a:cubicBezTo>
                  <a:cubicBezTo>
                    <a:pt x="74414" y="1247"/>
                    <a:pt x="81268" y="222"/>
                    <a:pt x="87645" y="222"/>
                  </a:cubicBezTo>
                  <a:cubicBezTo>
                    <a:pt x="95270" y="222"/>
                    <a:pt x="102213" y="1688"/>
                    <a:pt x="108418" y="4618"/>
                  </a:cubicBezTo>
                  <a:cubicBezTo>
                    <a:pt x="116562" y="8452"/>
                    <a:pt x="123266" y="14703"/>
                    <a:pt x="128361" y="23180"/>
                  </a:cubicBezTo>
                  <a:lnTo>
                    <a:pt x="128564" y="23073"/>
                  </a:lnTo>
                  <a:cubicBezTo>
                    <a:pt x="123432" y="14548"/>
                    <a:pt x="116693" y="8274"/>
                    <a:pt x="108502" y="4416"/>
                  </a:cubicBezTo>
                  <a:cubicBezTo>
                    <a:pt x="102276" y="1472"/>
                    <a:pt x="95304" y="0"/>
                    <a:pt x="87649" y="0"/>
                  </a:cubicBezTo>
                  <a:close/>
                </a:path>
              </a:pathLst>
            </a:custGeom>
            <a:gradFill>
              <a:gsLst>
                <a:gs pos="0">
                  <a:schemeClr val="accent1"/>
                </a:gs>
                <a:gs pos="26000">
                  <a:schemeClr val="accent2"/>
                </a:gs>
                <a:gs pos="58000">
                  <a:schemeClr val="accent4"/>
                </a:gs>
                <a:gs pos="100000">
                  <a:schemeClr val="accent5"/>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45"/>
            <p:cNvSpPr/>
            <p:nvPr/>
          </p:nvSpPr>
          <p:spPr>
            <a:xfrm>
              <a:off x="1901725" y="3320375"/>
              <a:ext cx="3206950" cy="561500"/>
            </a:xfrm>
            <a:custGeom>
              <a:rect b="b" l="l" r="r" t="t"/>
              <a:pathLst>
                <a:path extrusionOk="0" h="22460" w="128278">
                  <a:moveTo>
                    <a:pt x="88473" y="0"/>
                  </a:moveTo>
                  <a:cubicBezTo>
                    <a:pt x="81946" y="0"/>
                    <a:pt x="74923" y="1101"/>
                    <a:pt x="67449" y="3303"/>
                  </a:cubicBezTo>
                  <a:cubicBezTo>
                    <a:pt x="53340" y="7506"/>
                    <a:pt x="39684" y="9637"/>
                    <a:pt x="26872" y="9649"/>
                  </a:cubicBezTo>
                  <a:cubicBezTo>
                    <a:pt x="26837" y="9649"/>
                    <a:pt x="26801" y="9649"/>
                    <a:pt x="26765" y="9649"/>
                  </a:cubicBezTo>
                  <a:cubicBezTo>
                    <a:pt x="13894" y="9649"/>
                    <a:pt x="5141" y="7513"/>
                    <a:pt x="60" y="5732"/>
                  </a:cubicBezTo>
                  <a:lnTo>
                    <a:pt x="0" y="5922"/>
                  </a:lnTo>
                  <a:cubicBezTo>
                    <a:pt x="5096" y="7720"/>
                    <a:pt x="13883" y="9863"/>
                    <a:pt x="26777" y="9863"/>
                  </a:cubicBezTo>
                  <a:lnTo>
                    <a:pt x="26872" y="9863"/>
                  </a:lnTo>
                  <a:cubicBezTo>
                    <a:pt x="39707" y="9851"/>
                    <a:pt x="53376" y="7708"/>
                    <a:pt x="67508" y="3505"/>
                  </a:cubicBezTo>
                  <a:cubicBezTo>
                    <a:pt x="74969" y="1308"/>
                    <a:pt x="81973" y="210"/>
                    <a:pt x="88480" y="210"/>
                  </a:cubicBezTo>
                  <a:cubicBezTo>
                    <a:pt x="95057" y="210"/>
                    <a:pt x="101126" y="1332"/>
                    <a:pt x="106644" y="3577"/>
                  </a:cubicBezTo>
                  <a:cubicBezTo>
                    <a:pt x="111300" y="5470"/>
                    <a:pt x="115574" y="8184"/>
                    <a:pt x="119336" y="11637"/>
                  </a:cubicBezTo>
                  <a:cubicBezTo>
                    <a:pt x="122670" y="14685"/>
                    <a:pt x="125611" y="18328"/>
                    <a:pt x="128099" y="22460"/>
                  </a:cubicBezTo>
                  <a:lnTo>
                    <a:pt x="128278" y="22353"/>
                  </a:lnTo>
                  <a:cubicBezTo>
                    <a:pt x="125778" y="18209"/>
                    <a:pt x="122825" y="14542"/>
                    <a:pt x="119479" y="11482"/>
                  </a:cubicBezTo>
                  <a:cubicBezTo>
                    <a:pt x="115693" y="8018"/>
                    <a:pt x="111407" y="5291"/>
                    <a:pt x="106716" y="3386"/>
                  </a:cubicBezTo>
                  <a:cubicBezTo>
                    <a:pt x="101176" y="1128"/>
                    <a:pt x="95079" y="0"/>
                    <a:pt x="88473" y="0"/>
                  </a:cubicBezTo>
                  <a:close/>
                </a:path>
              </a:pathLst>
            </a:custGeom>
            <a:gradFill>
              <a:gsLst>
                <a:gs pos="0">
                  <a:schemeClr val="accent1"/>
                </a:gs>
                <a:gs pos="26000">
                  <a:schemeClr val="accent2"/>
                </a:gs>
                <a:gs pos="58000">
                  <a:schemeClr val="accent4"/>
                </a:gs>
                <a:gs pos="100000">
                  <a:schemeClr val="accent5"/>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45"/>
            <p:cNvSpPr/>
            <p:nvPr/>
          </p:nvSpPr>
          <p:spPr>
            <a:xfrm>
              <a:off x="1901725" y="3340700"/>
              <a:ext cx="3200125" cy="545650"/>
            </a:xfrm>
            <a:custGeom>
              <a:rect b="b" l="l" r="r" t="t"/>
              <a:pathLst>
                <a:path extrusionOk="0" h="21826" w="128005">
                  <a:moveTo>
                    <a:pt x="89534" y="1"/>
                  </a:moveTo>
                  <a:cubicBezTo>
                    <a:pt x="82830" y="1"/>
                    <a:pt x="75584" y="1204"/>
                    <a:pt x="67854" y="3609"/>
                  </a:cubicBezTo>
                  <a:cubicBezTo>
                    <a:pt x="53531" y="8121"/>
                    <a:pt x="40434" y="11015"/>
                    <a:pt x="28932" y="12205"/>
                  </a:cubicBezTo>
                  <a:cubicBezTo>
                    <a:pt x="25019" y="12611"/>
                    <a:pt x="21345" y="12813"/>
                    <a:pt x="17921" y="12813"/>
                  </a:cubicBezTo>
                  <a:cubicBezTo>
                    <a:pt x="10886" y="12813"/>
                    <a:pt x="4905" y="11958"/>
                    <a:pt x="60" y="10253"/>
                  </a:cubicBezTo>
                  <a:lnTo>
                    <a:pt x="0" y="10431"/>
                  </a:lnTo>
                  <a:cubicBezTo>
                    <a:pt x="4901" y="12159"/>
                    <a:pt x="10968" y="13014"/>
                    <a:pt x="18021" y="13014"/>
                  </a:cubicBezTo>
                  <a:cubicBezTo>
                    <a:pt x="31481" y="13014"/>
                    <a:pt x="48531" y="9901"/>
                    <a:pt x="67913" y="3799"/>
                  </a:cubicBezTo>
                  <a:cubicBezTo>
                    <a:pt x="75625" y="1399"/>
                    <a:pt x="82856" y="198"/>
                    <a:pt x="89546" y="198"/>
                  </a:cubicBezTo>
                  <a:cubicBezTo>
                    <a:pt x="95033" y="198"/>
                    <a:pt x="100156" y="1006"/>
                    <a:pt x="104882" y="2621"/>
                  </a:cubicBezTo>
                  <a:cubicBezTo>
                    <a:pt x="114419" y="5895"/>
                    <a:pt x="122146" y="12348"/>
                    <a:pt x="127837" y="21825"/>
                  </a:cubicBezTo>
                  <a:lnTo>
                    <a:pt x="128004" y="21718"/>
                  </a:lnTo>
                  <a:cubicBezTo>
                    <a:pt x="122289" y="12205"/>
                    <a:pt x="114526" y="5716"/>
                    <a:pt x="104942" y="2442"/>
                  </a:cubicBezTo>
                  <a:cubicBezTo>
                    <a:pt x="100193" y="814"/>
                    <a:pt x="95046" y="1"/>
                    <a:pt x="89534" y="1"/>
                  </a:cubicBezTo>
                  <a:close/>
                </a:path>
              </a:pathLst>
            </a:custGeom>
            <a:gradFill>
              <a:gsLst>
                <a:gs pos="0">
                  <a:schemeClr val="accent1"/>
                </a:gs>
                <a:gs pos="26000">
                  <a:schemeClr val="accent2"/>
                </a:gs>
                <a:gs pos="58000">
                  <a:schemeClr val="accent4"/>
                </a:gs>
                <a:gs pos="100000">
                  <a:schemeClr val="accent5"/>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45"/>
            <p:cNvSpPr/>
            <p:nvPr/>
          </p:nvSpPr>
          <p:spPr>
            <a:xfrm>
              <a:off x="1901725" y="3358200"/>
              <a:ext cx="3193275" cy="532325"/>
            </a:xfrm>
            <a:custGeom>
              <a:rect b="b" l="l" r="r" t="t"/>
              <a:pathLst>
                <a:path extrusionOk="0" h="21293" w="127731">
                  <a:moveTo>
                    <a:pt x="90822" y="0"/>
                  </a:moveTo>
                  <a:cubicBezTo>
                    <a:pt x="83900" y="0"/>
                    <a:pt x="76352" y="1347"/>
                    <a:pt x="68259" y="4040"/>
                  </a:cubicBezTo>
                  <a:cubicBezTo>
                    <a:pt x="55269" y="8398"/>
                    <a:pt x="42636" y="12505"/>
                    <a:pt x="31004" y="14875"/>
                  </a:cubicBezTo>
                  <a:cubicBezTo>
                    <a:pt x="24381" y="16217"/>
                    <a:pt x="18533" y="16890"/>
                    <a:pt x="13390" y="16890"/>
                  </a:cubicBezTo>
                  <a:cubicBezTo>
                    <a:pt x="8270" y="16890"/>
                    <a:pt x="3849" y="16223"/>
                    <a:pt x="60" y="14887"/>
                  </a:cubicBezTo>
                  <a:lnTo>
                    <a:pt x="0" y="15053"/>
                  </a:lnTo>
                  <a:cubicBezTo>
                    <a:pt x="3812" y="16397"/>
                    <a:pt x="8253" y="17070"/>
                    <a:pt x="13395" y="17070"/>
                  </a:cubicBezTo>
                  <a:cubicBezTo>
                    <a:pt x="18549" y="17070"/>
                    <a:pt x="24406" y="16394"/>
                    <a:pt x="31040" y="15041"/>
                  </a:cubicBezTo>
                  <a:cubicBezTo>
                    <a:pt x="42684" y="12684"/>
                    <a:pt x="55316" y="8564"/>
                    <a:pt x="68318" y="4207"/>
                  </a:cubicBezTo>
                  <a:cubicBezTo>
                    <a:pt x="76386" y="1522"/>
                    <a:pt x="83905" y="178"/>
                    <a:pt x="90803" y="178"/>
                  </a:cubicBezTo>
                  <a:cubicBezTo>
                    <a:pt x="95162" y="178"/>
                    <a:pt x="99274" y="715"/>
                    <a:pt x="103120" y="1790"/>
                  </a:cubicBezTo>
                  <a:cubicBezTo>
                    <a:pt x="113264" y="4611"/>
                    <a:pt x="121503" y="11184"/>
                    <a:pt x="127576" y="21292"/>
                  </a:cubicBezTo>
                  <a:lnTo>
                    <a:pt x="127730" y="21209"/>
                  </a:lnTo>
                  <a:cubicBezTo>
                    <a:pt x="121622" y="11053"/>
                    <a:pt x="113359" y="4457"/>
                    <a:pt x="103168" y="1611"/>
                  </a:cubicBezTo>
                  <a:cubicBezTo>
                    <a:pt x="99315" y="537"/>
                    <a:pt x="95193" y="0"/>
                    <a:pt x="90822" y="0"/>
                  </a:cubicBezTo>
                  <a:close/>
                </a:path>
              </a:pathLst>
            </a:custGeom>
            <a:gradFill>
              <a:gsLst>
                <a:gs pos="0">
                  <a:schemeClr val="accent1"/>
                </a:gs>
                <a:gs pos="26000">
                  <a:schemeClr val="accent2"/>
                </a:gs>
                <a:gs pos="58000">
                  <a:schemeClr val="accent4"/>
                </a:gs>
                <a:gs pos="100000">
                  <a:schemeClr val="accent5"/>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45"/>
            <p:cNvSpPr/>
            <p:nvPr/>
          </p:nvSpPr>
          <p:spPr>
            <a:xfrm>
              <a:off x="1901725" y="3371800"/>
              <a:ext cx="3186425" cy="540450"/>
            </a:xfrm>
            <a:custGeom>
              <a:rect b="b" l="l" r="r" t="t"/>
              <a:pathLst>
                <a:path extrusionOk="0" h="21618" w="127457">
                  <a:moveTo>
                    <a:pt x="92244" y="1"/>
                  </a:moveTo>
                  <a:cubicBezTo>
                    <a:pt x="85109" y="1"/>
                    <a:pt x="77215" y="1543"/>
                    <a:pt x="68663" y="4615"/>
                  </a:cubicBezTo>
                  <a:cubicBezTo>
                    <a:pt x="64722" y="6044"/>
                    <a:pt x="60710" y="7604"/>
                    <a:pt x="56471" y="9259"/>
                  </a:cubicBezTo>
                  <a:cubicBezTo>
                    <a:pt x="46661" y="13092"/>
                    <a:pt x="36517" y="17057"/>
                    <a:pt x="26801" y="19391"/>
                  </a:cubicBezTo>
                  <a:cubicBezTo>
                    <a:pt x="21096" y="20768"/>
                    <a:pt x="15995" y="21456"/>
                    <a:pt x="11432" y="21456"/>
                  </a:cubicBezTo>
                  <a:cubicBezTo>
                    <a:pt x="7197" y="21456"/>
                    <a:pt x="3424" y="20863"/>
                    <a:pt x="60" y="19676"/>
                  </a:cubicBezTo>
                  <a:lnTo>
                    <a:pt x="0" y="19831"/>
                  </a:lnTo>
                  <a:cubicBezTo>
                    <a:pt x="3393" y="21022"/>
                    <a:pt x="7180" y="21617"/>
                    <a:pt x="11442" y="21617"/>
                  </a:cubicBezTo>
                  <a:cubicBezTo>
                    <a:pt x="16014" y="21617"/>
                    <a:pt x="21122" y="20927"/>
                    <a:pt x="26837" y="19557"/>
                  </a:cubicBezTo>
                  <a:cubicBezTo>
                    <a:pt x="36564" y="17212"/>
                    <a:pt x="46720" y="13247"/>
                    <a:pt x="56531" y="9413"/>
                  </a:cubicBezTo>
                  <a:cubicBezTo>
                    <a:pt x="60770" y="7758"/>
                    <a:pt x="64782" y="6187"/>
                    <a:pt x="68711" y="4770"/>
                  </a:cubicBezTo>
                  <a:cubicBezTo>
                    <a:pt x="77244" y="1707"/>
                    <a:pt x="85114" y="167"/>
                    <a:pt x="92228" y="167"/>
                  </a:cubicBezTo>
                  <a:cubicBezTo>
                    <a:pt x="95427" y="167"/>
                    <a:pt x="98473" y="479"/>
                    <a:pt x="101358" y="1103"/>
                  </a:cubicBezTo>
                  <a:cubicBezTo>
                    <a:pt x="112074" y="3413"/>
                    <a:pt x="120801" y="10080"/>
                    <a:pt x="127325" y="20927"/>
                  </a:cubicBezTo>
                  <a:lnTo>
                    <a:pt x="127456" y="20843"/>
                  </a:lnTo>
                  <a:cubicBezTo>
                    <a:pt x="120920" y="9961"/>
                    <a:pt x="112145" y="3258"/>
                    <a:pt x="101394" y="936"/>
                  </a:cubicBezTo>
                  <a:cubicBezTo>
                    <a:pt x="98503" y="312"/>
                    <a:pt x="95450" y="1"/>
                    <a:pt x="92244" y="1"/>
                  </a:cubicBezTo>
                  <a:close/>
                </a:path>
              </a:pathLst>
            </a:custGeom>
            <a:gradFill>
              <a:gsLst>
                <a:gs pos="0">
                  <a:schemeClr val="accent1"/>
                </a:gs>
                <a:gs pos="26000">
                  <a:schemeClr val="accent2"/>
                </a:gs>
                <a:gs pos="58000">
                  <a:schemeClr val="accent4"/>
                </a:gs>
                <a:gs pos="100000">
                  <a:schemeClr val="accent5"/>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45"/>
            <p:cNvSpPr/>
            <p:nvPr/>
          </p:nvSpPr>
          <p:spPr>
            <a:xfrm>
              <a:off x="1901725" y="3380625"/>
              <a:ext cx="3179875" cy="662300"/>
            </a:xfrm>
            <a:custGeom>
              <a:rect b="b" l="l" r="r" t="t"/>
              <a:pathLst>
                <a:path extrusionOk="0" h="26492" w="127195">
                  <a:moveTo>
                    <a:pt x="93434" y="1"/>
                  </a:moveTo>
                  <a:cubicBezTo>
                    <a:pt x="86202" y="1"/>
                    <a:pt x="78162" y="1785"/>
                    <a:pt x="69056" y="5381"/>
                  </a:cubicBezTo>
                  <a:cubicBezTo>
                    <a:pt x="64508" y="7191"/>
                    <a:pt x="59472" y="9608"/>
                    <a:pt x="54138" y="12168"/>
                  </a:cubicBezTo>
                  <a:cubicBezTo>
                    <a:pt x="45601" y="16264"/>
                    <a:pt x="35933" y="20895"/>
                    <a:pt x="26611" y="23693"/>
                  </a:cubicBezTo>
                  <a:cubicBezTo>
                    <a:pt x="20676" y="25461"/>
                    <a:pt x="15354" y="26346"/>
                    <a:pt x="10559" y="26346"/>
                  </a:cubicBezTo>
                  <a:cubicBezTo>
                    <a:pt x="6734" y="26346"/>
                    <a:pt x="3244" y="25783"/>
                    <a:pt x="48" y="24657"/>
                  </a:cubicBezTo>
                  <a:lnTo>
                    <a:pt x="0" y="24800"/>
                  </a:lnTo>
                  <a:cubicBezTo>
                    <a:pt x="3215" y="25931"/>
                    <a:pt x="6727" y="26491"/>
                    <a:pt x="10561" y="26491"/>
                  </a:cubicBezTo>
                  <a:cubicBezTo>
                    <a:pt x="15371" y="26491"/>
                    <a:pt x="20705" y="25610"/>
                    <a:pt x="26646" y="23836"/>
                  </a:cubicBezTo>
                  <a:cubicBezTo>
                    <a:pt x="35981" y="21038"/>
                    <a:pt x="45661" y="16395"/>
                    <a:pt x="54197" y="12299"/>
                  </a:cubicBezTo>
                  <a:cubicBezTo>
                    <a:pt x="59531" y="9739"/>
                    <a:pt x="64568" y="7322"/>
                    <a:pt x="69116" y="5524"/>
                  </a:cubicBezTo>
                  <a:cubicBezTo>
                    <a:pt x="78209" y="1926"/>
                    <a:pt x="86228" y="148"/>
                    <a:pt x="93442" y="148"/>
                  </a:cubicBezTo>
                  <a:cubicBezTo>
                    <a:pt x="95560" y="148"/>
                    <a:pt x="97609" y="302"/>
                    <a:pt x="99596" y="607"/>
                  </a:cubicBezTo>
                  <a:cubicBezTo>
                    <a:pt x="104930" y="1428"/>
                    <a:pt x="109859" y="3393"/>
                    <a:pt x="114229" y="6441"/>
                  </a:cubicBezTo>
                  <a:cubicBezTo>
                    <a:pt x="119063" y="9822"/>
                    <a:pt x="123385" y="14632"/>
                    <a:pt x="127064" y="20752"/>
                  </a:cubicBezTo>
                  <a:lnTo>
                    <a:pt x="127195" y="20669"/>
                  </a:lnTo>
                  <a:cubicBezTo>
                    <a:pt x="123504" y="14537"/>
                    <a:pt x="119170" y="9703"/>
                    <a:pt x="114312" y="6322"/>
                  </a:cubicBezTo>
                  <a:cubicBezTo>
                    <a:pt x="109919" y="3250"/>
                    <a:pt x="104977" y="1286"/>
                    <a:pt x="99620" y="464"/>
                  </a:cubicBezTo>
                  <a:cubicBezTo>
                    <a:pt x="97623" y="155"/>
                    <a:pt x="95564" y="1"/>
                    <a:pt x="93434" y="1"/>
                  </a:cubicBezTo>
                  <a:close/>
                </a:path>
              </a:pathLst>
            </a:custGeom>
            <a:gradFill>
              <a:gsLst>
                <a:gs pos="0">
                  <a:schemeClr val="accent1"/>
                </a:gs>
                <a:gs pos="26000">
                  <a:schemeClr val="accent2"/>
                </a:gs>
                <a:gs pos="58000">
                  <a:schemeClr val="accent4"/>
                </a:gs>
                <a:gs pos="100000">
                  <a:schemeClr val="accent5"/>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 Immigration Policy Pitch Deck by Slidesgo">
  <a:themeElements>
    <a:clrScheme name="Simple Light">
      <a:dk1>
        <a:srgbClr val="F9EED1"/>
      </a:dk1>
      <a:lt1>
        <a:srgbClr val="1E1E1C"/>
      </a:lt1>
      <a:dk2>
        <a:srgbClr val="F39428"/>
      </a:dk2>
      <a:lt2>
        <a:srgbClr val="00A2AB"/>
      </a:lt2>
      <a:accent1>
        <a:srgbClr val="1888C5"/>
      </a:accent1>
      <a:accent2>
        <a:srgbClr val="342B76"/>
      </a:accent2>
      <a:accent3>
        <a:srgbClr val="E85073"/>
      </a:accent3>
      <a:accent4>
        <a:srgbClr val="A52342"/>
      </a:accent4>
      <a:accent5>
        <a:srgbClr val="E3472E"/>
      </a:accent5>
      <a:accent6>
        <a:srgbClr val="FFFFFF"/>
      </a:accent6>
      <a:hlink>
        <a:srgbClr val="F9EED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